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691" r:id="rId2"/>
    <p:sldId id="3692" r:id="rId3"/>
    <p:sldId id="3689" r:id="rId4"/>
    <p:sldId id="3439" r:id="rId5"/>
    <p:sldId id="3493" r:id="rId6"/>
    <p:sldId id="3414" r:id="rId7"/>
    <p:sldId id="3450" r:id="rId8"/>
    <p:sldId id="3609" r:id="rId9"/>
    <p:sldId id="3663" r:id="rId10"/>
    <p:sldId id="3664" r:id="rId11"/>
    <p:sldId id="3434" r:id="rId12"/>
    <p:sldId id="3438" r:id="rId13"/>
    <p:sldId id="3615" r:id="rId14"/>
    <p:sldId id="3626" r:id="rId15"/>
    <p:sldId id="3661" r:id="rId16"/>
    <p:sldId id="3720" r:id="rId17"/>
    <p:sldId id="3641" r:id="rId18"/>
    <p:sldId id="3654" r:id="rId19"/>
    <p:sldId id="3494" r:id="rId20"/>
    <p:sldId id="3625" r:id="rId21"/>
    <p:sldId id="3496" r:id="rId22"/>
    <p:sldId id="3559" r:id="rId23"/>
    <p:sldId id="3657" r:id="rId24"/>
    <p:sldId id="3563" r:id="rId25"/>
    <p:sldId id="3470" r:id="rId26"/>
    <p:sldId id="3453" r:id="rId27"/>
    <p:sldId id="3467" r:id="rId28"/>
    <p:sldId id="3516" r:id="rId29"/>
    <p:sldId id="3565" r:id="rId30"/>
    <p:sldId id="355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howGuides="1">
      <p:cViewPr varScale="1">
        <p:scale>
          <a:sx n="56" d="100"/>
          <a:sy n="56" d="100"/>
        </p:scale>
        <p:origin x="1002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54B35-09C2-4E87-B022-0D08C0CED157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EEC1E-7B85-4E74-8728-7CB4AA683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EEE02-A018-4493-8FDA-641CEE7A9C7A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1262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9EE8F-FE05-2E00-1028-70A90A2CB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B03C5-AF88-723C-9B9C-CB06E1E04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AF89A-3360-D821-6EC5-AB7C83575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In this course, you’ll learn how to deliver excellent customer service, including how to handle different types of passengers, even in difficult or unexpected situations.</a:t>
            </a:r>
          </a:p>
          <a:p>
            <a:r>
              <a:rPr lang="en-US" b="0" dirty="0"/>
              <a:t>You’ll discover how to create a hassle-free travel experience, making every journey smoother and more enjoyable for our customers.</a:t>
            </a:r>
          </a:p>
          <a:p>
            <a:r>
              <a:rPr lang="en-US" b="0" dirty="0"/>
              <a:t>We’ll also guide you through the essential safety and security procedures that keep our passengers, our colleagues and our operations safe.</a:t>
            </a:r>
          </a:p>
          <a:p>
            <a:endParaRPr lang="en-US" b="0" dirty="0"/>
          </a:p>
          <a:p>
            <a:r>
              <a:rPr lang="en-US" b="0" dirty="0"/>
              <a:t>And finally, you’ll gain in-depth knowledge of passenger handling processes from the check-in counter to the departure gate, ensuring a seamless experience every step of the way.</a:t>
            </a:r>
          </a:p>
          <a:p>
            <a:r>
              <a:rPr lang="en-US" b="0" dirty="0"/>
              <a:t>Let’s begin your </a:t>
            </a:r>
            <a:r>
              <a:rPr lang="en-US" dirty="0"/>
              <a:t>journey to becoming a confident, capable and world-class passenger service professional.</a:t>
            </a:r>
          </a:p>
          <a:p>
            <a:endParaRPr lang="en-MY" dirty="0"/>
          </a:p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8EE75-C68F-6A95-262D-AEE7219B5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EEE02-A018-4493-8FDA-641CEE7A9C7A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664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EEE02-A018-4493-8FDA-641CEE7A9C7A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30549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A17F35DA-49FA-79CA-9D4A-B3027B0FBE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D3CB61A8-00FF-5DDD-ADD8-64BCEE251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b="1" dirty="0"/>
              <a:t>Revenue Processing</a:t>
            </a:r>
            <a:r>
              <a:rPr lang="en-US" altLang="en-US" dirty="0"/>
              <a:t> is all about paying passengers — those who buy their tickets through normal sales channels. The process includes things like ticket validation, payment confirmation, check-in and boarding. Basically, it’s how airlines handle customers who generate income for the company.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r>
              <a:rPr lang="en-US" altLang="en-US" b="1" dirty="0"/>
              <a:t>Non-Revenue Processing</a:t>
            </a:r>
            <a:r>
              <a:rPr lang="en-US" altLang="en-US" dirty="0"/>
              <a:t>, on the other hand, refers to staff or eligible travelers who fly on discounted or complimentary tickets. These passengers are usually on standby and only get a seat if there’s space left after all revenue passengers have been checked in.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In short, </a:t>
            </a:r>
            <a:r>
              <a:rPr lang="en-US" altLang="en-US" b="1" dirty="0"/>
              <a:t>Revenue means paid travel</a:t>
            </a:r>
            <a:r>
              <a:rPr lang="en-US" altLang="en-US" dirty="0"/>
              <a:t> and </a:t>
            </a:r>
            <a:r>
              <a:rPr lang="en-US" altLang="en-US" b="1" dirty="0"/>
              <a:t>Non-Revenue means staff or benefit travel</a:t>
            </a:r>
            <a:r>
              <a:rPr lang="en-US" altLang="en-US" dirty="0"/>
              <a:t>. Both are processed carefully to make sure flights run smoothly and records stay accurate.</a:t>
            </a:r>
          </a:p>
          <a:p>
            <a:pPr>
              <a:spcBef>
                <a:spcPct val="0"/>
              </a:spcBef>
            </a:pPr>
            <a:endParaRPr lang="en-US" altLang="en-US" dirty="0"/>
          </a:p>
          <a:p>
            <a:pPr>
              <a:spcBef>
                <a:spcPct val="0"/>
              </a:spcBef>
            </a:pPr>
            <a:endParaRPr lang="en-MY" altLang="en-US" dirty="0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5B7C2BF4-6588-7B58-8B6F-D24C1EB56D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FEAA2EB-DACE-4402-BC74-03B49AD5B2D7}" type="slidenum">
              <a:rPr lang="en-MY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MY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11CA-4123-979A-FA97-BAB682BA7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23ADB-81C4-ECA7-F05C-77CE59B37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CA81-D30D-EE9E-8F62-04622F7B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176D4-0D3F-2B4F-FEA8-247320AD5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916DE-3FDD-392D-C827-50D0E728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3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D551-05A3-DE52-DFA5-20A8A0F1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48E8D-BF43-EA9E-8A70-DB0C62F99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B4315-3F6A-7BB2-9827-CCC67658C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B7F65-69E6-14EF-CFD0-19FDE39C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07A5E-B62C-4788-1629-5E8C1B9E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0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A672-1761-182D-D0E3-FCB401512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BE2AC-624D-B81D-C12B-C55453770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3DCC2-7468-33DF-603B-907DA3D1A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AF879-DBB5-6888-6D34-E2C445D8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2956E-AD4A-8A68-D726-5438AC36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14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7E5D-711B-C0BB-F506-F581931F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F84A7-CC4E-54B3-4E7D-5A3DAFEA7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83974-7A71-9470-11F7-51777AAB7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47B31-FC0D-3B19-BD53-512731E5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5B80-567F-E93A-BD71-B4B3F376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7BBE0-08C9-8B2F-A562-6DC9486B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188A-57FD-96BC-5E9F-015AB67D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0E7D8-D34A-9149-99B0-A6F4BE362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3ABDA-CD2C-E4CD-A868-B817264A7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9E98C-ECB5-F049-5EAC-EDB173936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2DC89-FA15-4628-5E6C-7B95F76C6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43483-6A45-0216-76A5-B646B296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74BFE-039D-15CB-9A41-90350D0D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8299E0-2087-4627-D4C8-92F5B767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32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481A-7C1F-9146-108D-1A9C81BC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569E33-5EF3-5A24-4A25-403B08F2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EDAB3-57CB-B3E6-7503-73C0A3910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AE440-4AA0-FC92-C907-F41A2C18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FE184-3F80-89FE-C6C1-53FB137B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ADC3B-46B2-BFC1-740D-C621D28F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502C1-C2D0-344B-5D00-9A416556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00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EE26-A30F-0EF7-7731-72A1A7216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9F060-6442-4466-98CA-77FC99E5D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B4C52-DD78-A329-610E-D3CEF716A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B0C8-E6BD-6A9F-2D37-C4B90D3C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B1C74-8C39-4809-3E80-219F6155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36238-00ED-09DB-E39B-69B32741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1A96-9028-F18F-E81D-414274455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55B3-C446-68DC-4AE9-49A4698F57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86CC2-390A-4920-BFA2-D9F903EA9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7BF3C-9BE3-11A4-C3BA-C7621759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7A456-B2C8-D096-8E21-724E36FE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9EAC1-9A2A-56A0-B96A-CA56F95B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6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8570-5756-E073-2D22-60D6C66C8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B027E-4766-964C-61CF-9C82941E7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14B25-7840-FE7D-F210-0D464CFCF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60522-A9FD-1452-1F2F-626794A56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85571-D2E5-DF7C-F760-A5359917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7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2050B-CF13-A541-04E8-53257CA9C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A8387-031C-D0BB-E2E8-E4B059577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D0019-1CE8-5E8D-BCC7-432A4325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5FECF-2935-FFE9-DFA7-D6164730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B1A69-5F31-65B6-3280-180B186D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15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irport Sv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8D989294-C4ED-B8D0-26F7-C05175DC4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1" y="113851"/>
            <a:ext cx="10515600" cy="52749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600" b="0">
                <a:latin typeface="Mundial Black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7C1CF83-E481-85BD-5F8A-83F39EAF69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3480" y="584788"/>
            <a:ext cx="5954712" cy="4463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latin typeface="Mundial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9DEF1C-7EDA-C5F8-BD8E-30B96F1373BF}"/>
              </a:ext>
            </a:extLst>
          </p:cNvPr>
          <p:cNvGrpSpPr/>
          <p:nvPr userDrawn="1"/>
        </p:nvGrpSpPr>
        <p:grpSpPr>
          <a:xfrm>
            <a:off x="0" y="0"/>
            <a:ext cx="723480" cy="1489895"/>
            <a:chOff x="0" y="0"/>
            <a:chExt cx="723480" cy="14898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7640FFC-0A6A-450D-8F60-05CFA9AC3085}"/>
                </a:ext>
              </a:extLst>
            </p:cNvPr>
            <p:cNvSpPr/>
            <p:nvPr/>
          </p:nvSpPr>
          <p:spPr>
            <a:xfrm>
              <a:off x="0" y="1"/>
              <a:ext cx="241160" cy="1489894"/>
            </a:xfrm>
            <a:custGeom>
              <a:avLst/>
              <a:gdLst>
                <a:gd name="connsiteX0" fmla="*/ 0 w 241160"/>
                <a:gd name="connsiteY0" fmla="*/ 0 h 1489894"/>
                <a:gd name="connsiteX1" fmla="*/ 241160 w 241160"/>
                <a:gd name="connsiteY1" fmla="*/ 0 h 1489894"/>
                <a:gd name="connsiteX2" fmla="*/ 241160 w 241160"/>
                <a:gd name="connsiteY2" fmla="*/ 1377190 h 1489894"/>
                <a:gd name="connsiteX3" fmla="*/ 0 w 241160"/>
                <a:gd name="connsiteY3" fmla="*/ 1489894 h 148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160" h="1489894">
                  <a:moveTo>
                    <a:pt x="0" y="0"/>
                  </a:moveTo>
                  <a:lnTo>
                    <a:pt x="241160" y="0"/>
                  </a:lnTo>
                  <a:lnTo>
                    <a:pt x="241160" y="1377190"/>
                  </a:lnTo>
                  <a:lnTo>
                    <a:pt x="0" y="1489894"/>
                  </a:lnTo>
                  <a:close/>
                </a:path>
              </a:pathLst>
            </a:custGeom>
            <a:solidFill>
              <a:srgbClr val="0D46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CCE5043-6499-FD86-6DC2-CF2C36145A69}"/>
                </a:ext>
              </a:extLst>
            </p:cNvPr>
            <p:cNvSpPr/>
            <p:nvPr/>
          </p:nvSpPr>
          <p:spPr>
            <a:xfrm>
              <a:off x="241159" y="0"/>
              <a:ext cx="241160" cy="1377193"/>
            </a:xfrm>
            <a:custGeom>
              <a:avLst/>
              <a:gdLst>
                <a:gd name="connsiteX0" fmla="*/ 0 w 241160"/>
                <a:gd name="connsiteY0" fmla="*/ 0 h 1377193"/>
                <a:gd name="connsiteX1" fmla="*/ 241160 w 241160"/>
                <a:gd name="connsiteY1" fmla="*/ 0 h 1377193"/>
                <a:gd name="connsiteX2" fmla="*/ 241160 w 241160"/>
                <a:gd name="connsiteY2" fmla="*/ 1264489 h 1377193"/>
                <a:gd name="connsiteX3" fmla="*/ 0 w 241160"/>
                <a:gd name="connsiteY3" fmla="*/ 1377193 h 1377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160" h="1377193">
                  <a:moveTo>
                    <a:pt x="0" y="0"/>
                  </a:moveTo>
                  <a:lnTo>
                    <a:pt x="241160" y="0"/>
                  </a:lnTo>
                  <a:lnTo>
                    <a:pt x="241160" y="1264489"/>
                  </a:lnTo>
                  <a:lnTo>
                    <a:pt x="0" y="1377193"/>
                  </a:lnTo>
                  <a:close/>
                </a:path>
              </a:pathLst>
            </a:custGeom>
            <a:solidFill>
              <a:srgbClr val="0066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B42C191-1BE6-B7AC-0C1F-70EB8766ACDA}"/>
                </a:ext>
              </a:extLst>
            </p:cNvPr>
            <p:cNvSpPr/>
            <p:nvPr/>
          </p:nvSpPr>
          <p:spPr>
            <a:xfrm>
              <a:off x="482320" y="2"/>
              <a:ext cx="241160" cy="1264487"/>
            </a:xfrm>
            <a:custGeom>
              <a:avLst/>
              <a:gdLst>
                <a:gd name="connsiteX0" fmla="*/ 0 w 241160"/>
                <a:gd name="connsiteY0" fmla="*/ 0 h 1264487"/>
                <a:gd name="connsiteX1" fmla="*/ 241160 w 241160"/>
                <a:gd name="connsiteY1" fmla="*/ 0 h 1264487"/>
                <a:gd name="connsiteX2" fmla="*/ 241160 w 241160"/>
                <a:gd name="connsiteY2" fmla="*/ 1151783 h 1264487"/>
                <a:gd name="connsiteX3" fmla="*/ 0 w 241160"/>
                <a:gd name="connsiteY3" fmla="*/ 1264487 h 1264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160" h="1264487">
                  <a:moveTo>
                    <a:pt x="0" y="0"/>
                  </a:moveTo>
                  <a:lnTo>
                    <a:pt x="241160" y="0"/>
                  </a:lnTo>
                  <a:lnTo>
                    <a:pt x="241160" y="1151783"/>
                  </a:lnTo>
                  <a:lnTo>
                    <a:pt x="0" y="1264487"/>
                  </a:lnTo>
                  <a:close/>
                </a:path>
              </a:pathLst>
            </a:cu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9BD04B-5FB8-EE93-C76C-CDAF29482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" y="6370647"/>
            <a:ext cx="2092234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rgbClr val="073E60"/>
                </a:solidFill>
                <a:latin typeface="Gotham Book" panose="02000604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Confidential | </a:t>
            </a:r>
            <a:fld id="{88EECB08-E67B-024D-A5B3-4144FD2F1B42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0B650-58B9-BDAF-018B-2386129B825D}"/>
              </a:ext>
            </a:extLst>
          </p:cNvPr>
          <p:cNvSpPr txBox="1"/>
          <p:nvPr userDrawn="1"/>
        </p:nvSpPr>
        <p:spPr>
          <a:xfrm>
            <a:off x="3169920" y="651307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accent1">
                    <a:lumMod val="50000"/>
                  </a:schemeClr>
                </a:solidFill>
              </a:rPr>
              <a:t>ASTDM/GEN03-HUF/30JUN2025</a:t>
            </a:r>
          </a:p>
        </p:txBody>
      </p:sp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1C487050-CB6C-4393-12AA-E5AF1904B1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24459" y="6370647"/>
            <a:ext cx="317170" cy="322346"/>
          </a:xfrm>
          <a:prstGeom prst="rect">
            <a:avLst/>
          </a:prstGeom>
          <a:solidFill>
            <a:schemeClr val="bg1"/>
          </a:solidFill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7886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3D14A-F9B9-BF7C-F276-267AEA47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7C494-8C36-1814-FF2D-73F327952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BB3F8-16EA-76F2-3892-1D753E178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CBC0D-FC5F-451D-BD82-FB0EBDCCF18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17460-DF09-7A21-DA5F-818F66695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226D4-3417-CFB3-71C0-4FE55A166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C67AA-9852-463A-AC55-80DDA3E4E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p3"/><Relationship Id="rId7" Type="http://schemas.openxmlformats.org/officeDocument/2006/relationships/image" Target="../media/image2.png"/><Relationship Id="rId2" Type="http://schemas.microsoft.com/office/2007/relationships/media" Target="../media/media2.mp3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p3"/><Relationship Id="rId7" Type="http://schemas.openxmlformats.org/officeDocument/2006/relationships/image" Target="../media/image2.png"/><Relationship Id="rId2" Type="http://schemas.microsoft.com/office/2007/relationships/media" Target="../media/media3.mp3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E0BF-45FD-EE41-AB36-320538B9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COURSE OBJECTIVE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0C32D3-EEF4-6D7D-70C5-352D3894DB7F}"/>
              </a:ext>
            </a:extLst>
          </p:cNvPr>
          <p:cNvGrpSpPr/>
          <p:nvPr/>
        </p:nvGrpSpPr>
        <p:grpSpPr>
          <a:xfrm rot="5400000">
            <a:off x="-3095230" y="3053849"/>
            <a:ext cx="4574772" cy="913758"/>
            <a:chOff x="2708963" y="5379585"/>
            <a:chExt cx="5533820" cy="110531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7C386D3-191C-7E24-C94C-D954F480B51C}"/>
                </a:ext>
              </a:extLst>
            </p:cNvPr>
            <p:cNvSpPr/>
            <p:nvPr/>
          </p:nvSpPr>
          <p:spPr>
            <a:xfrm>
              <a:off x="2708963" y="5379585"/>
              <a:ext cx="1105318" cy="1105318"/>
            </a:xfrm>
            <a:prstGeom prst="roundRect">
              <a:avLst/>
            </a:prstGeom>
            <a:solidFill>
              <a:srgbClr val="0D46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9A06DEE-C78B-32B4-4E59-EB19D9D017EC}"/>
                </a:ext>
              </a:extLst>
            </p:cNvPr>
            <p:cNvSpPr/>
            <p:nvPr/>
          </p:nvSpPr>
          <p:spPr>
            <a:xfrm>
              <a:off x="3814281" y="5379585"/>
              <a:ext cx="1105318" cy="1105318"/>
            </a:xfrm>
            <a:prstGeom prst="roundRect">
              <a:avLst/>
            </a:prstGeom>
            <a:solidFill>
              <a:srgbClr val="0066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4F3252-3805-0D5A-ACC8-40A3DC7D2D4B}"/>
                </a:ext>
              </a:extLst>
            </p:cNvPr>
            <p:cNvSpPr/>
            <p:nvPr/>
          </p:nvSpPr>
          <p:spPr>
            <a:xfrm>
              <a:off x="6028532" y="5379585"/>
              <a:ext cx="1105318" cy="1105318"/>
            </a:xfrm>
            <a:prstGeom prst="roundRect">
              <a:avLst/>
            </a:prstGeom>
            <a:solidFill>
              <a:srgbClr val="783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54CB52E-C766-5E3A-4EB3-2EF78A945783}"/>
                </a:ext>
              </a:extLst>
            </p:cNvPr>
            <p:cNvSpPr/>
            <p:nvPr/>
          </p:nvSpPr>
          <p:spPr>
            <a:xfrm>
              <a:off x="7137465" y="5379585"/>
              <a:ext cx="1105318" cy="1105318"/>
            </a:xfrm>
            <a:prstGeom prst="roundRect">
              <a:avLst/>
            </a:prstGeom>
            <a:solidFill>
              <a:srgbClr val="5B40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07D0199-637A-9740-8D0E-2DD0C26743CD}"/>
                </a:ext>
              </a:extLst>
            </p:cNvPr>
            <p:cNvSpPr/>
            <p:nvPr/>
          </p:nvSpPr>
          <p:spPr>
            <a:xfrm>
              <a:off x="4919599" y="5379585"/>
              <a:ext cx="1105318" cy="1105318"/>
            </a:xfrm>
            <a:prstGeom prst="roundRect">
              <a:avLst/>
            </a:pr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pic>
        <p:nvPicPr>
          <p:cNvPr id="21" name="Slide 2">
            <a:hlinkClick r:id="" action="ppaction://media"/>
            <a:extLst>
              <a:ext uri="{FF2B5EF4-FFF2-40B4-BE49-F238E27FC236}">
                <a16:creationId xmlns:a16="http://schemas.microsoft.com/office/drawing/2014/main" id="{162DC2A8-BBB9-76E8-C8C8-436A6118A93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007530" y="377600"/>
            <a:ext cx="487363" cy="487363"/>
          </a:xfrm>
          <a:prstGeom prst="rect">
            <a:avLst/>
          </a:prstGeom>
        </p:spPr>
      </p:pic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B50649C7-8F98-33FF-58D0-7188CB36E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" y="6370647"/>
            <a:ext cx="2092234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rgbClr val="073E60"/>
                </a:solidFill>
                <a:latin typeface="Gotham Book" panose="02000604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Confidential | </a:t>
            </a:r>
            <a:fld id="{88EECB08-E67B-024D-A5B3-4144FD2F1B42}" type="slidenum">
              <a:rPr lang="en-US" smtClean="0"/>
              <a:pPr algn="l"/>
              <a:t>1</a:t>
            </a:fld>
            <a:endParaRPr lang="en-US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FF07AE2-573F-2111-4504-538443CC90D8}"/>
              </a:ext>
            </a:extLst>
          </p:cNvPr>
          <p:cNvSpPr/>
          <p:nvPr/>
        </p:nvSpPr>
        <p:spPr>
          <a:xfrm>
            <a:off x="5362717" y="3462321"/>
            <a:ext cx="5950370" cy="1188000"/>
          </a:xfrm>
          <a:custGeom>
            <a:avLst/>
            <a:gdLst>
              <a:gd name="csX0" fmla="*/ 0 w 5950370"/>
              <a:gd name="csY0" fmla="*/ 0 h 1188000"/>
              <a:gd name="csX1" fmla="*/ 5850587 w 5950370"/>
              <a:gd name="csY1" fmla="*/ 0 h 1188000"/>
              <a:gd name="csX2" fmla="*/ 5868190 w 5950370"/>
              <a:gd name="csY2" fmla="*/ 48093 h 1188000"/>
              <a:gd name="csX3" fmla="*/ 5950370 w 5950370"/>
              <a:gd name="csY3" fmla="*/ 591666 h 1188000"/>
              <a:gd name="csX4" fmla="*/ 5950369 w 5950370"/>
              <a:gd name="csY4" fmla="*/ 591666 h 1188000"/>
              <a:gd name="csX5" fmla="*/ 5868189 w 5950370"/>
              <a:gd name="csY5" fmla="*/ 1135239 h 1188000"/>
              <a:gd name="csX6" fmla="*/ 5848878 w 5950370"/>
              <a:gd name="csY6" fmla="*/ 1188000 h 1188000"/>
              <a:gd name="csX7" fmla="*/ 1201 w 5950370"/>
              <a:gd name="csY7" fmla="*/ 1188000 h 1188000"/>
              <a:gd name="csX8" fmla="*/ 47859 w 5950370"/>
              <a:gd name="csY8" fmla="*/ 1006538 h 1188000"/>
              <a:gd name="csX9" fmla="*/ 89211 w 5950370"/>
              <a:gd name="csY9" fmla="*/ 596334 h 1188000"/>
              <a:gd name="csX10" fmla="*/ 47859 w 5950370"/>
              <a:gd name="csY10" fmla="*/ 186130 h 11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950370" h="1188000">
                <a:moveTo>
                  <a:pt x="0" y="0"/>
                </a:moveTo>
                <a:lnTo>
                  <a:pt x="5850587" y="0"/>
                </a:lnTo>
                <a:lnTo>
                  <a:pt x="5868190" y="48093"/>
                </a:lnTo>
                <a:cubicBezTo>
                  <a:pt x="5921598" y="219808"/>
                  <a:pt x="5950370" y="402377"/>
                  <a:pt x="5950370" y="591666"/>
                </a:cubicBezTo>
                <a:lnTo>
                  <a:pt x="5950369" y="591666"/>
                </a:lnTo>
                <a:cubicBezTo>
                  <a:pt x="5950369" y="780955"/>
                  <a:pt x="5921597" y="963524"/>
                  <a:pt x="5868189" y="1135239"/>
                </a:cubicBezTo>
                <a:lnTo>
                  <a:pt x="5848878" y="1188000"/>
                </a:lnTo>
                <a:lnTo>
                  <a:pt x="1201" y="1188000"/>
                </a:lnTo>
                <a:lnTo>
                  <a:pt x="47859" y="1006538"/>
                </a:lnTo>
                <a:cubicBezTo>
                  <a:pt x="74973" y="874039"/>
                  <a:pt x="89211" y="736849"/>
                  <a:pt x="89211" y="596334"/>
                </a:cubicBezTo>
                <a:cubicBezTo>
                  <a:pt x="89211" y="455819"/>
                  <a:pt x="74973" y="318629"/>
                  <a:pt x="47859" y="186130"/>
                </a:cubicBezTo>
                <a:close/>
              </a:path>
            </a:pathLst>
          </a:custGeom>
          <a:solidFill>
            <a:srgbClr val="006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88000" rtlCol="0" anchor="ctr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understand and manage human factors as an important element on your organization.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88FFC96-96B4-3630-38FB-2E9960EE9F62}"/>
              </a:ext>
            </a:extLst>
          </p:cNvPr>
          <p:cNvSpPr/>
          <p:nvPr/>
        </p:nvSpPr>
        <p:spPr>
          <a:xfrm>
            <a:off x="4326798" y="4689261"/>
            <a:ext cx="6870544" cy="1188000"/>
          </a:xfrm>
          <a:custGeom>
            <a:avLst/>
            <a:gdLst>
              <a:gd name="csX0" fmla="*/ 1024348 w 6870544"/>
              <a:gd name="csY0" fmla="*/ 0 h 1188000"/>
              <a:gd name="csX1" fmla="*/ 6870544 w 6870544"/>
              <a:gd name="csY1" fmla="*/ 0 h 1188000"/>
              <a:gd name="csX2" fmla="*/ 6842640 w 6870544"/>
              <a:gd name="csY2" fmla="*/ 76242 h 1188000"/>
              <a:gd name="csX3" fmla="*/ 5345247 w 6870544"/>
              <a:gd name="csY3" fmla="*/ 1183226 h 1188000"/>
              <a:gd name="csX4" fmla="*/ 5250695 w 6870544"/>
              <a:gd name="csY4" fmla="*/ 1188000 h 1188000"/>
              <a:gd name="csX5" fmla="*/ 0 w 6870544"/>
              <a:gd name="csY5" fmla="*/ 1188000 h 1188000"/>
              <a:gd name="csX6" fmla="*/ 59922 w 6870544"/>
              <a:gd name="csY6" fmla="*/ 1159134 h 1188000"/>
              <a:gd name="csX7" fmla="*/ 965178 w 6870544"/>
              <a:gd name="csY7" fmla="*/ 161664 h 11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870544" h="1188000">
                <a:moveTo>
                  <a:pt x="1024348" y="0"/>
                </a:moveTo>
                <a:lnTo>
                  <a:pt x="6870544" y="0"/>
                </a:lnTo>
                <a:lnTo>
                  <a:pt x="6842640" y="76242"/>
                </a:lnTo>
                <a:cubicBezTo>
                  <a:pt x="6588268" y="677643"/>
                  <a:pt x="6021196" y="1114579"/>
                  <a:pt x="5345247" y="1183226"/>
                </a:cubicBezTo>
                <a:lnTo>
                  <a:pt x="5250695" y="1188000"/>
                </a:lnTo>
                <a:lnTo>
                  <a:pt x="0" y="1188000"/>
                </a:lnTo>
                <a:lnTo>
                  <a:pt x="59922" y="1159134"/>
                </a:lnTo>
                <a:cubicBezTo>
                  <a:pt x="463686" y="939796"/>
                  <a:pt x="784934" y="587811"/>
                  <a:pt x="965178" y="161664"/>
                </a:cubicBezTo>
                <a:close/>
              </a:path>
            </a:pathLst>
          </a:custGeom>
          <a:solidFill>
            <a:srgbClr val="5B40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96000" rIns="612000" rtlCol="0" anchor="ctr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Explaining the scope, applications and methods on contemporary human factors applied to Aviation.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E0C8ABF1-23A0-AA0E-1E9E-6518A848CC99}"/>
              </a:ext>
            </a:extLst>
          </p:cNvPr>
          <p:cNvSpPr/>
          <p:nvPr/>
        </p:nvSpPr>
        <p:spPr>
          <a:xfrm>
            <a:off x="4297740" y="2226051"/>
            <a:ext cx="6897896" cy="1187999"/>
          </a:xfrm>
          <a:custGeom>
            <a:avLst/>
            <a:gdLst>
              <a:gd name="csX0" fmla="*/ 0 w 6897896"/>
              <a:gd name="csY0" fmla="*/ 0 h 1187999"/>
              <a:gd name="csX1" fmla="*/ 492567 w 6897896"/>
              <a:gd name="csY1" fmla="*/ 0 h 1187999"/>
              <a:gd name="csX2" fmla="*/ 2372652 w 6897896"/>
              <a:gd name="csY2" fmla="*/ 0 h 1187999"/>
              <a:gd name="csX3" fmla="*/ 5187410 w 6897896"/>
              <a:gd name="csY3" fmla="*/ 0 h 1187999"/>
              <a:gd name="csX4" fmla="*/ 6871699 w 6897896"/>
              <a:gd name="csY4" fmla="*/ 1116421 h 1187999"/>
              <a:gd name="csX5" fmla="*/ 6897896 w 6897896"/>
              <a:gd name="csY5" fmla="*/ 1187999 h 1187999"/>
              <a:gd name="csX6" fmla="*/ 1048283 w 6897896"/>
              <a:gd name="csY6" fmla="*/ 1187999 h 1187999"/>
              <a:gd name="csX7" fmla="*/ 994237 w 6897896"/>
              <a:gd name="csY7" fmla="*/ 1040334 h 1187999"/>
              <a:gd name="csX8" fmla="*/ 88980 w 6897896"/>
              <a:gd name="csY8" fmla="*/ 42864 h 118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897896" h="1187999">
                <a:moveTo>
                  <a:pt x="0" y="0"/>
                </a:moveTo>
                <a:lnTo>
                  <a:pt x="492567" y="0"/>
                </a:lnTo>
                <a:lnTo>
                  <a:pt x="2372652" y="0"/>
                </a:lnTo>
                <a:lnTo>
                  <a:pt x="5187410" y="0"/>
                </a:lnTo>
                <a:cubicBezTo>
                  <a:pt x="5944566" y="0"/>
                  <a:pt x="6594203" y="460347"/>
                  <a:pt x="6871699" y="1116421"/>
                </a:cubicBezTo>
                <a:lnTo>
                  <a:pt x="6897896" y="1187999"/>
                </a:lnTo>
                <a:lnTo>
                  <a:pt x="1048283" y="1187999"/>
                </a:lnTo>
                <a:lnTo>
                  <a:pt x="994237" y="1040334"/>
                </a:lnTo>
                <a:cubicBezTo>
                  <a:pt x="813992" y="614188"/>
                  <a:pt x="492744" y="262202"/>
                  <a:pt x="88980" y="42864"/>
                </a:cubicBezTo>
                <a:close/>
              </a:path>
            </a:pathLst>
          </a:custGeom>
          <a:solidFill>
            <a:srgbClr val="7837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32000" rIns="756000" rtlCol="0" anchor="ctr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demonstrate the importance of Human Factors in aviation management.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978D5E2-CEC6-6943-6E7B-0F99E30D6898}"/>
              </a:ext>
            </a:extLst>
          </p:cNvPr>
          <p:cNvGrpSpPr/>
          <p:nvPr/>
        </p:nvGrpSpPr>
        <p:grpSpPr>
          <a:xfrm>
            <a:off x="1395544" y="2226051"/>
            <a:ext cx="3655873" cy="3655873"/>
            <a:chOff x="1397045" y="1598730"/>
            <a:chExt cx="3655873" cy="3655873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9B249B9-1BEF-82BC-212A-DD9A187BB0A1}"/>
                </a:ext>
              </a:extLst>
            </p:cNvPr>
            <p:cNvSpPr/>
            <p:nvPr/>
          </p:nvSpPr>
          <p:spPr>
            <a:xfrm>
              <a:off x="1397045" y="1598730"/>
              <a:ext cx="3655873" cy="3655873"/>
            </a:xfrm>
            <a:prstGeom prst="ellipse">
              <a:avLst/>
            </a:prstGeom>
            <a:solidFill>
              <a:srgbClr val="7837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514EFBD-2B1A-E668-1B4A-B2E4914C9487}"/>
                </a:ext>
              </a:extLst>
            </p:cNvPr>
            <p:cNvSpPr/>
            <p:nvPr/>
          </p:nvSpPr>
          <p:spPr>
            <a:xfrm>
              <a:off x="1728973" y="1932990"/>
              <a:ext cx="2992016" cy="2992018"/>
            </a:xfrm>
            <a:prstGeom prst="ellipse">
              <a:avLst/>
            </a:prstGeom>
            <a:solidFill>
              <a:srgbClr val="0066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C96B087-C449-DEF8-0289-BEAECFF5793B}"/>
                </a:ext>
              </a:extLst>
            </p:cNvPr>
            <p:cNvSpPr/>
            <p:nvPr/>
          </p:nvSpPr>
          <p:spPr>
            <a:xfrm>
              <a:off x="2064875" y="2268891"/>
              <a:ext cx="2320212" cy="2320216"/>
            </a:xfrm>
            <a:prstGeom prst="ellipse">
              <a:avLst/>
            </a:prstGeom>
            <a:solidFill>
              <a:srgbClr val="5B40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21C5A3C-FEAE-D6DB-7366-D5E42A4923DD}"/>
                </a:ext>
              </a:extLst>
            </p:cNvPr>
            <p:cNvSpPr/>
            <p:nvPr/>
          </p:nvSpPr>
          <p:spPr>
            <a:xfrm>
              <a:off x="2403888" y="2603240"/>
              <a:ext cx="1642186" cy="164218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0F2DF25-23A3-3311-DEDB-AB18DE90A257}"/>
                </a:ext>
              </a:extLst>
            </p:cNvPr>
            <p:cNvSpPr/>
            <p:nvPr/>
          </p:nvSpPr>
          <p:spPr>
            <a:xfrm>
              <a:off x="2739790" y="2939142"/>
              <a:ext cx="970382" cy="970384"/>
            </a:xfrm>
            <a:prstGeom prst="ellipse">
              <a:avLst/>
            </a:pr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36DD533-1BB6-FA41-BD04-76CE1EF7A23A}"/>
                </a:ext>
              </a:extLst>
            </p:cNvPr>
            <p:cNvSpPr/>
            <p:nvPr/>
          </p:nvSpPr>
          <p:spPr>
            <a:xfrm>
              <a:off x="3018990" y="3223008"/>
              <a:ext cx="411982" cy="4119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3003CBD-7BAB-F768-605B-64FF22AE615B}"/>
              </a:ext>
            </a:extLst>
          </p:cNvPr>
          <p:cNvSpPr/>
          <p:nvPr/>
        </p:nvSpPr>
        <p:spPr>
          <a:xfrm rot="18953867" flipH="1" flipV="1">
            <a:off x="1670771" y="4655744"/>
            <a:ext cx="1830218" cy="108000"/>
          </a:xfrm>
          <a:custGeom>
            <a:avLst/>
            <a:gdLst>
              <a:gd name="csX0" fmla="*/ 15816 w 1830218"/>
              <a:gd name="csY0" fmla="*/ 92184 h 108000"/>
              <a:gd name="csX1" fmla="*/ 0 w 1830218"/>
              <a:gd name="csY1" fmla="*/ 54000 h 108000"/>
              <a:gd name="csX2" fmla="*/ 54000 w 1830218"/>
              <a:gd name="csY2" fmla="*/ 0 h 108000"/>
              <a:gd name="csX3" fmla="*/ 1826991 w 1830218"/>
              <a:gd name="csY3" fmla="*/ 0 h 108000"/>
              <a:gd name="csX4" fmla="*/ 1830218 w 1830218"/>
              <a:gd name="csY4" fmla="*/ 50848 h 108000"/>
              <a:gd name="csX5" fmla="*/ 1828386 w 1830218"/>
              <a:gd name="csY5" fmla="*/ 108000 h 108000"/>
              <a:gd name="csX6" fmla="*/ 54000 w 1830218"/>
              <a:gd name="csY6" fmla="*/ 108000 h 108000"/>
              <a:gd name="csX7" fmla="*/ 15816 w 1830218"/>
              <a:gd name="csY7" fmla="*/ 92184 h 10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30218" h="108000">
                <a:moveTo>
                  <a:pt x="15816" y="92184"/>
                </a:moveTo>
                <a:cubicBezTo>
                  <a:pt x="6044" y="82412"/>
                  <a:pt x="0" y="68911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lnTo>
                  <a:pt x="1826991" y="0"/>
                </a:lnTo>
                <a:lnTo>
                  <a:pt x="1830218" y="50848"/>
                </a:lnTo>
                <a:lnTo>
                  <a:pt x="1828386" y="108000"/>
                </a:lnTo>
                <a:lnTo>
                  <a:pt x="54000" y="108000"/>
                </a:lnTo>
                <a:cubicBezTo>
                  <a:pt x="39089" y="108000"/>
                  <a:pt x="25588" y="101956"/>
                  <a:pt x="15816" y="92184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CCC27BB-8B36-A23A-2F75-4D58D5A879AC}"/>
              </a:ext>
            </a:extLst>
          </p:cNvPr>
          <p:cNvGrpSpPr/>
          <p:nvPr/>
        </p:nvGrpSpPr>
        <p:grpSpPr>
          <a:xfrm rot="2646133" flipH="1">
            <a:off x="182880" y="2668110"/>
            <a:ext cx="3598771" cy="380622"/>
            <a:chOff x="6546112" y="5567332"/>
            <a:chExt cx="3206968" cy="380622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3A1273E-D099-52BC-E990-491B825BE116}"/>
                </a:ext>
              </a:extLst>
            </p:cNvPr>
            <p:cNvSpPr/>
            <p:nvPr/>
          </p:nvSpPr>
          <p:spPr>
            <a:xfrm>
              <a:off x="6546112" y="5688419"/>
              <a:ext cx="2720570" cy="138449"/>
            </a:xfrm>
            <a:prstGeom prst="roundRect">
              <a:avLst>
                <a:gd name="adj" fmla="val 50000"/>
              </a:avLst>
            </a:prstGeom>
            <a:solidFill>
              <a:srgbClr val="0D46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8" name="Arrow: Chevron 47">
              <a:extLst>
                <a:ext uri="{FF2B5EF4-FFF2-40B4-BE49-F238E27FC236}">
                  <a16:creationId xmlns:a16="http://schemas.microsoft.com/office/drawing/2014/main" id="{D4518F1F-D3F8-739D-C579-EF6274572AA0}"/>
                </a:ext>
              </a:extLst>
            </p:cNvPr>
            <p:cNvSpPr/>
            <p:nvPr/>
          </p:nvSpPr>
          <p:spPr>
            <a:xfrm flipH="1">
              <a:off x="9119156" y="5567332"/>
              <a:ext cx="633924" cy="380622"/>
            </a:xfrm>
            <a:prstGeom prst="chevron">
              <a:avLst/>
            </a:prstGeom>
            <a:solidFill>
              <a:srgbClr val="82A7C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FE4074-CD4E-708D-D64D-BE6C75983FB5}"/>
              </a:ext>
            </a:extLst>
          </p:cNvPr>
          <p:cNvGrpSpPr/>
          <p:nvPr/>
        </p:nvGrpSpPr>
        <p:grpSpPr>
          <a:xfrm>
            <a:off x="4106707" y="2784936"/>
            <a:ext cx="1345221" cy="2545902"/>
            <a:chOff x="4106707" y="2784936"/>
            <a:chExt cx="1345221" cy="254590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EF936E1-1FDA-9F1D-5350-AB1F3588AD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1701" y="2784936"/>
              <a:ext cx="344219" cy="160514"/>
            </a:xfrm>
            <a:prstGeom prst="line">
              <a:avLst/>
            </a:prstGeom>
            <a:ln w="28575">
              <a:solidFill>
                <a:srgbClr val="82A7C7"/>
              </a:solidFill>
              <a:headEnd type="oval" w="lg" len="lg"/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62546E8-08E5-6769-EE0B-D2CF75918411}"/>
                </a:ext>
              </a:extLst>
            </p:cNvPr>
            <p:cNvCxnSpPr>
              <a:stCxn id="55" idx="9"/>
              <a:endCxn id="50" idx="6"/>
            </p:cNvCxnSpPr>
            <p:nvPr/>
          </p:nvCxnSpPr>
          <p:spPr>
            <a:xfrm flipH="1" flipV="1">
              <a:off x="4719488" y="4056320"/>
              <a:ext cx="732440" cy="2335"/>
            </a:xfrm>
            <a:prstGeom prst="line">
              <a:avLst/>
            </a:prstGeom>
            <a:ln w="28575">
              <a:solidFill>
                <a:srgbClr val="82A7C7"/>
              </a:solidFill>
              <a:headEnd type="oval" w="lg" len="lg"/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7E3DF49-8ED2-F688-48CC-5B9DF01C7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06707" y="4788272"/>
              <a:ext cx="882654" cy="542566"/>
            </a:xfrm>
            <a:prstGeom prst="line">
              <a:avLst/>
            </a:prstGeom>
            <a:ln w="28575">
              <a:solidFill>
                <a:srgbClr val="82A7C7"/>
              </a:solidFill>
              <a:headEnd type="oval" w="lg" len="lg"/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8355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9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55" grpId="0" animBg="1"/>
      <p:bldP spid="56" grpId="0" animBg="1"/>
      <p:bldP spid="57" grpId="0" animBg="1"/>
      <p:bldP spid="4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E847F-31AA-5D42-F0D9-6E367170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A1C7-0938-FD20-7853-10639B79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COURSE OBJECTIVE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D0B68920-4088-1143-EACD-A15AC49A1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" y="6370647"/>
            <a:ext cx="2092234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rgbClr val="073E60"/>
                </a:solidFill>
                <a:latin typeface="Gotham Book" panose="02000604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Confidential | </a:t>
            </a:r>
            <a:fld id="{88EECB08-E67B-024D-A5B3-4144FD2F1B42}" type="slidenum">
              <a:rPr lang="en-US" smtClean="0"/>
              <a:pPr algn="l"/>
              <a:t>2</a:t>
            </a:fld>
            <a:endParaRPr lang="en-US" dirty="0"/>
          </a:p>
        </p:txBody>
      </p:sp>
      <p:pic>
        <p:nvPicPr>
          <p:cNvPr id="21" name="Picture 20" descr="A blue and black rectangle&#10;&#10;AI-generated content may be incorrect.">
            <a:extLst>
              <a:ext uri="{FF2B5EF4-FFF2-40B4-BE49-F238E27FC236}">
                <a16:creationId xmlns:a16="http://schemas.microsoft.com/office/drawing/2014/main" id="{097E6A50-FD67-642D-C8CF-DE084B2243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169113" y="3464648"/>
            <a:ext cx="5036269" cy="775728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AC40629F-D45D-B3DF-0AE1-72F7A581243B}"/>
              </a:ext>
            </a:extLst>
          </p:cNvPr>
          <p:cNvSpPr/>
          <p:nvPr/>
        </p:nvSpPr>
        <p:spPr>
          <a:xfrm>
            <a:off x="7957631" y="1902904"/>
            <a:ext cx="3655873" cy="3655873"/>
          </a:xfrm>
          <a:prstGeom prst="ellipse">
            <a:avLst/>
          </a:prstGeom>
          <a:solidFill>
            <a:srgbClr val="BDD1E1"/>
          </a:solidFill>
          <a:ln>
            <a:noFill/>
          </a:ln>
          <a:effectLst>
            <a:outerShdw blurRad="101600" dist="762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0F3C6EB-094D-5AFB-465C-CFDDBF88D0DD}"/>
              </a:ext>
            </a:extLst>
          </p:cNvPr>
          <p:cNvSpPr/>
          <p:nvPr/>
        </p:nvSpPr>
        <p:spPr>
          <a:xfrm>
            <a:off x="8289559" y="2264578"/>
            <a:ext cx="2992016" cy="2992018"/>
          </a:xfrm>
          <a:prstGeom prst="ellipse">
            <a:avLst/>
          </a:prstGeom>
          <a:solidFill>
            <a:srgbClr val="8B1B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5B7D116-28E6-A9AC-D7B0-8D4E165DFF63}"/>
              </a:ext>
            </a:extLst>
          </p:cNvPr>
          <p:cNvSpPr/>
          <p:nvPr/>
        </p:nvSpPr>
        <p:spPr>
          <a:xfrm>
            <a:off x="8625461" y="2600479"/>
            <a:ext cx="2320212" cy="2320216"/>
          </a:xfrm>
          <a:prstGeom prst="ellipse">
            <a:avLst/>
          </a:prstGeom>
          <a:solidFill>
            <a:srgbClr val="BDD1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57EE408-BE88-3472-B9C1-DCAD7874E895}"/>
              </a:ext>
            </a:extLst>
          </p:cNvPr>
          <p:cNvSpPr/>
          <p:nvPr/>
        </p:nvSpPr>
        <p:spPr>
          <a:xfrm>
            <a:off x="8964474" y="2934828"/>
            <a:ext cx="1642186" cy="1642188"/>
          </a:xfrm>
          <a:prstGeom prst="ellipse">
            <a:avLst/>
          </a:prstGeom>
          <a:solidFill>
            <a:srgbClr val="8B1B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9627B7E-D214-7A9B-A84E-102A2FA1226C}"/>
              </a:ext>
            </a:extLst>
          </p:cNvPr>
          <p:cNvSpPr/>
          <p:nvPr/>
        </p:nvSpPr>
        <p:spPr>
          <a:xfrm>
            <a:off x="9300376" y="3270730"/>
            <a:ext cx="970382" cy="970384"/>
          </a:xfrm>
          <a:prstGeom prst="ellipse">
            <a:avLst/>
          </a:prstGeom>
          <a:solidFill>
            <a:srgbClr val="BDD1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9E123C7-8475-2FE7-554D-EED6FA2F7C4A}"/>
              </a:ext>
            </a:extLst>
          </p:cNvPr>
          <p:cNvSpPr/>
          <p:nvPr/>
        </p:nvSpPr>
        <p:spPr>
          <a:xfrm>
            <a:off x="9579576" y="3554596"/>
            <a:ext cx="411982" cy="411982"/>
          </a:xfrm>
          <a:prstGeom prst="ellipse">
            <a:avLst/>
          </a:prstGeom>
          <a:solidFill>
            <a:srgbClr val="2441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EF6B78-2DFA-6CD9-E3B1-066339F943FA}"/>
              </a:ext>
            </a:extLst>
          </p:cNvPr>
          <p:cNvGrpSpPr/>
          <p:nvPr/>
        </p:nvGrpSpPr>
        <p:grpSpPr>
          <a:xfrm>
            <a:off x="3108751" y="1438043"/>
            <a:ext cx="6144321" cy="1735169"/>
            <a:chOff x="3108751" y="1438043"/>
            <a:chExt cx="6144321" cy="173516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E71DC1-E806-5D37-300F-30597CDF91D0}"/>
                </a:ext>
              </a:extLst>
            </p:cNvPr>
            <p:cNvSpPr/>
            <p:nvPr/>
          </p:nvSpPr>
          <p:spPr>
            <a:xfrm rot="5400000">
              <a:off x="5313327" y="-766533"/>
              <a:ext cx="1735169" cy="6144321"/>
            </a:xfrm>
            <a:custGeom>
              <a:avLst/>
              <a:gdLst>
                <a:gd name="csX0" fmla="*/ 0 w 1735169"/>
                <a:gd name="csY0" fmla="*/ 1624564 h 6144321"/>
                <a:gd name="csX1" fmla="*/ 1735169 w 1735169"/>
                <a:gd name="csY1" fmla="*/ 0 h 6144321"/>
                <a:gd name="csX2" fmla="*/ 1735169 w 1735169"/>
                <a:gd name="csY2" fmla="*/ 6144321 h 6144321"/>
                <a:gd name="csX3" fmla="*/ 547168 w 1735169"/>
                <a:gd name="csY3" fmla="*/ 6144321 h 6144321"/>
                <a:gd name="csX4" fmla="*/ 547168 w 1735169"/>
                <a:gd name="csY4" fmla="*/ 1624564 h 61443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35169" h="6144321">
                  <a:moveTo>
                    <a:pt x="0" y="1624564"/>
                  </a:moveTo>
                  <a:lnTo>
                    <a:pt x="1735169" y="0"/>
                  </a:lnTo>
                  <a:lnTo>
                    <a:pt x="1735169" y="6144321"/>
                  </a:lnTo>
                  <a:lnTo>
                    <a:pt x="547168" y="6144321"/>
                  </a:lnTo>
                  <a:lnTo>
                    <a:pt x="547168" y="1624564"/>
                  </a:lnTo>
                  <a:close/>
                </a:path>
              </a:pathLst>
            </a:custGeom>
            <a:solidFill>
              <a:srgbClr val="76397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en-MY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891EF93-0E09-41A5-6888-7EEEC8BD20C9}"/>
                </a:ext>
              </a:extLst>
            </p:cNvPr>
            <p:cNvSpPr txBox="1"/>
            <p:nvPr/>
          </p:nvSpPr>
          <p:spPr>
            <a:xfrm>
              <a:off x="3314754" y="2409882"/>
              <a:ext cx="5056889" cy="2795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350"/>
                </a:lnSpc>
              </a:pP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provide a hassle-free travel to our customers</a:t>
              </a:r>
              <a:endParaRPr lang="en-MY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D674889-824A-34BC-3A31-CD29F89EA249}"/>
              </a:ext>
            </a:extLst>
          </p:cNvPr>
          <p:cNvGrpSpPr/>
          <p:nvPr/>
        </p:nvGrpSpPr>
        <p:grpSpPr>
          <a:xfrm>
            <a:off x="3108752" y="4361210"/>
            <a:ext cx="6144322" cy="1735169"/>
            <a:chOff x="3108752" y="4361210"/>
            <a:chExt cx="6144322" cy="1735169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CB71E72-FAA6-7BD5-139A-636E40312DED}"/>
                </a:ext>
              </a:extLst>
            </p:cNvPr>
            <p:cNvSpPr/>
            <p:nvPr/>
          </p:nvSpPr>
          <p:spPr>
            <a:xfrm rot="5400000">
              <a:off x="5313328" y="2156634"/>
              <a:ext cx="1735169" cy="6144322"/>
            </a:xfrm>
            <a:custGeom>
              <a:avLst/>
              <a:gdLst>
                <a:gd name="csX0" fmla="*/ 0 w 1735169"/>
                <a:gd name="csY0" fmla="*/ 6144322 h 6144322"/>
                <a:gd name="csX1" fmla="*/ 0 w 1735169"/>
                <a:gd name="csY1" fmla="*/ 0 h 6144322"/>
                <a:gd name="csX2" fmla="*/ 1735169 w 1735169"/>
                <a:gd name="csY2" fmla="*/ 1624564 h 6144322"/>
                <a:gd name="csX3" fmla="*/ 1735169 w 1735169"/>
                <a:gd name="csY3" fmla="*/ 1624565 h 6144322"/>
                <a:gd name="csX4" fmla="*/ 1188000 w 1735169"/>
                <a:gd name="csY4" fmla="*/ 1624565 h 6144322"/>
                <a:gd name="csX5" fmla="*/ 1188000 w 1735169"/>
                <a:gd name="csY5" fmla="*/ 6144322 h 61443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735169" h="6144322">
                  <a:moveTo>
                    <a:pt x="0" y="6144322"/>
                  </a:moveTo>
                  <a:lnTo>
                    <a:pt x="0" y="0"/>
                  </a:lnTo>
                  <a:lnTo>
                    <a:pt x="1735169" y="1624564"/>
                  </a:lnTo>
                  <a:lnTo>
                    <a:pt x="1735169" y="1624565"/>
                  </a:lnTo>
                  <a:lnTo>
                    <a:pt x="1188000" y="1624565"/>
                  </a:lnTo>
                  <a:lnTo>
                    <a:pt x="1188000" y="6144322"/>
                  </a:lnTo>
                  <a:close/>
                </a:path>
              </a:pathLst>
            </a:custGeom>
            <a:solidFill>
              <a:srgbClr val="8B1B54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en-MY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2B1F42-3C8B-C4FB-F370-20F99F1401CD}"/>
                </a:ext>
              </a:extLst>
            </p:cNvPr>
            <p:cNvSpPr txBox="1"/>
            <p:nvPr/>
          </p:nvSpPr>
          <p:spPr>
            <a:xfrm>
              <a:off x="3314754" y="4480357"/>
              <a:ext cx="497480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acquire comprehensive knowledge on passenger processing at check-in counter and departure gate</a:t>
              </a:r>
            </a:p>
          </p:txBody>
        </p:sp>
      </p:grpSp>
      <p:pic>
        <p:nvPicPr>
          <p:cNvPr id="6" name="Slide 2">
            <a:hlinkClick r:id="" action="ppaction://media"/>
            <a:extLst>
              <a:ext uri="{FF2B5EF4-FFF2-40B4-BE49-F238E27FC236}">
                <a16:creationId xmlns:a16="http://schemas.microsoft.com/office/drawing/2014/main" id="{EB45D4C6-F8E9-D16D-9197-9A5E92F96EB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905409" y="293687"/>
            <a:ext cx="347663" cy="34766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E8B3DB0-F55F-7223-37F3-8423021BB222}"/>
              </a:ext>
            </a:extLst>
          </p:cNvPr>
          <p:cNvGrpSpPr/>
          <p:nvPr/>
        </p:nvGrpSpPr>
        <p:grpSpPr>
          <a:xfrm>
            <a:off x="3108751" y="3173211"/>
            <a:ext cx="6700458" cy="1188000"/>
            <a:chOff x="3108751" y="3173211"/>
            <a:chExt cx="6700458" cy="1188000"/>
          </a:xfrm>
          <a:effectLst/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22DF425-C09F-1781-1E13-C96B0BFBC317}"/>
                </a:ext>
              </a:extLst>
            </p:cNvPr>
            <p:cNvSpPr/>
            <p:nvPr/>
          </p:nvSpPr>
          <p:spPr>
            <a:xfrm rot="5400000">
              <a:off x="5864980" y="416982"/>
              <a:ext cx="1188000" cy="6700458"/>
            </a:xfrm>
            <a:custGeom>
              <a:avLst/>
              <a:gdLst>
                <a:gd name="csX0" fmla="*/ 0 w 1188000"/>
                <a:gd name="csY0" fmla="*/ 6700458 h 6700458"/>
                <a:gd name="csX1" fmla="*/ 0 w 1188000"/>
                <a:gd name="csY1" fmla="*/ 556137 h 6700458"/>
                <a:gd name="csX2" fmla="*/ 594000 w 1188000"/>
                <a:gd name="csY2" fmla="*/ 0 h 6700458"/>
                <a:gd name="csX3" fmla="*/ 1188000 w 1188000"/>
                <a:gd name="csY3" fmla="*/ 556137 h 6700458"/>
                <a:gd name="csX4" fmla="*/ 1188000 w 1188000"/>
                <a:gd name="csY4" fmla="*/ 6700458 h 67004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88000" h="6700458">
                  <a:moveTo>
                    <a:pt x="0" y="6700458"/>
                  </a:moveTo>
                  <a:lnTo>
                    <a:pt x="0" y="556137"/>
                  </a:lnTo>
                  <a:lnTo>
                    <a:pt x="594000" y="0"/>
                  </a:lnTo>
                  <a:lnTo>
                    <a:pt x="1188000" y="556137"/>
                  </a:lnTo>
                  <a:lnTo>
                    <a:pt x="1188000" y="6700458"/>
                  </a:lnTo>
                  <a:close/>
                </a:path>
              </a:pathLst>
            </a:custGeom>
            <a:solidFill>
              <a:srgbClr val="1E88C9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en-MY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91DE69C-2B69-F981-D746-62587C3320BD}"/>
                </a:ext>
              </a:extLst>
            </p:cNvPr>
            <p:cNvSpPr txBox="1"/>
            <p:nvPr/>
          </p:nvSpPr>
          <p:spPr>
            <a:xfrm>
              <a:off x="3314754" y="3498629"/>
              <a:ext cx="4695605" cy="4679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350"/>
                </a:lnSpc>
              </a:pP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ts val="1350"/>
                </a:lnSpc>
              </a:pPr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apply safety and security requirements</a:t>
              </a:r>
              <a:endParaRPr lang="en-MY" dirty="0">
                <a:solidFill>
                  <a:schemeClr val="bg1"/>
                </a:solidFill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B3447F78-A341-59E4-388D-990AC4C4E065}"/>
              </a:ext>
            </a:extLst>
          </p:cNvPr>
          <p:cNvSpPr/>
          <p:nvPr/>
        </p:nvSpPr>
        <p:spPr>
          <a:xfrm>
            <a:off x="578496" y="1985211"/>
            <a:ext cx="2347906" cy="3564000"/>
          </a:xfrm>
          <a:prstGeom prst="rect">
            <a:avLst/>
          </a:prstGeom>
          <a:solidFill>
            <a:srgbClr val="82A7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16000" rtlCol="0" anchor="ctr"/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provide excellent customer service and ways to deal with type of passengers and any difficult situations.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243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11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20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7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E0BF-45FD-EE41-AB36-320538B9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COURSE OBJECTIVE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47F0F7D-8114-779E-77E4-ADDDBB8742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0BF332B-0FD5-45A3-13B1-8B37371733F1}"/>
              </a:ext>
            </a:extLst>
          </p:cNvPr>
          <p:cNvSpPr/>
          <p:nvPr/>
        </p:nvSpPr>
        <p:spPr>
          <a:xfrm>
            <a:off x="6263442" y="4057262"/>
            <a:ext cx="4511741" cy="1743939"/>
          </a:xfrm>
          <a:custGeom>
            <a:avLst/>
            <a:gdLst>
              <a:gd name="connsiteX0" fmla="*/ 1656370 w 4511741"/>
              <a:gd name="connsiteY0" fmla="*/ 0 h 1743939"/>
              <a:gd name="connsiteX1" fmla="*/ 4294865 w 4511741"/>
              <a:gd name="connsiteY1" fmla="*/ 0 h 1743939"/>
              <a:gd name="connsiteX2" fmla="*/ 4511741 w 4511741"/>
              <a:gd name="connsiteY2" fmla="*/ 216876 h 1743939"/>
              <a:gd name="connsiteX3" fmla="*/ 4511741 w 4511741"/>
              <a:gd name="connsiteY3" fmla="*/ 1527063 h 1743939"/>
              <a:gd name="connsiteX4" fmla="*/ 4294865 w 4511741"/>
              <a:gd name="connsiteY4" fmla="*/ 1743939 h 1743939"/>
              <a:gd name="connsiteX5" fmla="*/ 49435 w 4511741"/>
              <a:gd name="connsiteY5" fmla="*/ 1743939 h 1743939"/>
              <a:gd name="connsiteX6" fmla="*/ 5727 w 4511741"/>
              <a:gd name="connsiteY6" fmla="*/ 1739533 h 1743939"/>
              <a:gd name="connsiteX7" fmla="*/ 0 w 4511741"/>
              <a:gd name="connsiteY7" fmla="*/ 1737755 h 1743939"/>
              <a:gd name="connsiteX8" fmla="*/ 19456 w 4511741"/>
              <a:gd name="connsiteY8" fmla="*/ 1736773 h 1743939"/>
              <a:gd name="connsiteX9" fmla="*/ 1651060 w 4511741"/>
              <a:gd name="connsiteY9" fmla="*/ 105169 h 1743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11741" h="1743939">
                <a:moveTo>
                  <a:pt x="1656370" y="0"/>
                </a:moveTo>
                <a:lnTo>
                  <a:pt x="4294865" y="0"/>
                </a:lnTo>
                <a:cubicBezTo>
                  <a:pt x="4414642" y="0"/>
                  <a:pt x="4511741" y="97099"/>
                  <a:pt x="4511741" y="216876"/>
                </a:cubicBezTo>
                <a:lnTo>
                  <a:pt x="4511741" y="1527063"/>
                </a:lnTo>
                <a:cubicBezTo>
                  <a:pt x="4511741" y="1646840"/>
                  <a:pt x="4414642" y="1743939"/>
                  <a:pt x="4294865" y="1743939"/>
                </a:cubicBezTo>
                <a:lnTo>
                  <a:pt x="49435" y="1743939"/>
                </a:lnTo>
                <a:cubicBezTo>
                  <a:pt x="34463" y="1743939"/>
                  <a:pt x="19845" y="1742422"/>
                  <a:pt x="5727" y="1739533"/>
                </a:cubicBezTo>
                <a:lnTo>
                  <a:pt x="0" y="1737755"/>
                </a:lnTo>
                <a:lnTo>
                  <a:pt x="19456" y="1736773"/>
                </a:lnTo>
                <a:cubicBezTo>
                  <a:pt x="879755" y="1649405"/>
                  <a:pt x="1563692" y="965468"/>
                  <a:pt x="1651060" y="105169"/>
                </a:cubicBezTo>
                <a:close/>
              </a:path>
            </a:pathLst>
          </a:custGeom>
          <a:solidFill>
            <a:srgbClr val="5B40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44000" rtlCol="0" anchor="ctr">
            <a:no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Explaining the scope, applications and methods on contemporary human factors applied to Aviation.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9E5C48B-24CE-2091-016B-4A1F4333855B}"/>
              </a:ext>
            </a:extLst>
          </p:cNvPr>
          <p:cNvSpPr/>
          <p:nvPr/>
        </p:nvSpPr>
        <p:spPr>
          <a:xfrm>
            <a:off x="6263436" y="2149867"/>
            <a:ext cx="4511746" cy="1743939"/>
          </a:xfrm>
          <a:custGeom>
            <a:avLst/>
            <a:gdLst>
              <a:gd name="connsiteX0" fmla="*/ 49440 w 4511746"/>
              <a:gd name="connsiteY0" fmla="*/ 0 h 1743939"/>
              <a:gd name="connsiteX1" fmla="*/ 4294870 w 4511746"/>
              <a:gd name="connsiteY1" fmla="*/ 0 h 1743939"/>
              <a:gd name="connsiteX2" fmla="*/ 4511746 w 4511746"/>
              <a:gd name="connsiteY2" fmla="*/ 216876 h 1743939"/>
              <a:gd name="connsiteX3" fmla="*/ 4511746 w 4511746"/>
              <a:gd name="connsiteY3" fmla="*/ 1527063 h 1743939"/>
              <a:gd name="connsiteX4" fmla="*/ 4294870 w 4511746"/>
              <a:gd name="connsiteY4" fmla="*/ 1743939 h 1743939"/>
              <a:gd name="connsiteX5" fmla="*/ 1656375 w 4511746"/>
              <a:gd name="connsiteY5" fmla="*/ 1743939 h 1743939"/>
              <a:gd name="connsiteX6" fmla="*/ 1651065 w 4511746"/>
              <a:gd name="connsiteY6" fmla="*/ 1638772 h 1743939"/>
              <a:gd name="connsiteX7" fmla="*/ 19461 w 4511746"/>
              <a:gd name="connsiteY7" fmla="*/ 7169 h 1743939"/>
              <a:gd name="connsiteX8" fmla="*/ 0 w 4511746"/>
              <a:gd name="connsiteY8" fmla="*/ 6186 h 1743939"/>
              <a:gd name="connsiteX9" fmla="*/ 5732 w 4511746"/>
              <a:gd name="connsiteY9" fmla="*/ 4406 h 1743939"/>
              <a:gd name="connsiteX10" fmla="*/ 49440 w 4511746"/>
              <a:gd name="connsiteY10" fmla="*/ 0 h 1743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11746" h="1743939">
                <a:moveTo>
                  <a:pt x="49440" y="0"/>
                </a:moveTo>
                <a:lnTo>
                  <a:pt x="4294870" y="0"/>
                </a:lnTo>
                <a:cubicBezTo>
                  <a:pt x="4414647" y="0"/>
                  <a:pt x="4511746" y="97099"/>
                  <a:pt x="4511746" y="216876"/>
                </a:cubicBezTo>
                <a:lnTo>
                  <a:pt x="4511746" y="1527063"/>
                </a:lnTo>
                <a:cubicBezTo>
                  <a:pt x="4511746" y="1646840"/>
                  <a:pt x="4414647" y="1743939"/>
                  <a:pt x="4294870" y="1743939"/>
                </a:cubicBezTo>
                <a:lnTo>
                  <a:pt x="1656375" y="1743939"/>
                </a:lnTo>
                <a:lnTo>
                  <a:pt x="1651065" y="1638772"/>
                </a:lnTo>
                <a:cubicBezTo>
                  <a:pt x="1563697" y="778474"/>
                  <a:pt x="879760" y="94537"/>
                  <a:pt x="19461" y="7169"/>
                </a:cubicBezTo>
                <a:lnTo>
                  <a:pt x="0" y="6186"/>
                </a:lnTo>
                <a:lnTo>
                  <a:pt x="5732" y="4406"/>
                </a:lnTo>
                <a:cubicBezTo>
                  <a:pt x="19850" y="1517"/>
                  <a:pt x="34468" y="0"/>
                  <a:pt x="49440" y="0"/>
                </a:cubicBezTo>
                <a:close/>
              </a:path>
            </a:pathLst>
          </a:custGeom>
          <a:solidFill>
            <a:srgbClr val="7837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44000" rtlCol="0" anchor="ctr">
            <a:no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Explaining the scope, applications and methods on contemporary human factors applied to Aviation.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BFA66AB-AB7D-CE01-3D6F-BBA7C33CB568}"/>
              </a:ext>
            </a:extLst>
          </p:cNvPr>
          <p:cNvSpPr/>
          <p:nvPr/>
        </p:nvSpPr>
        <p:spPr>
          <a:xfrm>
            <a:off x="1416818" y="4057262"/>
            <a:ext cx="4511742" cy="1743939"/>
          </a:xfrm>
          <a:custGeom>
            <a:avLst/>
            <a:gdLst>
              <a:gd name="connsiteX0" fmla="*/ 216876 w 4511742"/>
              <a:gd name="connsiteY0" fmla="*/ 0 h 1743939"/>
              <a:gd name="connsiteX1" fmla="*/ 2855373 w 4511742"/>
              <a:gd name="connsiteY1" fmla="*/ 0 h 1743939"/>
              <a:gd name="connsiteX2" fmla="*/ 2860684 w 4511742"/>
              <a:gd name="connsiteY2" fmla="*/ 105169 h 1743939"/>
              <a:gd name="connsiteX3" fmla="*/ 4492287 w 4511742"/>
              <a:gd name="connsiteY3" fmla="*/ 1736773 h 1743939"/>
              <a:gd name="connsiteX4" fmla="*/ 4511742 w 4511742"/>
              <a:gd name="connsiteY4" fmla="*/ 1737755 h 1743939"/>
              <a:gd name="connsiteX5" fmla="*/ 4506014 w 4511742"/>
              <a:gd name="connsiteY5" fmla="*/ 1739533 h 1743939"/>
              <a:gd name="connsiteX6" fmla="*/ 4462306 w 4511742"/>
              <a:gd name="connsiteY6" fmla="*/ 1743939 h 1743939"/>
              <a:gd name="connsiteX7" fmla="*/ 216876 w 4511742"/>
              <a:gd name="connsiteY7" fmla="*/ 1743939 h 1743939"/>
              <a:gd name="connsiteX8" fmla="*/ 0 w 4511742"/>
              <a:gd name="connsiteY8" fmla="*/ 1527063 h 1743939"/>
              <a:gd name="connsiteX9" fmla="*/ 0 w 4511742"/>
              <a:gd name="connsiteY9" fmla="*/ 216876 h 1743939"/>
              <a:gd name="connsiteX10" fmla="*/ 216876 w 4511742"/>
              <a:gd name="connsiteY10" fmla="*/ 0 h 1743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11742" h="1743939">
                <a:moveTo>
                  <a:pt x="216876" y="0"/>
                </a:moveTo>
                <a:lnTo>
                  <a:pt x="2855373" y="0"/>
                </a:lnTo>
                <a:lnTo>
                  <a:pt x="2860684" y="105169"/>
                </a:lnTo>
                <a:cubicBezTo>
                  <a:pt x="2948052" y="965468"/>
                  <a:pt x="3631989" y="1649405"/>
                  <a:pt x="4492287" y="1736773"/>
                </a:cubicBezTo>
                <a:lnTo>
                  <a:pt x="4511742" y="1737755"/>
                </a:lnTo>
                <a:lnTo>
                  <a:pt x="4506014" y="1739533"/>
                </a:lnTo>
                <a:cubicBezTo>
                  <a:pt x="4491896" y="1742422"/>
                  <a:pt x="4477278" y="1743939"/>
                  <a:pt x="4462306" y="1743939"/>
                </a:cubicBezTo>
                <a:lnTo>
                  <a:pt x="216876" y="1743939"/>
                </a:lnTo>
                <a:cubicBezTo>
                  <a:pt x="97099" y="1743939"/>
                  <a:pt x="0" y="1646840"/>
                  <a:pt x="0" y="1527063"/>
                </a:cubicBezTo>
                <a:lnTo>
                  <a:pt x="0" y="216876"/>
                </a:lnTo>
                <a:cubicBezTo>
                  <a:pt x="0" y="97099"/>
                  <a:pt x="97099" y="0"/>
                  <a:pt x="216876" y="0"/>
                </a:cubicBezTo>
                <a:close/>
              </a:path>
            </a:pathLst>
          </a:custGeom>
          <a:solidFill>
            <a:srgbClr val="006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368000" rtlCol="0" anchor="ctr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understand and manage human factors as an important element on your organization.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BDE379-979A-86AE-C09B-4BAC251B1D68}"/>
              </a:ext>
            </a:extLst>
          </p:cNvPr>
          <p:cNvSpPr/>
          <p:nvPr/>
        </p:nvSpPr>
        <p:spPr>
          <a:xfrm>
            <a:off x="1416819" y="2149867"/>
            <a:ext cx="4511747" cy="1743939"/>
          </a:xfrm>
          <a:custGeom>
            <a:avLst/>
            <a:gdLst>
              <a:gd name="connsiteX0" fmla="*/ 216876 w 4511747"/>
              <a:gd name="connsiteY0" fmla="*/ 0 h 1743939"/>
              <a:gd name="connsiteX1" fmla="*/ 4462306 w 4511747"/>
              <a:gd name="connsiteY1" fmla="*/ 0 h 1743939"/>
              <a:gd name="connsiteX2" fmla="*/ 4506014 w 4511747"/>
              <a:gd name="connsiteY2" fmla="*/ 4406 h 1743939"/>
              <a:gd name="connsiteX3" fmla="*/ 4511747 w 4511747"/>
              <a:gd name="connsiteY3" fmla="*/ 6186 h 1743939"/>
              <a:gd name="connsiteX4" fmla="*/ 4492287 w 4511747"/>
              <a:gd name="connsiteY4" fmla="*/ 7169 h 1743939"/>
              <a:gd name="connsiteX5" fmla="*/ 2860684 w 4511747"/>
              <a:gd name="connsiteY5" fmla="*/ 1638772 h 1743939"/>
              <a:gd name="connsiteX6" fmla="*/ 2855373 w 4511747"/>
              <a:gd name="connsiteY6" fmla="*/ 1743939 h 1743939"/>
              <a:gd name="connsiteX7" fmla="*/ 216876 w 4511747"/>
              <a:gd name="connsiteY7" fmla="*/ 1743939 h 1743939"/>
              <a:gd name="connsiteX8" fmla="*/ 0 w 4511747"/>
              <a:gd name="connsiteY8" fmla="*/ 1527063 h 1743939"/>
              <a:gd name="connsiteX9" fmla="*/ 0 w 4511747"/>
              <a:gd name="connsiteY9" fmla="*/ 216876 h 1743939"/>
              <a:gd name="connsiteX10" fmla="*/ 216876 w 4511747"/>
              <a:gd name="connsiteY10" fmla="*/ 0 h 1743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11747" h="1743939">
                <a:moveTo>
                  <a:pt x="216876" y="0"/>
                </a:moveTo>
                <a:lnTo>
                  <a:pt x="4462306" y="0"/>
                </a:lnTo>
                <a:cubicBezTo>
                  <a:pt x="4477278" y="0"/>
                  <a:pt x="4491896" y="1517"/>
                  <a:pt x="4506014" y="4406"/>
                </a:cubicBezTo>
                <a:lnTo>
                  <a:pt x="4511747" y="6186"/>
                </a:lnTo>
                <a:lnTo>
                  <a:pt x="4492287" y="7169"/>
                </a:lnTo>
                <a:cubicBezTo>
                  <a:pt x="3631989" y="94537"/>
                  <a:pt x="2948052" y="778474"/>
                  <a:pt x="2860684" y="1638772"/>
                </a:cubicBezTo>
                <a:lnTo>
                  <a:pt x="2855373" y="1743939"/>
                </a:lnTo>
                <a:lnTo>
                  <a:pt x="216876" y="1743939"/>
                </a:lnTo>
                <a:cubicBezTo>
                  <a:pt x="97099" y="1743939"/>
                  <a:pt x="0" y="1646840"/>
                  <a:pt x="0" y="1527063"/>
                </a:cubicBezTo>
                <a:lnTo>
                  <a:pt x="0" y="216876"/>
                </a:lnTo>
                <a:cubicBezTo>
                  <a:pt x="0" y="97099"/>
                  <a:pt x="97099" y="0"/>
                  <a:pt x="216876" y="0"/>
                </a:cubicBezTo>
                <a:close/>
              </a:path>
            </a:pathLst>
          </a:custGeom>
          <a:solidFill>
            <a:srgbClr val="0D46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260000" rtlCol="0" anchor="ctr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demonstrate the importance of Human Factors in aviation management.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9B940F-A08C-4D22-CE04-3340F826F561}"/>
              </a:ext>
            </a:extLst>
          </p:cNvPr>
          <p:cNvGrpSpPr/>
          <p:nvPr/>
        </p:nvGrpSpPr>
        <p:grpSpPr>
          <a:xfrm>
            <a:off x="4268064" y="2147598"/>
            <a:ext cx="3655873" cy="3655873"/>
            <a:chOff x="4268064" y="2147598"/>
            <a:chExt cx="3655873" cy="365587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6421029-5E62-8EA8-3D42-C77947083DD1}"/>
                </a:ext>
              </a:extLst>
            </p:cNvPr>
            <p:cNvSpPr/>
            <p:nvPr/>
          </p:nvSpPr>
          <p:spPr>
            <a:xfrm>
              <a:off x="4268064" y="2147598"/>
              <a:ext cx="3655873" cy="36558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8322866-0043-CF50-1C7E-98C0B306B921}"/>
                </a:ext>
              </a:extLst>
            </p:cNvPr>
            <p:cNvSpPr/>
            <p:nvPr/>
          </p:nvSpPr>
          <p:spPr>
            <a:xfrm>
              <a:off x="4599992" y="2479525"/>
              <a:ext cx="2992016" cy="2992018"/>
            </a:xfrm>
            <a:prstGeom prst="ellipse">
              <a:avLst/>
            </a:pr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0761984-4AFA-C5D4-F245-9CB6464DF526}"/>
                </a:ext>
              </a:extLst>
            </p:cNvPr>
            <p:cNvSpPr/>
            <p:nvPr/>
          </p:nvSpPr>
          <p:spPr>
            <a:xfrm>
              <a:off x="4935894" y="2815426"/>
              <a:ext cx="2320212" cy="23202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79AE434-6A26-F3D9-B608-A13E0BB67BE8}"/>
                </a:ext>
              </a:extLst>
            </p:cNvPr>
            <p:cNvSpPr/>
            <p:nvPr/>
          </p:nvSpPr>
          <p:spPr>
            <a:xfrm>
              <a:off x="5274907" y="3149775"/>
              <a:ext cx="1642186" cy="1642188"/>
            </a:xfrm>
            <a:prstGeom prst="ellipse">
              <a:avLst/>
            </a:pr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E5A372C-E23E-E51C-4AB4-8E2C4490B499}"/>
                </a:ext>
              </a:extLst>
            </p:cNvPr>
            <p:cNvSpPr/>
            <p:nvPr/>
          </p:nvSpPr>
          <p:spPr>
            <a:xfrm>
              <a:off x="5610809" y="3485677"/>
              <a:ext cx="970382" cy="97038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EE7132E-EF47-47B0-BE8B-4E26BF7D4D2E}"/>
                </a:ext>
              </a:extLst>
            </p:cNvPr>
            <p:cNvSpPr/>
            <p:nvPr/>
          </p:nvSpPr>
          <p:spPr>
            <a:xfrm>
              <a:off x="5890009" y="3769543"/>
              <a:ext cx="411982" cy="411982"/>
            </a:xfrm>
            <a:prstGeom prst="ellipse">
              <a:avLst/>
            </a:pr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0C32D3-EEF4-6D7D-70C5-352D3894DB7F}"/>
              </a:ext>
            </a:extLst>
          </p:cNvPr>
          <p:cNvGrpSpPr/>
          <p:nvPr/>
        </p:nvGrpSpPr>
        <p:grpSpPr>
          <a:xfrm rot="5400000">
            <a:off x="-3095230" y="3053849"/>
            <a:ext cx="4574772" cy="913758"/>
            <a:chOff x="2708963" y="5379585"/>
            <a:chExt cx="5533820" cy="110531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7C386D3-191C-7E24-C94C-D954F480B51C}"/>
                </a:ext>
              </a:extLst>
            </p:cNvPr>
            <p:cNvSpPr/>
            <p:nvPr/>
          </p:nvSpPr>
          <p:spPr>
            <a:xfrm>
              <a:off x="2708963" y="5379585"/>
              <a:ext cx="1105318" cy="1105318"/>
            </a:xfrm>
            <a:prstGeom prst="roundRect">
              <a:avLst/>
            </a:prstGeom>
            <a:solidFill>
              <a:srgbClr val="0D46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9A06DEE-C78B-32B4-4E59-EB19D9D017EC}"/>
                </a:ext>
              </a:extLst>
            </p:cNvPr>
            <p:cNvSpPr/>
            <p:nvPr/>
          </p:nvSpPr>
          <p:spPr>
            <a:xfrm>
              <a:off x="3814281" y="5379585"/>
              <a:ext cx="1105318" cy="1105318"/>
            </a:xfrm>
            <a:prstGeom prst="roundRect">
              <a:avLst/>
            </a:prstGeom>
            <a:solidFill>
              <a:srgbClr val="0066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4F3252-3805-0D5A-ACC8-40A3DC7D2D4B}"/>
                </a:ext>
              </a:extLst>
            </p:cNvPr>
            <p:cNvSpPr/>
            <p:nvPr/>
          </p:nvSpPr>
          <p:spPr>
            <a:xfrm>
              <a:off x="6028532" y="5379585"/>
              <a:ext cx="1105318" cy="1105318"/>
            </a:xfrm>
            <a:prstGeom prst="roundRect">
              <a:avLst/>
            </a:prstGeom>
            <a:solidFill>
              <a:srgbClr val="7837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54CB52E-C766-5E3A-4EB3-2EF78A945783}"/>
                </a:ext>
              </a:extLst>
            </p:cNvPr>
            <p:cNvSpPr/>
            <p:nvPr/>
          </p:nvSpPr>
          <p:spPr>
            <a:xfrm>
              <a:off x="7137465" y="5379585"/>
              <a:ext cx="1105318" cy="1105318"/>
            </a:xfrm>
            <a:prstGeom prst="roundRect">
              <a:avLst/>
            </a:prstGeom>
            <a:solidFill>
              <a:srgbClr val="5B40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07D0199-637A-9740-8D0E-2DD0C26743CD}"/>
                </a:ext>
              </a:extLst>
            </p:cNvPr>
            <p:cNvSpPr/>
            <p:nvPr/>
          </p:nvSpPr>
          <p:spPr>
            <a:xfrm>
              <a:off x="4919599" y="5379585"/>
              <a:ext cx="1105318" cy="1105318"/>
            </a:xfrm>
            <a:prstGeom prst="roundRect">
              <a:avLst/>
            </a:pr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5ACCA0-5556-04C0-C1B3-BA99A69FFE14}"/>
              </a:ext>
            </a:extLst>
          </p:cNvPr>
          <p:cNvGrpSpPr/>
          <p:nvPr/>
        </p:nvGrpSpPr>
        <p:grpSpPr>
          <a:xfrm rot="18953867">
            <a:off x="5547197" y="2587324"/>
            <a:ext cx="3598771" cy="380622"/>
            <a:chOff x="6546112" y="5567332"/>
            <a:chExt cx="3206968" cy="38062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24826C7-7834-B0E1-1AE6-4E7168F60FCC}"/>
                </a:ext>
              </a:extLst>
            </p:cNvPr>
            <p:cNvSpPr/>
            <p:nvPr/>
          </p:nvSpPr>
          <p:spPr>
            <a:xfrm>
              <a:off x="6546112" y="5688419"/>
              <a:ext cx="2720570" cy="138449"/>
            </a:xfrm>
            <a:prstGeom prst="roundRect">
              <a:avLst>
                <a:gd name="adj" fmla="val 50000"/>
              </a:avLst>
            </a:prstGeom>
            <a:solidFill>
              <a:srgbClr val="0D46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367186C7-4EC8-818C-E71F-4F34F9160D31}"/>
                </a:ext>
              </a:extLst>
            </p:cNvPr>
            <p:cNvSpPr/>
            <p:nvPr/>
          </p:nvSpPr>
          <p:spPr>
            <a:xfrm flipH="1">
              <a:off x="9119156" y="5567332"/>
              <a:ext cx="633924" cy="380622"/>
            </a:xfrm>
            <a:prstGeom prst="chevron">
              <a:avLst/>
            </a:pr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tx1"/>
                </a:solidFill>
              </a:endParaRPr>
            </a:p>
          </p:txBody>
        </p:sp>
      </p:grpSp>
      <p:pic>
        <p:nvPicPr>
          <p:cNvPr id="21" name="Slide 2">
            <a:hlinkClick r:id="" action="ppaction://media"/>
            <a:extLst>
              <a:ext uri="{FF2B5EF4-FFF2-40B4-BE49-F238E27FC236}">
                <a16:creationId xmlns:a16="http://schemas.microsoft.com/office/drawing/2014/main" id="{162DC2A8-BBB9-76E8-C8C8-436A6118A93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007530" y="377600"/>
            <a:ext cx="487363" cy="487363"/>
          </a:xfrm>
          <a:prstGeom prst="rect">
            <a:avLst/>
          </a:prstGeom>
        </p:spPr>
      </p:pic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B50649C7-8F98-33FF-58D0-7188CB36E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" y="6370647"/>
            <a:ext cx="2092234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i="0" kern="1200">
                <a:solidFill>
                  <a:srgbClr val="073E60"/>
                </a:solidFill>
                <a:latin typeface="Gotham Book" panose="02000604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Confidential | </a:t>
            </a:r>
            <a:fld id="{88EECB08-E67B-024D-A5B3-4144FD2F1B42}" type="slidenum">
              <a:rPr lang="en-US" smtClean="0"/>
              <a:pPr algn="l"/>
              <a:t>3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723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" presetClass="entr" presetSubtype="9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" presetClass="entr" presetSubtype="3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514FEC2-6771-2A80-60DB-724BEF8EF45E}"/>
              </a:ext>
            </a:extLst>
          </p:cNvPr>
          <p:cNvGrpSpPr/>
          <p:nvPr/>
        </p:nvGrpSpPr>
        <p:grpSpPr>
          <a:xfrm>
            <a:off x="2861400" y="2501487"/>
            <a:ext cx="6469199" cy="1782002"/>
            <a:chOff x="4654269" y="1853224"/>
            <a:chExt cx="6469199" cy="178200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64E2C61-8226-3CBF-8D82-2CF2EA9E7EA9}"/>
                </a:ext>
              </a:extLst>
            </p:cNvPr>
            <p:cNvSpPr/>
            <p:nvPr/>
          </p:nvSpPr>
          <p:spPr>
            <a:xfrm rot="5400000" flipH="1">
              <a:off x="6277635" y="229858"/>
              <a:ext cx="1782002" cy="5028733"/>
            </a:xfrm>
            <a:prstGeom prst="rect">
              <a:avLst/>
            </a:prstGeom>
            <a:solidFill>
              <a:srgbClr val="0FB7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" name="Circle: Hollow 3">
              <a:extLst>
                <a:ext uri="{FF2B5EF4-FFF2-40B4-BE49-F238E27FC236}">
                  <a16:creationId xmlns:a16="http://schemas.microsoft.com/office/drawing/2014/main" id="{96BDC5D3-CCF6-50B2-C4A1-744993A458CE}"/>
                </a:ext>
              </a:extLst>
            </p:cNvPr>
            <p:cNvSpPr/>
            <p:nvPr/>
          </p:nvSpPr>
          <p:spPr>
            <a:xfrm rot="5400000" flipH="1">
              <a:off x="9348285" y="1853224"/>
              <a:ext cx="1775183" cy="1775183"/>
            </a:xfrm>
            <a:prstGeom prst="donut">
              <a:avLst>
                <a:gd name="adj" fmla="val 8619"/>
              </a:avLst>
            </a:prstGeom>
            <a:solidFill>
              <a:srgbClr val="0FB7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37297C-6555-3C65-4645-E80BA4603E66}"/>
                </a:ext>
              </a:extLst>
            </p:cNvPr>
            <p:cNvSpPr/>
            <p:nvPr/>
          </p:nvSpPr>
          <p:spPr>
            <a:xfrm rot="5400000" flipH="1">
              <a:off x="6727428" y="126776"/>
              <a:ext cx="1782002" cy="5234898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6814BFC-FF98-76B2-5391-34B16E017FCB}"/>
                </a:ext>
              </a:extLst>
            </p:cNvPr>
            <p:cNvSpPr/>
            <p:nvPr/>
          </p:nvSpPr>
          <p:spPr>
            <a:xfrm rot="5400000" flipH="1">
              <a:off x="9569558" y="2074497"/>
              <a:ext cx="1332637" cy="1332637"/>
            </a:xfrm>
            <a:prstGeom prst="ellipse">
              <a:avLst/>
            </a:prstGeom>
            <a:solidFill>
              <a:srgbClr val="0FB7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3DB26F-9532-CB95-F9C1-F9285BBA1A92}"/>
                </a:ext>
              </a:extLst>
            </p:cNvPr>
            <p:cNvSpPr txBox="1"/>
            <p:nvPr/>
          </p:nvSpPr>
          <p:spPr>
            <a:xfrm flipH="1">
              <a:off x="5135687" y="1870633"/>
              <a:ext cx="445211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Pressure Point (Indirect Pressure)</a:t>
              </a:r>
            </a:p>
            <a:p>
              <a:endParaRPr lang="en-US" sz="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direct pressure and elevation fails to control the bleeding, indirect pressure points can be used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Pressure is applied with the fingers, thumb or heel of hand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 NOT apply pressure for longer than 10 minutes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B6E26A-9FD2-7145-2C1F-CFE6CFE4C8FC}"/>
                </a:ext>
              </a:extLst>
            </p:cNvPr>
            <p:cNvSpPr txBox="1"/>
            <p:nvPr/>
          </p:nvSpPr>
          <p:spPr>
            <a:xfrm flipH="1">
              <a:off x="9907484" y="2417649"/>
              <a:ext cx="648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3600" dirty="0">
                  <a:solidFill>
                    <a:schemeClr val="bg1"/>
                  </a:solidFill>
                  <a:latin typeface="Daytona Condensed" panose="020B0506030503040204" pitchFamily="34" charset="0"/>
                </a:rPr>
                <a:t>01</a:t>
              </a:r>
              <a:endParaRPr lang="en-MY" dirty="0">
                <a:solidFill>
                  <a:schemeClr val="bg1"/>
                </a:solidFill>
                <a:latin typeface="Daytona Condensed" panose="020B0506030503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536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373174-5FAA-E13E-49EB-7455F3C76D1A}"/>
              </a:ext>
            </a:extLst>
          </p:cNvPr>
          <p:cNvGrpSpPr/>
          <p:nvPr/>
        </p:nvGrpSpPr>
        <p:grpSpPr>
          <a:xfrm>
            <a:off x="441434" y="1149096"/>
            <a:ext cx="9879725" cy="4565950"/>
            <a:chOff x="441434" y="1681655"/>
            <a:chExt cx="9879725" cy="456595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0F09D61-D167-0507-B3A1-7636F98C4683}"/>
                </a:ext>
              </a:extLst>
            </p:cNvPr>
            <p:cNvSpPr/>
            <p:nvPr/>
          </p:nvSpPr>
          <p:spPr>
            <a:xfrm rot="16200000">
              <a:off x="3098322" y="-975233"/>
              <a:ext cx="4565950" cy="9879725"/>
            </a:xfrm>
            <a:custGeom>
              <a:avLst/>
              <a:gdLst>
                <a:gd name="connsiteX0" fmla="*/ 4565950 w 4565950"/>
                <a:gd name="connsiteY0" fmla="*/ 1524004 h 9879725"/>
                <a:gd name="connsiteX1" fmla="*/ 4565950 w 4565950"/>
                <a:gd name="connsiteY1" fmla="*/ 9879725 h 9879725"/>
                <a:gd name="connsiteX2" fmla="*/ 0 w 4565950"/>
                <a:gd name="connsiteY2" fmla="*/ 9879725 h 9879725"/>
                <a:gd name="connsiteX3" fmla="*/ 0 w 4565950"/>
                <a:gd name="connsiteY3" fmla="*/ 1524004 h 9879725"/>
                <a:gd name="connsiteX4" fmla="*/ 2233397 w 4565950"/>
                <a:gd name="connsiteY4" fmla="*/ 0 h 9879725"/>
                <a:gd name="connsiteX5" fmla="*/ 2332553 w 4565950"/>
                <a:gd name="connsiteY5" fmla="*/ 0 h 987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65950" h="9879725">
                  <a:moveTo>
                    <a:pt x="4565950" y="1524004"/>
                  </a:moveTo>
                  <a:lnTo>
                    <a:pt x="4565950" y="9879725"/>
                  </a:lnTo>
                  <a:lnTo>
                    <a:pt x="0" y="9879725"/>
                  </a:lnTo>
                  <a:lnTo>
                    <a:pt x="0" y="1524004"/>
                  </a:lnTo>
                  <a:lnTo>
                    <a:pt x="2233397" y="0"/>
                  </a:lnTo>
                  <a:lnTo>
                    <a:pt x="2332553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6FB7AC-A099-2633-5814-AA486AE30231}"/>
                </a:ext>
              </a:extLst>
            </p:cNvPr>
            <p:cNvSpPr/>
            <p:nvPr/>
          </p:nvSpPr>
          <p:spPr>
            <a:xfrm>
              <a:off x="2274995" y="2995131"/>
              <a:ext cx="5450108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Research has shown that up to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80% of work-related accidents are caused by employees' behaviour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 ... Safe behaviour is regarded as a critical work-related skill so unsafe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behaviours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can act as an early warning system for accidents and incidents.</a:t>
              </a:r>
              <a:endParaRPr lang="en-MY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" name="Picture 4" descr="A green street sign with white text&#10;&#10;AI-generated content may be incorrect.">
            <a:extLst>
              <a:ext uri="{FF2B5EF4-FFF2-40B4-BE49-F238E27FC236}">
                <a16:creationId xmlns:a16="http://schemas.microsoft.com/office/drawing/2014/main" id="{C6B0488C-10DA-6455-AB56-8A8B79850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934" y="1392815"/>
            <a:ext cx="3850192" cy="40785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9A3E26-0163-6C94-3E82-111D21AA72EF}"/>
              </a:ext>
            </a:extLst>
          </p:cNvPr>
          <p:cNvGrpSpPr/>
          <p:nvPr/>
        </p:nvGrpSpPr>
        <p:grpSpPr>
          <a:xfrm>
            <a:off x="137651" y="2607709"/>
            <a:ext cx="1648723" cy="1648723"/>
            <a:chOff x="137651" y="3140268"/>
            <a:chExt cx="1648723" cy="164872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F5246FD-04BB-D30B-2B01-2DAECDBA960B}"/>
                </a:ext>
              </a:extLst>
            </p:cNvPr>
            <p:cNvGrpSpPr/>
            <p:nvPr/>
          </p:nvGrpSpPr>
          <p:grpSpPr>
            <a:xfrm>
              <a:off x="137651" y="3140268"/>
              <a:ext cx="1648723" cy="1648723"/>
              <a:chOff x="3936000" y="1269000"/>
              <a:chExt cx="4320000" cy="4320000"/>
            </a:xfrm>
          </p:grpSpPr>
          <p:sp>
            <p:nvSpPr>
              <p:cNvPr id="9" name="Circle: Hollow 8">
                <a:extLst>
                  <a:ext uri="{FF2B5EF4-FFF2-40B4-BE49-F238E27FC236}">
                    <a16:creationId xmlns:a16="http://schemas.microsoft.com/office/drawing/2014/main" id="{1CD23999-5CEB-C5EA-E109-17F66D8EFF64}"/>
                  </a:ext>
                </a:extLst>
              </p:cNvPr>
              <p:cNvSpPr/>
              <p:nvPr/>
            </p:nvSpPr>
            <p:spPr>
              <a:xfrm>
                <a:off x="3936000" y="1269000"/>
                <a:ext cx="4320000" cy="4320000"/>
              </a:xfrm>
              <a:prstGeom prst="donut">
                <a:avLst>
                  <a:gd name="adj" fmla="val 22477"/>
                </a:avLst>
              </a:prstGeom>
              <a:solidFill>
                <a:srgbClr val="82A7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25F8E839-C73B-E4A5-90F6-F6C25AF4C39D}"/>
                  </a:ext>
                </a:extLst>
              </p:cNvPr>
              <p:cNvSpPr/>
              <p:nvPr/>
            </p:nvSpPr>
            <p:spPr>
              <a:xfrm rot="5400000">
                <a:off x="3936000" y="1269000"/>
                <a:ext cx="4320000" cy="4320000"/>
              </a:xfrm>
              <a:prstGeom prst="blockArc">
                <a:avLst>
                  <a:gd name="adj1" fmla="val 10800000"/>
                  <a:gd name="adj2" fmla="val 6456907"/>
                  <a:gd name="adj3" fmla="val 22495"/>
                </a:avLst>
              </a:prstGeom>
              <a:solidFill>
                <a:srgbClr val="5B40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AF0D88-0610-D6EF-018F-547A80160AB1}"/>
                </a:ext>
              </a:extLst>
            </p:cNvPr>
            <p:cNvSpPr txBox="1"/>
            <p:nvPr/>
          </p:nvSpPr>
          <p:spPr>
            <a:xfrm>
              <a:off x="567874" y="3764572"/>
              <a:ext cx="7882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816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7BE524D-AA7F-24D8-8F70-D4FC8E3D70DC}"/>
              </a:ext>
            </a:extLst>
          </p:cNvPr>
          <p:cNvGrpSpPr/>
          <p:nvPr/>
        </p:nvGrpSpPr>
        <p:grpSpPr>
          <a:xfrm>
            <a:off x="3453384" y="737085"/>
            <a:ext cx="5285232" cy="5383831"/>
            <a:chOff x="810768" y="1031134"/>
            <a:chExt cx="5285232" cy="538383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53865D7-FD01-D541-B973-E584B1E391BE}"/>
                </a:ext>
              </a:extLst>
            </p:cNvPr>
            <p:cNvGrpSpPr/>
            <p:nvPr/>
          </p:nvGrpSpPr>
          <p:grpSpPr>
            <a:xfrm>
              <a:off x="810768" y="2377441"/>
              <a:ext cx="5285232" cy="4037524"/>
              <a:chOff x="810768" y="2377441"/>
              <a:chExt cx="5285232" cy="403752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3DB6E72-103F-42AC-04DB-E1DFEA5F0820}"/>
                  </a:ext>
                </a:extLst>
              </p:cNvPr>
              <p:cNvSpPr/>
              <p:nvPr/>
            </p:nvSpPr>
            <p:spPr>
              <a:xfrm>
                <a:off x="810768" y="2377441"/>
                <a:ext cx="5285232" cy="4037524"/>
              </a:xfrm>
              <a:prstGeom prst="rect">
                <a:avLst/>
              </a:prstGeom>
              <a:solidFill>
                <a:srgbClr val="82A7C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EB96EC-46A4-F427-BE7C-6D0A0A4BECE4}"/>
                  </a:ext>
                </a:extLst>
              </p:cNvPr>
              <p:cNvSpPr/>
              <p:nvPr/>
            </p:nvSpPr>
            <p:spPr>
              <a:xfrm>
                <a:off x="950976" y="3429000"/>
                <a:ext cx="2421899" cy="2813304"/>
              </a:xfrm>
              <a:prstGeom prst="rect">
                <a:avLst/>
              </a:prstGeom>
              <a:blipFill>
                <a:blip r:embed="rId3"/>
                <a:srcRect/>
                <a:stretch>
                  <a:fillRect l="-7404" r="-7404"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E8C9F07-81FB-4CFE-79EC-A6E3C3E3C0E0}"/>
                  </a:ext>
                </a:extLst>
              </p:cNvPr>
              <p:cNvSpPr/>
              <p:nvPr/>
            </p:nvSpPr>
            <p:spPr>
              <a:xfrm>
                <a:off x="3523488" y="3429000"/>
                <a:ext cx="2421899" cy="2813304"/>
              </a:xfrm>
              <a:prstGeom prst="rect">
                <a:avLst/>
              </a:prstGeom>
              <a:blipFill>
                <a:blip r:embed="rId4"/>
                <a:srcRect/>
                <a:stretch>
                  <a:fillRect l="-3748" r="-3748"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id="{7624B9D5-F187-925C-3085-DF56492F1ADF}"/>
                </a:ext>
              </a:extLst>
            </p:cNvPr>
            <p:cNvSpPr/>
            <p:nvPr/>
          </p:nvSpPr>
          <p:spPr>
            <a:xfrm rot="5400000">
              <a:off x="2312544" y="-470642"/>
              <a:ext cx="2281680" cy="5285232"/>
            </a:xfrm>
            <a:prstGeom prst="homePlate">
              <a:avLst>
                <a:gd name="adj" fmla="val 35447"/>
              </a:avLst>
            </a:prstGeom>
            <a:solidFill>
              <a:srgbClr val="1B3D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Signs are something that you can see on the victim  </a:t>
              </a:r>
              <a:r>
                <a:rPr lang="en-US" sz="2000" dirty="0" err="1">
                  <a:latin typeface="Arial" panose="020B0604020202020204" pitchFamily="34" charset="0"/>
                  <a:cs typeface="Arial" panose="020B0604020202020204" pitchFamily="34" charset="0"/>
                </a:rPr>
                <a:t>eg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:  victim is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drowsy, pale face, sweating, rapid breathing, skin rashes 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or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signs of injury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such as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deformities, swelling and bleeding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70316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FBD3418-1275-276C-F996-D0F4B34304EF}"/>
              </a:ext>
            </a:extLst>
          </p:cNvPr>
          <p:cNvGrpSpPr/>
          <p:nvPr/>
        </p:nvGrpSpPr>
        <p:grpSpPr>
          <a:xfrm>
            <a:off x="4047752" y="703176"/>
            <a:ext cx="4116592" cy="5378624"/>
            <a:chOff x="3086462" y="893514"/>
            <a:chExt cx="4116592" cy="537862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40A9320-EC5D-5F26-D5B4-655E0870790D}"/>
                </a:ext>
              </a:extLst>
            </p:cNvPr>
            <p:cNvSpPr/>
            <p:nvPr/>
          </p:nvSpPr>
          <p:spPr>
            <a:xfrm>
              <a:off x="3086463" y="893514"/>
              <a:ext cx="4116591" cy="584775"/>
            </a:xfrm>
            <a:prstGeom prst="rect">
              <a:avLst/>
            </a:prstGeom>
            <a:solidFill>
              <a:srgbClr val="1B3D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sz="2000" dirty="0">
                  <a:latin typeface="Arial" panose="020B0604020202020204" pitchFamily="34" charset="0"/>
                  <a:cs typeface="Arial" panose="020B0604020202020204" pitchFamily="34" charset="0"/>
                </a:rPr>
                <a:t>CLOSED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B5358F9-4A8F-3A67-77D1-C9B13A5E843A}"/>
                </a:ext>
              </a:extLst>
            </p:cNvPr>
            <p:cNvSpPr/>
            <p:nvPr/>
          </p:nvSpPr>
          <p:spPr>
            <a:xfrm>
              <a:off x="3086462" y="1521322"/>
              <a:ext cx="4116591" cy="2353892"/>
            </a:xfrm>
            <a:prstGeom prst="rect">
              <a:avLst/>
            </a:prstGeom>
            <a:solidFill>
              <a:srgbClr val="0FB7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MY" sz="2000" dirty="0">
                  <a:latin typeface="Arial" panose="020B0604020202020204" pitchFamily="34" charset="0"/>
                  <a:cs typeface="Arial" panose="020B0604020202020204" pitchFamily="34" charset="0"/>
                </a:rPr>
                <a:t>Deformity</a:t>
              </a:r>
            </a:p>
            <a:p>
              <a:pPr algn="ctr"/>
              <a:r>
                <a:rPr lang="en-MY" sz="2000" dirty="0">
                  <a:latin typeface="Arial" panose="020B0604020202020204" pitchFamily="34" charset="0"/>
                  <a:cs typeface="Arial" panose="020B0604020202020204" pitchFamily="34" charset="0"/>
                </a:rPr>
                <a:t>Swollen</a:t>
              </a:r>
            </a:p>
            <a:p>
              <a:pPr algn="ctr"/>
              <a:r>
                <a:rPr lang="en-MY" sz="2000" dirty="0">
                  <a:latin typeface="Arial" panose="020B0604020202020204" pitchFamily="34" charset="0"/>
                  <a:cs typeface="Arial" panose="020B0604020202020204" pitchFamily="34" charset="0"/>
                </a:rPr>
                <a:t>Pain</a:t>
              </a:r>
            </a:p>
            <a:p>
              <a:pPr algn="ctr"/>
              <a:r>
                <a:rPr lang="en-MY" sz="2000" dirty="0">
                  <a:latin typeface="Arial" panose="020B0604020202020204" pitchFamily="34" charset="0"/>
                  <a:cs typeface="Arial" panose="020B0604020202020204" pitchFamily="34" charset="0"/>
                </a:rPr>
                <a:t>Bruises</a:t>
              </a:r>
            </a:p>
            <a:p>
              <a:pPr algn="ctr"/>
              <a:r>
                <a:rPr lang="en-MY" sz="2000" dirty="0">
                  <a:latin typeface="Arial" panose="020B0604020202020204" pitchFamily="34" charset="0"/>
                  <a:cs typeface="Arial" panose="020B0604020202020204" pitchFamily="34" charset="0"/>
                </a:rPr>
                <a:t>Tenderness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D657A2-A63C-93FE-FAE5-E7E134BCDA70}"/>
                </a:ext>
              </a:extLst>
            </p:cNvPr>
            <p:cNvSpPr/>
            <p:nvPr/>
          </p:nvSpPr>
          <p:spPr>
            <a:xfrm>
              <a:off x="3086462" y="3918246"/>
              <a:ext cx="4116591" cy="2353892"/>
            </a:xfrm>
            <a:prstGeom prst="rect">
              <a:avLst/>
            </a:prstGeom>
            <a:solidFill>
              <a:srgbClr val="CED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MY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A00593F-1BA3-93B3-60E8-078E39A0B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041" y="3823051"/>
            <a:ext cx="2738011" cy="2163605"/>
          </a:xfrm>
          <a:prstGeom prst="rect">
            <a:avLst/>
          </a:prstGeom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784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47AC60C-377F-03B0-CCE2-E11A789CA329}"/>
              </a:ext>
            </a:extLst>
          </p:cNvPr>
          <p:cNvGrpSpPr/>
          <p:nvPr/>
        </p:nvGrpSpPr>
        <p:grpSpPr>
          <a:xfrm>
            <a:off x="4764940" y="1957024"/>
            <a:ext cx="2647021" cy="2924412"/>
            <a:chOff x="4764940" y="1916832"/>
            <a:chExt cx="2647021" cy="292441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425F9B6-77FC-96CD-791B-1F4C7113442D}"/>
                </a:ext>
              </a:extLst>
            </p:cNvPr>
            <p:cNvGrpSpPr/>
            <p:nvPr/>
          </p:nvGrpSpPr>
          <p:grpSpPr>
            <a:xfrm>
              <a:off x="4802038" y="1916832"/>
              <a:ext cx="2572827" cy="2924412"/>
              <a:chOff x="4653498" y="1772816"/>
              <a:chExt cx="2883658" cy="327771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6C920AA-72B7-D372-1D8D-011AEA3850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76525">
                <a:off x="4653498" y="2166877"/>
                <a:ext cx="2883658" cy="288365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sq">
                <a:noFill/>
                <a:miter lim="800000"/>
              </a:ln>
              <a:effectLst>
                <a:outerShdw blurRad="65000" dist="50800" dir="12900000" kx="195000" ky="145000" algn="tl" rotWithShape="0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360000"/>
                </a:camera>
                <a:lightRig rig="twoPt" dir="t">
                  <a:rot lat="0" lon="0" rev="7200000"/>
                </a:lightRig>
              </a:scene3d>
              <a:sp3d contourW="12700">
                <a:bevelT w="25400" h="19050"/>
                <a:contourClr>
                  <a:srgbClr val="969696"/>
                </a:contourClr>
              </a:sp3d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1445EA0-F82F-2505-A928-A255600614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5685030" y="1772816"/>
                <a:ext cx="1337378" cy="1257136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334A16-D599-B6C4-FED6-017C3522117B}"/>
                </a:ext>
              </a:extLst>
            </p:cNvPr>
            <p:cNvSpPr txBox="1"/>
            <p:nvPr/>
          </p:nvSpPr>
          <p:spPr>
            <a:xfrm>
              <a:off x="4764940" y="3284984"/>
              <a:ext cx="26470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2000" b="1" dirty="0">
                  <a:latin typeface="Century Gothic" panose="020B0502020202020204" pitchFamily="34" charset="0"/>
                </a:rPr>
                <a:t>An enabler rather than a provider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841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B0AA84-EA98-3A63-15A7-FBC93E35E756}"/>
              </a:ext>
            </a:extLst>
          </p:cNvPr>
          <p:cNvGrpSpPr/>
          <p:nvPr/>
        </p:nvGrpSpPr>
        <p:grpSpPr>
          <a:xfrm>
            <a:off x="2312670" y="2743787"/>
            <a:ext cx="7566660" cy="1362456"/>
            <a:chOff x="2683764" y="1440181"/>
            <a:chExt cx="7566660" cy="136245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52C69B3-FCBE-40E0-94DB-B77812374217}"/>
                </a:ext>
              </a:extLst>
            </p:cNvPr>
            <p:cNvGrpSpPr/>
            <p:nvPr/>
          </p:nvGrpSpPr>
          <p:grpSpPr>
            <a:xfrm>
              <a:off x="2683764" y="1440181"/>
              <a:ext cx="1604772" cy="1362456"/>
              <a:chOff x="2683764" y="1440181"/>
              <a:chExt cx="1604772" cy="1362456"/>
            </a:xfrm>
          </p:grpSpPr>
          <p:sp>
            <p:nvSpPr>
              <p:cNvPr id="8" name="Isosceles Triangle 7">
                <a:extLst>
                  <a:ext uri="{FF2B5EF4-FFF2-40B4-BE49-F238E27FC236}">
                    <a16:creationId xmlns:a16="http://schemas.microsoft.com/office/drawing/2014/main" id="{FA1CC799-487E-C05D-6B23-F3DA33163F8C}"/>
                  </a:ext>
                </a:extLst>
              </p:cNvPr>
              <p:cNvSpPr/>
              <p:nvPr/>
            </p:nvSpPr>
            <p:spPr>
              <a:xfrm rot="16200000">
                <a:off x="2804922" y="1319023"/>
                <a:ext cx="1362456" cy="160477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BD475B4-7EEC-F4D1-68BD-EBF407D711B4}"/>
                  </a:ext>
                </a:extLst>
              </p:cNvPr>
              <p:cNvSpPr/>
              <p:nvPr/>
            </p:nvSpPr>
            <p:spPr>
              <a:xfrm rot="16200000">
                <a:off x="3040381" y="1554481"/>
                <a:ext cx="1362456" cy="1133855"/>
              </a:xfrm>
              <a:custGeom>
                <a:avLst/>
                <a:gdLst>
                  <a:gd name="connsiteX0" fmla="*/ 1362456 w 1362456"/>
                  <a:gd name="connsiteY0" fmla="*/ 1133855 h 1133855"/>
                  <a:gd name="connsiteX1" fmla="*/ 0 w 1362456"/>
                  <a:gd name="connsiteY1" fmla="*/ 1133855 h 1133855"/>
                  <a:gd name="connsiteX2" fmla="*/ 481323 w 1362456"/>
                  <a:gd name="connsiteY2" fmla="*/ 0 h 1133855"/>
                  <a:gd name="connsiteX3" fmla="*/ 881133 w 1362456"/>
                  <a:gd name="connsiteY3" fmla="*/ 0 h 1133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2456" h="1133855">
                    <a:moveTo>
                      <a:pt x="1362456" y="1133855"/>
                    </a:moveTo>
                    <a:lnTo>
                      <a:pt x="0" y="1133855"/>
                    </a:lnTo>
                    <a:lnTo>
                      <a:pt x="481323" y="0"/>
                    </a:lnTo>
                    <a:lnTo>
                      <a:pt x="881133" y="0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 dirty="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5192F4E-9453-54D4-68EA-B6B18F845AE3}"/>
                </a:ext>
              </a:extLst>
            </p:cNvPr>
            <p:cNvGrpSpPr/>
            <p:nvPr/>
          </p:nvGrpSpPr>
          <p:grpSpPr>
            <a:xfrm>
              <a:off x="4288536" y="1440181"/>
              <a:ext cx="5961888" cy="1362453"/>
              <a:chOff x="4288536" y="1440181"/>
              <a:chExt cx="5961888" cy="1362453"/>
            </a:xfrm>
            <a:solidFill>
              <a:srgbClr val="BAB6B6"/>
            </a:solidFill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5692DCE-5C28-B45B-09C8-8C07A7CC79A2}"/>
                  </a:ext>
                </a:extLst>
              </p:cNvPr>
              <p:cNvSpPr/>
              <p:nvPr/>
            </p:nvSpPr>
            <p:spPr>
              <a:xfrm>
                <a:off x="4288536" y="1440181"/>
                <a:ext cx="5961888" cy="28346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38A3DEB-569E-6503-49F0-311C5D33CD4F}"/>
                  </a:ext>
                </a:extLst>
              </p:cNvPr>
              <p:cNvSpPr/>
              <p:nvPr/>
            </p:nvSpPr>
            <p:spPr>
              <a:xfrm>
                <a:off x="4288536" y="2519171"/>
                <a:ext cx="5961888" cy="28346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00F5B41-5A16-0FAC-2CFA-C9C703917170}"/>
                </a:ext>
              </a:extLst>
            </p:cNvPr>
            <p:cNvSpPr/>
            <p:nvPr/>
          </p:nvSpPr>
          <p:spPr>
            <a:xfrm>
              <a:off x="4288536" y="1723644"/>
              <a:ext cx="5961888" cy="795524"/>
            </a:xfrm>
            <a:prstGeom prst="rect">
              <a:avLst/>
            </a:prstGeom>
            <a:solidFill>
              <a:srgbClr val="413F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r>
                <a:rPr lang="en-MY" sz="1600" dirty="0">
                  <a:latin typeface="Century Gothic" panose="020B0502020202020204" pitchFamily="34" charset="0"/>
                </a:rPr>
                <a:t>Produces clear, logical writing.</a:t>
              </a:r>
            </a:p>
            <a:p>
              <a:r>
                <a:rPr lang="en-MY" sz="1600" dirty="0">
                  <a:latin typeface="Century Gothic" panose="020B0502020202020204" pitchFamily="34" charset="0"/>
                </a:rPr>
                <a:t>An essential part of conveying your message clearly.</a:t>
              </a:r>
              <a:endParaRPr lang="en-MY" dirty="0"/>
            </a:p>
          </p:txBody>
        </p:sp>
      </p:grpSp>
    </p:spTree>
    <p:extLst>
      <p:ext uri="{BB962C8B-B14F-4D97-AF65-F5344CB8AC3E}">
        <p14:creationId xmlns:p14="http://schemas.microsoft.com/office/powerpoint/2010/main" val="245535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05F3F9-D7D8-14C6-26F0-5EAD9A13AD25}"/>
              </a:ext>
            </a:extLst>
          </p:cNvPr>
          <p:cNvGrpSpPr/>
          <p:nvPr/>
        </p:nvGrpSpPr>
        <p:grpSpPr>
          <a:xfrm>
            <a:off x="3769072" y="2513378"/>
            <a:ext cx="4653855" cy="1831243"/>
            <a:chOff x="6482707" y="2173821"/>
            <a:chExt cx="4653855" cy="1831243"/>
          </a:xfrm>
        </p:grpSpPr>
        <p:sp>
          <p:nvSpPr>
            <p:cNvPr id="3" name="Parallelogram 2">
              <a:extLst>
                <a:ext uri="{FF2B5EF4-FFF2-40B4-BE49-F238E27FC236}">
                  <a16:creationId xmlns:a16="http://schemas.microsoft.com/office/drawing/2014/main" id="{30328530-0094-89D4-2192-7BE161BEDC2B}"/>
                </a:ext>
              </a:extLst>
            </p:cNvPr>
            <p:cNvSpPr/>
            <p:nvPr/>
          </p:nvSpPr>
          <p:spPr>
            <a:xfrm flipH="1">
              <a:off x="6926188" y="2174131"/>
              <a:ext cx="4176464" cy="350118"/>
            </a:xfrm>
            <a:prstGeom prst="parallelogram">
              <a:avLst>
                <a:gd name="adj" fmla="val 75940"/>
              </a:avLst>
            </a:prstGeom>
            <a:solidFill>
              <a:srgbClr val="6D0D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F4A7EF-47CC-3529-19D2-47A045F4B101}"/>
                </a:ext>
              </a:extLst>
            </p:cNvPr>
            <p:cNvSpPr/>
            <p:nvPr/>
          </p:nvSpPr>
          <p:spPr>
            <a:xfrm>
              <a:off x="6482707" y="2348880"/>
              <a:ext cx="4653855" cy="16561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MY" sz="16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MY" sz="1600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</a:rPr>
                <a:t>Dark ink on light paper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MY" sz="1600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</a:rPr>
                <a:t>Avoid colour combinations with low contrast</a:t>
              </a:r>
            </a:p>
          </p:txBody>
        </p:sp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E9F778EC-873C-9CBC-90B6-7FDFA97A338A}"/>
                </a:ext>
              </a:extLst>
            </p:cNvPr>
            <p:cNvSpPr/>
            <p:nvPr/>
          </p:nvSpPr>
          <p:spPr>
            <a:xfrm>
              <a:off x="6655744" y="2173821"/>
              <a:ext cx="4176464" cy="350118"/>
            </a:xfrm>
            <a:prstGeom prst="parallelogram">
              <a:avLst>
                <a:gd name="adj" fmla="val 75940"/>
              </a:avLst>
            </a:pr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b="1" dirty="0">
                  <a:latin typeface="Century Gothic" panose="020B0502020202020204" pitchFamily="34" charset="0"/>
                </a:rPr>
                <a:t>Colour of ink and paper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579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3E8CD2E-9247-4E19-6434-F424D7ADF4B0}"/>
              </a:ext>
            </a:extLst>
          </p:cNvPr>
          <p:cNvSpPr/>
          <p:nvPr/>
        </p:nvSpPr>
        <p:spPr>
          <a:xfrm>
            <a:off x="5133597" y="2679954"/>
            <a:ext cx="1859050" cy="1859050"/>
          </a:xfrm>
          <a:prstGeom prst="ellipse">
            <a:avLst/>
          </a:prstGeom>
          <a:solidFill>
            <a:srgbClr val="1B3D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MY" sz="2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CHOKING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B009F4-060A-F26D-C447-1E6F9E610811}"/>
              </a:ext>
            </a:extLst>
          </p:cNvPr>
          <p:cNvGrpSpPr/>
          <p:nvPr/>
        </p:nvGrpSpPr>
        <p:grpSpPr>
          <a:xfrm>
            <a:off x="478958" y="868546"/>
            <a:ext cx="5584163" cy="5437763"/>
            <a:chOff x="478958" y="868546"/>
            <a:chExt cx="5584163" cy="543776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2AEC072-A0FB-98F6-3A85-370519AA5A05}"/>
                </a:ext>
              </a:extLst>
            </p:cNvPr>
            <p:cNvSpPr/>
            <p:nvPr/>
          </p:nvSpPr>
          <p:spPr>
            <a:xfrm rot="10800000">
              <a:off x="478958" y="868546"/>
              <a:ext cx="5584163" cy="5437763"/>
            </a:xfrm>
            <a:custGeom>
              <a:avLst/>
              <a:gdLst>
                <a:gd name="connsiteX0" fmla="*/ 4969696 w 5584163"/>
                <a:gd name="connsiteY0" fmla="*/ 5437763 h 5437763"/>
                <a:gd name="connsiteX1" fmla="*/ 0 w 5584163"/>
                <a:gd name="connsiteY1" fmla="*/ 5437763 h 5437763"/>
                <a:gd name="connsiteX2" fmla="*/ 0 w 5584163"/>
                <a:gd name="connsiteY2" fmla="*/ 3951885 h 5437763"/>
                <a:gd name="connsiteX3" fmla="*/ 127959 w 5584163"/>
                <a:gd name="connsiteY3" fmla="*/ 3945423 h 5437763"/>
                <a:gd name="connsiteX4" fmla="*/ 1229210 w 5584163"/>
                <a:gd name="connsiteY4" fmla="*/ 2949770 h 5437763"/>
                <a:gd name="connsiteX5" fmla="*/ 1244006 w 5584163"/>
                <a:gd name="connsiteY5" fmla="*/ 2852823 h 5437763"/>
                <a:gd name="connsiteX6" fmla="*/ 1449905 w 5584163"/>
                <a:gd name="connsiteY6" fmla="*/ 2711969 h 5437763"/>
                <a:gd name="connsiteX7" fmla="*/ 1248516 w 5584163"/>
                <a:gd name="connsiteY7" fmla="*/ 2574200 h 5437763"/>
                <a:gd name="connsiteX8" fmla="*/ 1248229 w 5584163"/>
                <a:gd name="connsiteY8" fmla="*/ 2568505 h 5437763"/>
                <a:gd name="connsiteX9" fmla="*/ 127959 w 5584163"/>
                <a:gd name="connsiteY9" fmla="*/ 1448235 h 5437763"/>
                <a:gd name="connsiteX10" fmla="*/ 0 w 5584163"/>
                <a:gd name="connsiteY10" fmla="*/ 1441774 h 5437763"/>
                <a:gd name="connsiteX11" fmla="*/ 0 w 5584163"/>
                <a:gd name="connsiteY11" fmla="*/ 0 h 5437763"/>
                <a:gd name="connsiteX12" fmla="*/ 4969696 w 5584163"/>
                <a:gd name="connsiteY12" fmla="*/ 0 h 5437763"/>
                <a:gd name="connsiteX13" fmla="*/ 5584163 w 5584163"/>
                <a:gd name="connsiteY13" fmla="*/ 614467 h 5437763"/>
                <a:gd name="connsiteX14" fmla="*/ 5584163 w 5584163"/>
                <a:gd name="connsiteY14" fmla="*/ 4823296 h 5437763"/>
                <a:gd name="connsiteX15" fmla="*/ 4969696 w 5584163"/>
                <a:gd name="connsiteY15" fmla="*/ 5437763 h 543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84163" h="5437763">
                  <a:moveTo>
                    <a:pt x="4969696" y="5437763"/>
                  </a:moveTo>
                  <a:lnTo>
                    <a:pt x="0" y="5437763"/>
                  </a:lnTo>
                  <a:lnTo>
                    <a:pt x="0" y="3951885"/>
                  </a:lnTo>
                  <a:lnTo>
                    <a:pt x="127959" y="3945423"/>
                  </a:lnTo>
                  <a:cubicBezTo>
                    <a:pt x="676453" y="3889721"/>
                    <a:pt x="1120538" y="3480835"/>
                    <a:pt x="1229210" y="2949770"/>
                  </a:cubicBezTo>
                  <a:lnTo>
                    <a:pt x="1244006" y="2852823"/>
                  </a:lnTo>
                  <a:lnTo>
                    <a:pt x="1449905" y="2711969"/>
                  </a:lnTo>
                  <a:lnTo>
                    <a:pt x="1248516" y="2574200"/>
                  </a:lnTo>
                  <a:lnTo>
                    <a:pt x="1248229" y="2568505"/>
                  </a:lnTo>
                  <a:cubicBezTo>
                    <a:pt x="1188242" y="1977819"/>
                    <a:pt x="718646" y="1508223"/>
                    <a:pt x="127959" y="1448235"/>
                  </a:cubicBezTo>
                  <a:lnTo>
                    <a:pt x="0" y="1441774"/>
                  </a:lnTo>
                  <a:lnTo>
                    <a:pt x="0" y="0"/>
                  </a:lnTo>
                  <a:lnTo>
                    <a:pt x="4969696" y="0"/>
                  </a:lnTo>
                  <a:cubicBezTo>
                    <a:pt x="5309057" y="0"/>
                    <a:pt x="5584163" y="275106"/>
                    <a:pt x="5584163" y="614467"/>
                  </a:cubicBezTo>
                  <a:lnTo>
                    <a:pt x="5584163" y="4823296"/>
                  </a:lnTo>
                  <a:cubicBezTo>
                    <a:pt x="5584163" y="5162657"/>
                    <a:pt x="5309057" y="5437763"/>
                    <a:pt x="4969696" y="5437763"/>
                  </a:cubicBezTo>
                  <a:close/>
                </a:path>
              </a:pathLst>
            </a:custGeom>
            <a:solidFill>
              <a:srgbClr val="0FB7C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723D78F-8F7D-74C5-8C5D-6CD995B65CB6}"/>
                </a:ext>
              </a:extLst>
            </p:cNvPr>
            <p:cNvSpPr/>
            <p:nvPr/>
          </p:nvSpPr>
          <p:spPr>
            <a:xfrm rot="10800000">
              <a:off x="4613216" y="2354424"/>
              <a:ext cx="1449905" cy="2510111"/>
            </a:xfrm>
            <a:custGeom>
              <a:avLst/>
              <a:gdLst>
                <a:gd name="connsiteX0" fmla="*/ 1176431 w 1449905"/>
                <a:gd name="connsiteY0" fmla="*/ 1457277 h 2510111"/>
                <a:gd name="connsiteX1" fmla="*/ 1176432 w 1449905"/>
                <a:gd name="connsiteY1" fmla="*/ 1457276 h 2510111"/>
                <a:gd name="connsiteX2" fmla="*/ 1176432 w 1449905"/>
                <a:gd name="connsiteY2" fmla="*/ 1083114 h 2510111"/>
                <a:gd name="connsiteX3" fmla="*/ 1176431 w 1449905"/>
                <a:gd name="connsiteY3" fmla="*/ 1083113 h 2510111"/>
                <a:gd name="connsiteX4" fmla="*/ 0 w 1449905"/>
                <a:gd name="connsiteY4" fmla="*/ 2510111 h 2510111"/>
                <a:gd name="connsiteX5" fmla="*/ 0 w 1449905"/>
                <a:gd name="connsiteY5" fmla="*/ 2271622 h 2510111"/>
                <a:gd name="connsiteX6" fmla="*/ 103575 w 1449905"/>
                <a:gd name="connsiteY6" fmla="*/ 2266391 h 2510111"/>
                <a:gd name="connsiteX7" fmla="*/ 1016220 w 1449905"/>
                <a:gd name="connsiteY7" fmla="*/ 1255055 h 2510111"/>
                <a:gd name="connsiteX8" fmla="*/ 103575 w 1449905"/>
                <a:gd name="connsiteY8" fmla="*/ 243719 h 2510111"/>
                <a:gd name="connsiteX9" fmla="*/ 0 w 1449905"/>
                <a:gd name="connsiteY9" fmla="*/ 238489 h 2510111"/>
                <a:gd name="connsiteX10" fmla="*/ 0 w 1449905"/>
                <a:gd name="connsiteY10" fmla="*/ 0 h 2510111"/>
                <a:gd name="connsiteX11" fmla="*/ 127959 w 1449905"/>
                <a:gd name="connsiteY11" fmla="*/ 6461 h 2510111"/>
                <a:gd name="connsiteX12" fmla="*/ 1248229 w 1449905"/>
                <a:gd name="connsiteY12" fmla="*/ 1126731 h 2510111"/>
                <a:gd name="connsiteX13" fmla="*/ 1248516 w 1449905"/>
                <a:gd name="connsiteY13" fmla="*/ 1132425 h 2510111"/>
                <a:gd name="connsiteX14" fmla="*/ 1248517 w 1449905"/>
                <a:gd name="connsiteY14" fmla="*/ 1132426 h 2510111"/>
                <a:gd name="connsiteX15" fmla="*/ 1248517 w 1449905"/>
                <a:gd name="connsiteY15" fmla="*/ 1132427 h 2510111"/>
                <a:gd name="connsiteX16" fmla="*/ 1449905 w 1449905"/>
                <a:gd name="connsiteY16" fmla="*/ 1270195 h 2510111"/>
                <a:gd name="connsiteX17" fmla="*/ 1244007 w 1449905"/>
                <a:gd name="connsiteY17" fmla="*/ 1411048 h 2510111"/>
                <a:gd name="connsiteX18" fmla="*/ 1244007 w 1449905"/>
                <a:gd name="connsiteY18" fmla="*/ 1411049 h 2510111"/>
                <a:gd name="connsiteX19" fmla="*/ 1244006 w 1449905"/>
                <a:gd name="connsiteY19" fmla="*/ 1411050 h 2510111"/>
                <a:gd name="connsiteX20" fmla="*/ 1229210 w 1449905"/>
                <a:gd name="connsiteY20" fmla="*/ 1507996 h 2510111"/>
                <a:gd name="connsiteX21" fmla="*/ 127959 w 1449905"/>
                <a:gd name="connsiteY21" fmla="*/ 2503649 h 2510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49905" h="2510111">
                  <a:moveTo>
                    <a:pt x="1176431" y="1457277"/>
                  </a:moveTo>
                  <a:lnTo>
                    <a:pt x="1176432" y="1457276"/>
                  </a:lnTo>
                  <a:lnTo>
                    <a:pt x="1176432" y="1083114"/>
                  </a:lnTo>
                  <a:lnTo>
                    <a:pt x="1176431" y="1083113"/>
                  </a:lnTo>
                  <a:close/>
                  <a:moveTo>
                    <a:pt x="0" y="2510111"/>
                  </a:moveTo>
                  <a:lnTo>
                    <a:pt x="0" y="2271622"/>
                  </a:lnTo>
                  <a:lnTo>
                    <a:pt x="103575" y="2266391"/>
                  </a:lnTo>
                  <a:cubicBezTo>
                    <a:pt x="616193" y="2214332"/>
                    <a:pt x="1016220" y="1781409"/>
                    <a:pt x="1016220" y="1255055"/>
                  </a:cubicBezTo>
                  <a:cubicBezTo>
                    <a:pt x="1016220" y="728701"/>
                    <a:pt x="616194" y="295778"/>
                    <a:pt x="103575" y="243719"/>
                  </a:cubicBezTo>
                  <a:lnTo>
                    <a:pt x="0" y="238489"/>
                  </a:lnTo>
                  <a:lnTo>
                    <a:pt x="0" y="0"/>
                  </a:lnTo>
                  <a:lnTo>
                    <a:pt x="127959" y="6461"/>
                  </a:lnTo>
                  <a:cubicBezTo>
                    <a:pt x="718646" y="66449"/>
                    <a:pt x="1188242" y="536045"/>
                    <a:pt x="1248229" y="1126731"/>
                  </a:cubicBezTo>
                  <a:lnTo>
                    <a:pt x="1248516" y="1132425"/>
                  </a:lnTo>
                  <a:lnTo>
                    <a:pt x="1248517" y="1132426"/>
                  </a:lnTo>
                  <a:lnTo>
                    <a:pt x="1248517" y="1132427"/>
                  </a:lnTo>
                  <a:lnTo>
                    <a:pt x="1449905" y="1270195"/>
                  </a:lnTo>
                  <a:lnTo>
                    <a:pt x="1244007" y="1411048"/>
                  </a:lnTo>
                  <a:lnTo>
                    <a:pt x="1244007" y="1411049"/>
                  </a:lnTo>
                  <a:lnTo>
                    <a:pt x="1244006" y="1411050"/>
                  </a:lnTo>
                  <a:lnTo>
                    <a:pt x="1229210" y="1507996"/>
                  </a:lnTo>
                  <a:cubicBezTo>
                    <a:pt x="1120538" y="2039061"/>
                    <a:pt x="676453" y="2447947"/>
                    <a:pt x="127959" y="2503649"/>
                  </a:cubicBezTo>
                  <a:close/>
                </a:path>
              </a:pathLst>
            </a:custGeom>
            <a:solidFill>
              <a:srgbClr val="0FB7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48A7EA-E930-522E-4F30-619374517850}"/>
                </a:ext>
              </a:extLst>
            </p:cNvPr>
            <p:cNvSpPr txBox="1"/>
            <p:nvPr/>
          </p:nvSpPr>
          <p:spPr>
            <a:xfrm>
              <a:off x="4059107" y="976059"/>
              <a:ext cx="17686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MY" sz="2400" b="1" dirty="0">
                  <a:solidFill>
                    <a:srgbClr val="0FB7C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Partial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C2E8A9-4503-1E2C-1DD4-7F1B559B372F}"/>
              </a:ext>
            </a:extLst>
          </p:cNvPr>
          <p:cNvGrpSpPr/>
          <p:nvPr/>
        </p:nvGrpSpPr>
        <p:grpSpPr>
          <a:xfrm>
            <a:off x="6152942" y="868546"/>
            <a:ext cx="5600374" cy="2673975"/>
            <a:chOff x="6152942" y="868546"/>
            <a:chExt cx="5600374" cy="267397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CEE54BA-5C8C-9C93-31ED-9BB316277A88}"/>
                </a:ext>
              </a:extLst>
            </p:cNvPr>
            <p:cNvSpPr/>
            <p:nvPr/>
          </p:nvSpPr>
          <p:spPr>
            <a:xfrm rot="10800000">
              <a:off x="6152942" y="868546"/>
              <a:ext cx="5600374" cy="2673974"/>
            </a:xfrm>
            <a:custGeom>
              <a:avLst/>
              <a:gdLst>
                <a:gd name="connsiteX0" fmla="*/ 5600374 w 5600374"/>
                <a:gd name="connsiteY0" fmla="*/ 2673974 h 2673974"/>
                <a:gd name="connsiteX1" fmla="*/ 614467 w 5600374"/>
                <a:gd name="connsiteY1" fmla="*/ 2673974 h 2673974"/>
                <a:gd name="connsiteX2" fmla="*/ 0 w 5600374"/>
                <a:gd name="connsiteY2" fmla="*/ 2059507 h 2673974"/>
                <a:gd name="connsiteX3" fmla="*/ 0 w 5600374"/>
                <a:gd name="connsiteY3" fmla="*/ 0 h 2673974"/>
                <a:gd name="connsiteX4" fmla="*/ 4438137 w 5600374"/>
                <a:gd name="connsiteY4" fmla="*/ 0 h 2673974"/>
                <a:gd name="connsiteX5" fmla="*/ 4441236 w 5600374"/>
                <a:gd name="connsiteY5" fmla="*/ 61364 h 2673974"/>
                <a:gd name="connsiteX6" fmla="*/ 4649103 w 5600374"/>
                <a:gd name="connsiteY6" fmla="*/ 634764 h 2673974"/>
                <a:gd name="connsiteX7" fmla="*/ 4673618 w 5600374"/>
                <a:gd name="connsiteY7" fmla="*/ 667548 h 2673974"/>
                <a:gd name="connsiteX8" fmla="*/ 4625337 w 5600374"/>
                <a:gd name="connsiteY8" fmla="*/ 924940 h 2673974"/>
                <a:gd name="connsiteX9" fmla="*/ 4867316 w 5600374"/>
                <a:gd name="connsiteY9" fmla="*/ 879549 h 2673974"/>
                <a:gd name="connsiteX10" fmla="*/ 4891486 w 5600374"/>
                <a:gd name="connsiteY10" fmla="*/ 901516 h 2673974"/>
                <a:gd name="connsiteX11" fmla="*/ 5561506 w 5600374"/>
                <a:gd name="connsiteY11" fmla="*/ 1181634 h 2673974"/>
                <a:gd name="connsiteX12" fmla="*/ 5600374 w 5600374"/>
                <a:gd name="connsiteY12" fmla="*/ 1183597 h 2673974"/>
                <a:gd name="connsiteX13" fmla="*/ 5600374 w 5600374"/>
                <a:gd name="connsiteY13" fmla="*/ 2673974 h 267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374" h="2673974">
                  <a:moveTo>
                    <a:pt x="5600374" y="2673974"/>
                  </a:moveTo>
                  <a:lnTo>
                    <a:pt x="614467" y="2673974"/>
                  </a:lnTo>
                  <a:cubicBezTo>
                    <a:pt x="275106" y="2673974"/>
                    <a:pt x="0" y="2398868"/>
                    <a:pt x="0" y="2059507"/>
                  </a:cubicBezTo>
                  <a:lnTo>
                    <a:pt x="0" y="0"/>
                  </a:lnTo>
                  <a:lnTo>
                    <a:pt x="4438137" y="0"/>
                  </a:lnTo>
                  <a:lnTo>
                    <a:pt x="4441236" y="61364"/>
                  </a:lnTo>
                  <a:cubicBezTo>
                    <a:pt x="4462660" y="272324"/>
                    <a:pt x="4536330" y="467838"/>
                    <a:pt x="4649103" y="634764"/>
                  </a:cubicBezTo>
                  <a:lnTo>
                    <a:pt x="4673618" y="667548"/>
                  </a:lnTo>
                  <a:lnTo>
                    <a:pt x="4625337" y="924940"/>
                  </a:lnTo>
                  <a:lnTo>
                    <a:pt x="4867316" y="879549"/>
                  </a:lnTo>
                  <a:lnTo>
                    <a:pt x="4891486" y="901516"/>
                  </a:lnTo>
                  <a:cubicBezTo>
                    <a:pt x="5077444" y="1054982"/>
                    <a:pt x="5308354" y="1155925"/>
                    <a:pt x="5561506" y="1181634"/>
                  </a:cubicBezTo>
                  <a:lnTo>
                    <a:pt x="5600374" y="1183597"/>
                  </a:lnTo>
                  <a:lnTo>
                    <a:pt x="5600374" y="2673974"/>
                  </a:lnTo>
                  <a:close/>
                </a:path>
              </a:pathLst>
            </a:custGeom>
            <a:solidFill>
              <a:srgbClr val="0E828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18A5DC6-74F8-81AA-39B1-41426339786A}"/>
                </a:ext>
              </a:extLst>
            </p:cNvPr>
            <p:cNvSpPr/>
            <p:nvPr/>
          </p:nvSpPr>
          <p:spPr>
            <a:xfrm rot="10800000">
              <a:off x="6152942" y="2358924"/>
              <a:ext cx="1162237" cy="1183597"/>
            </a:xfrm>
            <a:custGeom>
              <a:avLst/>
              <a:gdLst>
                <a:gd name="connsiteX0" fmla="*/ 1162237 w 1162237"/>
                <a:gd name="connsiteY0" fmla="*/ 1183597 h 1183597"/>
                <a:gd name="connsiteX1" fmla="*/ 1123369 w 1162237"/>
                <a:gd name="connsiteY1" fmla="*/ 1181634 h 1183597"/>
                <a:gd name="connsiteX2" fmla="*/ 453349 w 1162237"/>
                <a:gd name="connsiteY2" fmla="*/ 901516 h 1183597"/>
                <a:gd name="connsiteX3" fmla="*/ 429179 w 1162237"/>
                <a:gd name="connsiteY3" fmla="*/ 879549 h 1183597"/>
                <a:gd name="connsiteX4" fmla="*/ 187200 w 1162237"/>
                <a:gd name="connsiteY4" fmla="*/ 924940 h 1183597"/>
                <a:gd name="connsiteX5" fmla="*/ 235481 w 1162237"/>
                <a:gd name="connsiteY5" fmla="*/ 667548 h 1183597"/>
                <a:gd name="connsiteX6" fmla="*/ 210966 w 1162237"/>
                <a:gd name="connsiteY6" fmla="*/ 634764 h 1183597"/>
                <a:gd name="connsiteX7" fmla="*/ 3099 w 1162237"/>
                <a:gd name="connsiteY7" fmla="*/ 61364 h 1183597"/>
                <a:gd name="connsiteX8" fmla="*/ 0 w 1162237"/>
                <a:gd name="connsiteY8" fmla="*/ 0 h 1183597"/>
                <a:gd name="connsiteX9" fmla="*/ 238489 w 1162237"/>
                <a:gd name="connsiteY9" fmla="*/ 0 h 1183597"/>
                <a:gd name="connsiteX10" fmla="*/ 240357 w 1162237"/>
                <a:gd name="connsiteY10" fmla="*/ 36980 h 1183597"/>
                <a:gd name="connsiteX11" fmla="*/ 1147753 w 1162237"/>
                <a:gd name="connsiteY11" fmla="*/ 944376 h 1183597"/>
                <a:gd name="connsiteX12" fmla="*/ 1162237 w 1162237"/>
                <a:gd name="connsiteY12" fmla="*/ 945108 h 1183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62237" h="1183597">
                  <a:moveTo>
                    <a:pt x="1162237" y="1183597"/>
                  </a:moveTo>
                  <a:lnTo>
                    <a:pt x="1123369" y="1181634"/>
                  </a:lnTo>
                  <a:cubicBezTo>
                    <a:pt x="870217" y="1155925"/>
                    <a:pt x="639307" y="1054982"/>
                    <a:pt x="453349" y="901516"/>
                  </a:cubicBezTo>
                  <a:lnTo>
                    <a:pt x="429179" y="879549"/>
                  </a:lnTo>
                  <a:lnTo>
                    <a:pt x="187200" y="924940"/>
                  </a:lnTo>
                  <a:lnTo>
                    <a:pt x="235481" y="667548"/>
                  </a:lnTo>
                  <a:lnTo>
                    <a:pt x="210966" y="634764"/>
                  </a:lnTo>
                  <a:cubicBezTo>
                    <a:pt x="98193" y="467838"/>
                    <a:pt x="24523" y="272324"/>
                    <a:pt x="3099" y="61364"/>
                  </a:cubicBezTo>
                  <a:lnTo>
                    <a:pt x="0" y="0"/>
                  </a:lnTo>
                  <a:lnTo>
                    <a:pt x="238489" y="0"/>
                  </a:lnTo>
                  <a:lnTo>
                    <a:pt x="240357" y="36980"/>
                  </a:lnTo>
                  <a:cubicBezTo>
                    <a:pt x="288945" y="515424"/>
                    <a:pt x="669309" y="895788"/>
                    <a:pt x="1147753" y="944376"/>
                  </a:cubicBezTo>
                  <a:lnTo>
                    <a:pt x="1162237" y="945108"/>
                  </a:lnTo>
                  <a:close/>
                </a:path>
              </a:pathLst>
            </a:custGeom>
            <a:solidFill>
              <a:srgbClr val="0E82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DCC932-BFAD-AD49-863D-4BC8CE1A1274}"/>
                </a:ext>
              </a:extLst>
            </p:cNvPr>
            <p:cNvSpPr txBox="1"/>
            <p:nvPr/>
          </p:nvSpPr>
          <p:spPr>
            <a:xfrm>
              <a:off x="6300166" y="976059"/>
              <a:ext cx="17686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>
                  <a:solidFill>
                    <a:srgbClr val="0E828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Complete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D0AB91-B71D-516D-70D7-6436696A7552}"/>
                </a:ext>
              </a:extLst>
            </p:cNvPr>
            <p:cNvSpPr txBox="1"/>
            <p:nvPr/>
          </p:nvSpPr>
          <p:spPr>
            <a:xfrm>
              <a:off x="9520645" y="868546"/>
              <a:ext cx="17686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MY" sz="2000" b="1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Conscious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265A42-1947-C3A9-7DA2-BD2CF37AD396}"/>
              </a:ext>
            </a:extLst>
          </p:cNvPr>
          <p:cNvGrpSpPr/>
          <p:nvPr/>
        </p:nvGrpSpPr>
        <p:grpSpPr>
          <a:xfrm>
            <a:off x="6152942" y="3632341"/>
            <a:ext cx="5600374" cy="2673968"/>
            <a:chOff x="6152942" y="3632341"/>
            <a:chExt cx="5600374" cy="267396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D0E2F52-2D9A-8D49-524C-718EC3A3400B}"/>
                </a:ext>
              </a:extLst>
            </p:cNvPr>
            <p:cNvSpPr/>
            <p:nvPr/>
          </p:nvSpPr>
          <p:spPr>
            <a:xfrm rot="10800000">
              <a:off x="6152942" y="3632341"/>
              <a:ext cx="5600374" cy="2673968"/>
            </a:xfrm>
            <a:custGeom>
              <a:avLst/>
              <a:gdLst>
                <a:gd name="connsiteX0" fmla="*/ 4435910 w 5600374"/>
                <a:gd name="connsiteY0" fmla="*/ 2673968 h 2673968"/>
                <a:gd name="connsiteX1" fmla="*/ 0 w 5600374"/>
                <a:gd name="connsiteY1" fmla="*/ 2673968 h 2673968"/>
                <a:gd name="connsiteX2" fmla="*/ 0 w 5600374"/>
                <a:gd name="connsiteY2" fmla="*/ 614467 h 2673968"/>
                <a:gd name="connsiteX3" fmla="*/ 614467 w 5600374"/>
                <a:gd name="connsiteY3" fmla="*/ 0 h 2673968"/>
                <a:gd name="connsiteX4" fmla="*/ 5600374 w 5600374"/>
                <a:gd name="connsiteY4" fmla="*/ 0 h 2673968"/>
                <a:gd name="connsiteX5" fmla="*/ 5600374 w 5600374"/>
                <a:gd name="connsiteY5" fmla="*/ 1446273 h 2673968"/>
                <a:gd name="connsiteX6" fmla="*/ 5561506 w 5600374"/>
                <a:gd name="connsiteY6" fmla="*/ 1448235 h 2673968"/>
                <a:gd name="connsiteX7" fmla="*/ 4988106 w 5600374"/>
                <a:gd name="connsiteY7" fmla="*/ 1656102 h 2673968"/>
                <a:gd name="connsiteX8" fmla="*/ 4897271 w 5600374"/>
                <a:gd name="connsiteY8" fmla="*/ 1724027 h 2673968"/>
                <a:gd name="connsiteX9" fmla="*/ 4625336 w 5600374"/>
                <a:gd name="connsiteY9" fmla="*/ 1673017 h 2673968"/>
                <a:gd name="connsiteX10" fmla="*/ 4678403 w 5600374"/>
                <a:gd name="connsiteY10" fmla="*/ 1955922 h 2673968"/>
                <a:gd name="connsiteX11" fmla="*/ 4649103 w 5600374"/>
                <a:gd name="connsiteY11" fmla="*/ 1995105 h 2673968"/>
                <a:gd name="connsiteX12" fmla="*/ 4441236 w 5600374"/>
                <a:gd name="connsiteY12" fmla="*/ 2568505 h 2673968"/>
                <a:gd name="connsiteX13" fmla="*/ 4435910 w 5600374"/>
                <a:gd name="connsiteY13" fmla="*/ 2673968 h 267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00374" h="2673968">
                  <a:moveTo>
                    <a:pt x="4435910" y="2673968"/>
                  </a:moveTo>
                  <a:lnTo>
                    <a:pt x="0" y="2673968"/>
                  </a:lnTo>
                  <a:lnTo>
                    <a:pt x="0" y="614467"/>
                  </a:lnTo>
                  <a:cubicBezTo>
                    <a:pt x="0" y="275106"/>
                    <a:pt x="275106" y="0"/>
                    <a:pt x="614467" y="0"/>
                  </a:cubicBezTo>
                  <a:lnTo>
                    <a:pt x="5600374" y="0"/>
                  </a:lnTo>
                  <a:lnTo>
                    <a:pt x="5600374" y="1446273"/>
                  </a:lnTo>
                  <a:lnTo>
                    <a:pt x="5561506" y="1448235"/>
                  </a:lnTo>
                  <a:cubicBezTo>
                    <a:pt x="5350546" y="1469659"/>
                    <a:pt x="5155032" y="1543329"/>
                    <a:pt x="4988106" y="1656102"/>
                  </a:cubicBezTo>
                  <a:lnTo>
                    <a:pt x="4897271" y="1724027"/>
                  </a:lnTo>
                  <a:lnTo>
                    <a:pt x="4625336" y="1673017"/>
                  </a:lnTo>
                  <a:lnTo>
                    <a:pt x="4678403" y="1955922"/>
                  </a:lnTo>
                  <a:lnTo>
                    <a:pt x="4649103" y="1995105"/>
                  </a:lnTo>
                  <a:cubicBezTo>
                    <a:pt x="4536330" y="2162031"/>
                    <a:pt x="4462660" y="2357546"/>
                    <a:pt x="4441236" y="2568505"/>
                  </a:cubicBezTo>
                  <a:lnTo>
                    <a:pt x="4435910" y="2673968"/>
                  </a:lnTo>
                  <a:close/>
                </a:path>
              </a:pathLst>
            </a:custGeom>
            <a:solidFill>
              <a:srgbClr val="0E828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2D3A380-7ED3-6874-8757-089F824C30E5}"/>
                </a:ext>
              </a:extLst>
            </p:cNvPr>
            <p:cNvSpPr/>
            <p:nvPr/>
          </p:nvSpPr>
          <p:spPr>
            <a:xfrm rot="10800000">
              <a:off x="6152942" y="3632341"/>
              <a:ext cx="1164464" cy="1227695"/>
            </a:xfrm>
            <a:custGeom>
              <a:avLst/>
              <a:gdLst>
                <a:gd name="connsiteX0" fmla="*/ 238489 w 1164464"/>
                <a:gd name="connsiteY0" fmla="*/ 1227695 h 1227695"/>
                <a:gd name="connsiteX1" fmla="*/ 0 w 1164464"/>
                <a:gd name="connsiteY1" fmla="*/ 1227695 h 1227695"/>
                <a:gd name="connsiteX2" fmla="*/ 5326 w 1164464"/>
                <a:gd name="connsiteY2" fmla="*/ 1122232 h 1227695"/>
                <a:gd name="connsiteX3" fmla="*/ 213193 w 1164464"/>
                <a:gd name="connsiteY3" fmla="*/ 548832 h 1227695"/>
                <a:gd name="connsiteX4" fmla="*/ 242493 w 1164464"/>
                <a:gd name="connsiteY4" fmla="*/ 509649 h 1227695"/>
                <a:gd name="connsiteX5" fmla="*/ 189426 w 1164464"/>
                <a:gd name="connsiteY5" fmla="*/ 226744 h 1227695"/>
                <a:gd name="connsiteX6" fmla="*/ 461361 w 1164464"/>
                <a:gd name="connsiteY6" fmla="*/ 277754 h 1227695"/>
                <a:gd name="connsiteX7" fmla="*/ 552196 w 1164464"/>
                <a:gd name="connsiteY7" fmla="*/ 209829 h 1227695"/>
                <a:gd name="connsiteX8" fmla="*/ 1125596 w 1164464"/>
                <a:gd name="connsiteY8" fmla="*/ 1962 h 1227695"/>
                <a:gd name="connsiteX9" fmla="*/ 1164464 w 1164464"/>
                <a:gd name="connsiteY9" fmla="*/ 0 h 1227695"/>
                <a:gd name="connsiteX10" fmla="*/ 1164464 w 1164464"/>
                <a:gd name="connsiteY10" fmla="*/ 238489 h 1227695"/>
                <a:gd name="connsiteX11" fmla="*/ 1149980 w 1164464"/>
                <a:gd name="connsiteY11" fmla="*/ 239220 h 1227695"/>
                <a:gd name="connsiteX12" fmla="*/ 242584 w 1164464"/>
                <a:gd name="connsiteY12" fmla="*/ 1146616 h 12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64464" h="1227695">
                  <a:moveTo>
                    <a:pt x="238489" y="1227695"/>
                  </a:moveTo>
                  <a:lnTo>
                    <a:pt x="0" y="1227695"/>
                  </a:lnTo>
                  <a:lnTo>
                    <a:pt x="5326" y="1122232"/>
                  </a:lnTo>
                  <a:cubicBezTo>
                    <a:pt x="26750" y="911273"/>
                    <a:pt x="100420" y="715758"/>
                    <a:pt x="213193" y="548832"/>
                  </a:cubicBezTo>
                  <a:lnTo>
                    <a:pt x="242493" y="509649"/>
                  </a:lnTo>
                  <a:lnTo>
                    <a:pt x="189426" y="226744"/>
                  </a:lnTo>
                  <a:lnTo>
                    <a:pt x="461361" y="277754"/>
                  </a:lnTo>
                  <a:lnTo>
                    <a:pt x="552196" y="209829"/>
                  </a:lnTo>
                  <a:cubicBezTo>
                    <a:pt x="719122" y="97056"/>
                    <a:pt x="914636" y="23386"/>
                    <a:pt x="1125596" y="1962"/>
                  </a:cubicBezTo>
                  <a:lnTo>
                    <a:pt x="1164464" y="0"/>
                  </a:lnTo>
                  <a:lnTo>
                    <a:pt x="1164464" y="238489"/>
                  </a:lnTo>
                  <a:lnTo>
                    <a:pt x="1149980" y="239220"/>
                  </a:lnTo>
                  <a:cubicBezTo>
                    <a:pt x="671536" y="287808"/>
                    <a:pt x="291172" y="668172"/>
                    <a:pt x="242584" y="1146616"/>
                  </a:cubicBezTo>
                  <a:close/>
                </a:path>
              </a:pathLst>
            </a:custGeom>
            <a:solidFill>
              <a:srgbClr val="0E82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31DE1A-AB5C-277D-F4D1-1EC7127C5840}"/>
                </a:ext>
              </a:extLst>
            </p:cNvPr>
            <p:cNvSpPr txBox="1"/>
            <p:nvPr/>
          </p:nvSpPr>
          <p:spPr>
            <a:xfrm>
              <a:off x="8808090" y="3636235"/>
              <a:ext cx="2488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MY" sz="2000" b="1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Unconscious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BFF4369-CF58-FB3D-10EC-BBB2A272C1A4}"/>
              </a:ext>
            </a:extLst>
          </p:cNvPr>
          <p:cNvSpPr txBox="1"/>
          <p:nvPr/>
        </p:nvSpPr>
        <p:spPr>
          <a:xfrm>
            <a:off x="764711" y="1282790"/>
            <a:ext cx="22586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Signs</a:t>
            </a: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Having forceful cough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Able to speak</a:t>
            </a:r>
          </a:p>
          <a:p>
            <a:endParaRPr lang="en-MY" sz="14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interfere with cough – encourage to cough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912D5-667A-E7FB-FB8C-3CE3DEBF58F2}"/>
              </a:ext>
            </a:extLst>
          </p:cNvPr>
          <p:cNvSpPr txBox="1"/>
          <p:nvPr/>
        </p:nvSpPr>
        <p:spPr>
          <a:xfrm>
            <a:off x="8054461" y="1282790"/>
            <a:ext cx="37053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Signs</a:t>
            </a: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Clutching the throat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Unable to speak or cough</a:t>
            </a:r>
          </a:p>
          <a:p>
            <a:endParaRPr lang="en-MY" sz="14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MY" sz="1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Adult &amp; Child: Heimlich </a:t>
            </a:r>
            <a:r>
              <a:rPr lang="en-MY" sz="1400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Maneuver</a:t>
            </a: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/Abdominal Thrust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Obese &amp; Pregnant Lady: Chest Thrust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Infant: 5 back blows, 5 chest thrusts + check mouth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20E7F-379B-931E-BF80-63027E037953}"/>
              </a:ext>
            </a:extLst>
          </p:cNvPr>
          <p:cNvSpPr txBox="1"/>
          <p:nvPr/>
        </p:nvSpPr>
        <p:spPr>
          <a:xfrm>
            <a:off x="8054461" y="4076046"/>
            <a:ext cx="3705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MY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9E1ED3-A742-3183-62EE-FFCACE0CC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173" y="4635547"/>
            <a:ext cx="2334375" cy="1512243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0726A39-5B6B-0C05-D257-20D56222D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506" y="4076046"/>
            <a:ext cx="2560407" cy="1892046"/>
          </a:xfrm>
          <a:prstGeom prst="rect">
            <a:avLst/>
          </a:prstGeom>
          <a:ln w="9525">
            <a:noFill/>
          </a:ln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44704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build="p"/>
      <p:bldP spid="1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E71A48-D86C-6E55-ED55-9DD7E839CD3B}"/>
              </a:ext>
            </a:extLst>
          </p:cNvPr>
          <p:cNvGrpSpPr/>
          <p:nvPr/>
        </p:nvGrpSpPr>
        <p:grpSpPr>
          <a:xfrm>
            <a:off x="3430348" y="3549576"/>
            <a:ext cx="5359922" cy="1782002"/>
            <a:chOff x="3550924" y="3729104"/>
            <a:chExt cx="5359922" cy="1782002"/>
          </a:xfrm>
        </p:grpSpPr>
        <p:sp>
          <p:nvSpPr>
            <p:cNvPr id="3" name="Circle: Hollow 2">
              <a:extLst>
                <a:ext uri="{FF2B5EF4-FFF2-40B4-BE49-F238E27FC236}">
                  <a16:creationId xmlns:a16="http://schemas.microsoft.com/office/drawing/2014/main" id="{C09D056E-7045-9F04-55A0-AC85974BD463}"/>
                </a:ext>
              </a:extLst>
            </p:cNvPr>
            <p:cNvSpPr/>
            <p:nvPr/>
          </p:nvSpPr>
          <p:spPr>
            <a:xfrm rot="16200000">
              <a:off x="3550924" y="3729104"/>
              <a:ext cx="1775183" cy="1775183"/>
            </a:xfrm>
            <a:prstGeom prst="donut">
              <a:avLst>
                <a:gd name="adj" fmla="val 8619"/>
              </a:avLst>
            </a:prstGeom>
            <a:solidFill>
              <a:srgbClr val="0E82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8CFA58D-D2B8-00EB-B32B-94E8FDDD981E}"/>
                </a:ext>
              </a:extLst>
            </p:cNvPr>
            <p:cNvSpPr/>
            <p:nvPr/>
          </p:nvSpPr>
          <p:spPr>
            <a:xfrm rot="16200000">
              <a:off x="5819408" y="2419668"/>
              <a:ext cx="1782002" cy="4400874"/>
            </a:xfrm>
            <a:prstGeom prst="rect">
              <a:avLst/>
            </a:prstGeom>
            <a:solidFill>
              <a:srgbClr val="0E82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F589420-BF11-E489-313D-D955AA3D4ABF}"/>
                </a:ext>
              </a:extLst>
            </p:cNvPr>
            <p:cNvSpPr/>
            <p:nvPr/>
          </p:nvSpPr>
          <p:spPr>
            <a:xfrm rot="16200000">
              <a:off x="5654061" y="2513558"/>
              <a:ext cx="1782002" cy="4213094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D15E2BF-3B79-F309-3C22-53A06A4B8D72}"/>
                </a:ext>
              </a:extLst>
            </p:cNvPr>
            <p:cNvSpPr/>
            <p:nvPr/>
          </p:nvSpPr>
          <p:spPr>
            <a:xfrm rot="16200000">
              <a:off x="3772197" y="3950377"/>
              <a:ext cx="1332637" cy="1332637"/>
            </a:xfrm>
            <a:prstGeom prst="ellipse">
              <a:avLst/>
            </a:prstGeom>
            <a:solidFill>
              <a:srgbClr val="0E82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96003A-3EE2-3972-3D32-2B7DA970DE55}"/>
                </a:ext>
              </a:extLst>
            </p:cNvPr>
            <p:cNvSpPr txBox="1"/>
            <p:nvPr/>
          </p:nvSpPr>
          <p:spPr>
            <a:xfrm>
              <a:off x="4110119" y="4293529"/>
              <a:ext cx="6480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3600" dirty="0">
                  <a:solidFill>
                    <a:schemeClr val="bg1"/>
                  </a:solidFill>
                  <a:latin typeface="Daytona Condensed" panose="020B0506030503040204" pitchFamily="34" charset="0"/>
                </a:rPr>
                <a:t>02</a:t>
              </a:r>
              <a:endParaRPr lang="en-MY" dirty="0">
                <a:solidFill>
                  <a:schemeClr val="bg1"/>
                </a:solidFill>
                <a:latin typeface="Daytona Condensed" panose="020B050603050304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F1D497-B0E6-D0AC-F6F2-FC3D968828D5}"/>
                </a:ext>
              </a:extLst>
            </p:cNvPr>
            <p:cNvSpPr txBox="1"/>
            <p:nvPr/>
          </p:nvSpPr>
          <p:spPr>
            <a:xfrm>
              <a:off x="5122718" y="3842703"/>
              <a:ext cx="360034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 of Controlling External Bleeding</a:t>
              </a:r>
            </a:p>
            <a:p>
              <a:endParaRPr lang="en-US" sz="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 Pressure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Elevation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Indirect Pressure (Indirect Pressure)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Tourniquet (only by Doctor)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43E9E84-8610-6A70-B17F-D0C43CF927B9}"/>
              </a:ext>
            </a:extLst>
          </p:cNvPr>
          <p:cNvGrpSpPr/>
          <p:nvPr/>
        </p:nvGrpSpPr>
        <p:grpSpPr>
          <a:xfrm>
            <a:off x="3419059" y="1467470"/>
            <a:ext cx="5371211" cy="1782002"/>
            <a:chOff x="3539635" y="1646998"/>
            <a:chExt cx="5371211" cy="178200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4C0AA1A-5ADB-1A67-E43C-F3CFE0D2AF3F}"/>
                </a:ext>
              </a:extLst>
            </p:cNvPr>
            <p:cNvGrpSpPr/>
            <p:nvPr/>
          </p:nvGrpSpPr>
          <p:grpSpPr>
            <a:xfrm>
              <a:off x="3539635" y="1646998"/>
              <a:ext cx="5371211" cy="1782002"/>
              <a:chOff x="3539635" y="1646998"/>
              <a:chExt cx="5371211" cy="178200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19EE8AC-96D3-D05C-20E1-F1BFDFFCD120}"/>
                  </a:ext>
                </a:extLst>
              </p:cNvPr>
              <p:cNvSpPr/>
              <p:nvPr/>
            </p:nvSpPr>
            <p:spPr>
              <a:xfrm rot="16200000">
                <a:off x="5819408" y="337562"/>
                <a:ext cx="1782002" cy="4400874"/>
              </a:xfrm>
              <a:prstGeom prst="rect">
                <a:avLst/>
              </a:prstGeom>
              <a:solidFill>
                <a:srgbClr val="0FB7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13" name="Circle: Hollow 12">
                <a:extLst>
                  <a:ext uri="{FF2B5EF4-FFF2-40B4-BE49-F238E27FC236}">
                    <a16:creationId xmlns:a16="http://schemas.microsoft.com/office/drawing/2014/main" id="{65DC84C5-63A6-EBED-2CAE-B7FDB7C16D25}"/>
                  </a:ext>
                </a:extLst>
              </p:cNvPr>
              <p:cNvSpPr/>
              <p:nvPr/>
            </p:nvSpPr>
            <p:spPr>
              <a:xfrm rot="16200000">
                <a:off x="3539635" y="1646998"/>
                <a:ext cx="1775183" cy="1775183"/>
              </a:xfrm>
              <a:prstGeom prst="donut">
                <a:avLst>
                  <a:gd name="adj" fmla="val 8619"/>
                </a:avLst>
              </a:prstGeom>
              <a:solidFill>
                <a:srgbClr val="0FB7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BC2AAD-DFA8-2D9A-7242-016B621FAF0E}"/>
                  </a:ext>
                </a:extLst>
              </p:cNvPr>
              <p:cNvSpPr/>
              <p:nvPr/>
            </p:nvSpPr>
            <p:spPr>
              <a:xfrm rot="16200000">
                <a:off x="5654061" y="431452"/>
                <a:ext cx="1782002" cy="4213094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11DC70C-48C4-BC17-9A9A-4B5F9BF42627}"/>
                  </a:ext>
                </a:extLst>
              </p:cNvPr>
              <p:cNvSpPr/>
              <p:nvPr/>
            </p:nvSpPr>
            <p:spPr>
              <a:xfrm rot="16200000">
                <a:off x="3760908" y="1868271"/>
                <a:ext cx="1332637" cy="1332637"/>
              </a:xfrm>
              <a:prstGeom prst="ellipse">
                <a:avLst/>
              </a:prstGeom>
              <a:solidFill>
                <a:srgbClr val="0FB7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A2C8DB-34D2-A822-5C4B-BE7C9908FEE1}"/>
                  </a:ext>
                </a:extLst>
              </p:cNvPr>
              <p:cNvSpPr txBox="1"/>
              <p:nvPr/>
            </p:nvSpPr>
            <p:spPr>
              <a:xfrm>
                <a:off x="4107547" y="2211423"/>
                <a:ext cx="6480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MY" sz="3600" dirty="0">
                    <a:solidFill>
                      <a:schemeClr val="bg1"/>
                    </a:solidFill>
                    <a:latin typeface="Daytona Condensed" panose="020B0506030503040204" pitchFamily="34" charset="0"/>
                  </a:rPr>
                  <a:t>01</a:t>
                </a:r>
                <a:endParaRPr lang="en-MY" dirty="0">
                  <a:solidFill>
                    <a:schemeClr val="bg1"/>
                  </a:solidFill>
                  <a:latin typeface="Daytona Condensed" panose="020B0506030503040204" pitchFamily="34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266243-1C19-32BA-93F2-1B69F69A68DF}"/>
                </a:ext>
              </a:extLst>
            </p:cNvPr>
            <p:cNvSpPr txBox="1"/>
            <p:nvPr/>
          </p:nvSpPr>
          <p:spPr>
            <a:xfrm>
              <a:off x="5135968" y="1987763"/>
              <a:ext cx="347531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External Bleeding</a:t>
              </a:r>
            </a:p>
            <a:p>
              <a:endParaRPr lang="en-US" sz="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4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External Bleeding is visible. It is usually associated with wounds that are caused by a cut, laceration and deep incision.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55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C5040-A01E-DF08-62F3-15263DC85070}"/>
              </a:ext>
            </a:extLst>
          </p:cNvPr>
          <p:cNvSpPr txBox="1"/>
          <p:nvPr/>
        </p:nvSpPr>
        <p:spPr>
          <a:xfrm>
            <a:off x="5104126" y="2073233"/>
            <a:ext cx="2520124" cy="4616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MY" sz="2400" b="1" dirty="0">
                <a:latin typeface="Century Gothic" panose="020B0502020202020204" pitchFamily="34" charset="0"/>
              </a:rPr>
              <a:t>New Learning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FC24A4-1F54-3D6F-B4DF-BDE7D4740495}"/>
              </a:ext>
            </a:extLst>
          </p:cNvPr>
          <p:cNvGrpSpPr/>
          <p:nvPr/>
        </p:nvGrpSpPr>
        <p:grpSpPr>
          <a:xfrm>
            <a:off x="6203605" y="3140968"/>
            <a:ext cx="3401112" cy="707886"/>
            <a:chOff x="6203605" y="3140968"/>
            <a:chExt cx="3401112" cy="70788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AE4748C-065F-8022-717B-ACAE231E03BA}"/>
                </a:ext>
              </a:extLst>
            </p:cNvPr>
            <p:cNvSpPr txBox="1"/>
            <p:nvPr/>
          </p:nvSpPr>
          <p:spPr>
            <a:xfrm>
              <a:off x="6456040" y="3140968"/>
              <a:ext cx="31486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000" b="1" dirty="0">
                  <a:latin typeface="Century Gothic" panose="020B0502020202020204" pitchFamily="34" charset="0"/>
                </a:rPr>
                <a:t>Equilibration</a:t>
              </a:r>
            </a:p>
            <a:p>
              <a:r>
                <a:rPr lang="en-MY" dirty="0">
                  <a:latin typeface="Century Gothic" panose="020B0502020202020204" pitchFamily="34" charset="0"/>
                </a:rPr>
                <a:t>Change of belief</a:t>
              </a:r>
              <a:endParaRPr lang="en-MY" sz="20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8F4C73C-91A1-76F8-BD2C-AE3FEBEF3F14}"/>
                </a:ext>
              </a:extLst>
            </p:cNvPr>
            <p:cNvSpPr/>
            <p:nvPr/>
          </p:nvSpPr>
          <p:spPr>
            <a:xfrm>
              <a:off x="6203605" y="3257404"/>
              <a:ext cx="196994" cy="196994"/>
            </a:xfrm>
            <a:prstGeom prst="ellipse">
              <a:avLst/>
            </a:prstGeom>
            <a:solidFill>
              <a:srgbClr val="F01E46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A059C9D-EB6F-565C-60C0-BA4C5B5CF3D9}"/>
              </a:ext>
            </a:extLst>
          </p:cNvPr>
          <p:cNvGrpSpPr/>
          <p:nvPr/>
        </p:nvGrpSpPr>
        <p:grpSpPr>
          <a:xfrm>
            <a:off x="6197378" y="3934564"/>
            <a:ext cx="4075086" cy="984885"/>
            <a:chOff x="6197378" y="3934564"/>
            <a:chExt cx="4075086" cy="9848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BCFADF-28B0-7656-47C1-99B419762EE1}"/>
                </a:ext>
              </a:extLst>
            </p:cNvPr>
            <p:cNvSpPr txBox="1"/>
            <p:nvPr/>
          </p:nvSpPr>
          <p:spPr>
            <a:xfrm>
              <a:off x="6456040" y="3934564"/>
              <a:ext cx="3816424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000" b="1" dirty="0">
                  <a:latin typeface="Century Gothic" panose="020B0502020202020204" pitchFamily="34" charset="0"/>
                </a:rPr>
                <a:t>Schemata</a:t>
              </a:r>
            </a:p>
            <a:p>
              <a:r>
                <a:rPr lang="en-MY" dirty="0">
                  <a:latin typeface="Century Gothic" panose="020B0502020202020204" pitchFamily="34" charset="0"/>
                </a:rPr>
                <a:t>Mental representation of an associated set of perceptions</a:t>
              </a:r>
              <a:endParaRPr lang="en-MY" sz="20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94058B7-BFDC-6149-AE64-E18A4CADF574}"/>
                </a:ext>
              </a:extLst>
            </p:cNvPr>
            <p:cNvSpPr/>
            <p:nvPr/>
          </p:nvSpPr>
          <p:spPr>
            <a:xfrm>
              <a:off x="6197378" y="4043164"/>
              <a:ext cx="196994" cy="196994"/>
            </a:xfrm>
            <a:prstGeom prst="ellipse">
              <a:avLst/>
            </a:prstGeom>
            <a:solidFill>
              <a:srgbClr val="66852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EE729E3C-253A-BAFD-8C60-58EFE2613173}"/>
              </a:ext>
            </a:extLst>
          </p:cNvPr>
          <p:cNvSpPr/>
          <p:nvPr/>
        </p:nvSpPr>
        <p:spPr>
          <a:xfrm>
            <a:off x="2423592" y="2534898"/>
            <a:ext cx="3293153" cy="3293153"/>
          </a:xfrm>
          <a:prstGeom prst="donut">
            <a:avLst>
              <a:gd name="adj" fmla="val 16014"/>
            </a:avLst>
          </a:prstGeom>
          <a:solidFill>
            <a:srgbClr val="6B8E20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isometricOffAxis1Top"/>
            <a:lightRig rig="threePt" dir="t">
              <a:rot lat="0" lon="0" rev="0"/>
            </a:lightRig>
          </a:scene3d>
          <a:sp3d extrusionH="381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C03A9BC2-85E4-FD3B-D17E-EE8AE71CD2D4}"/>
              </a:ext>
            </a:extLst>
          </p:cNvPr>
          <p:cNvSpPr/>
          <p:nvPr/>
        </p:nvSpPr>
        <p:spPr>
          <a:xfrm>
            <a:off x="2423593" y="1782423"/>
            <a:ext cx="3293153" cy="3293153"/>
          </a:xfrm>
          <a:prstGeom prst="donut">
            <a:avLst>
              <a:gd name="adj" fmla="val 16014"/>
            </a:avLst>
          </a:prstGeom>
          <a:solidFill>
            <a:srgbClr val="DC143B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isometricOffAxis1Top"/>
            <a:lightRig rig="threePt" dir="t">
              <a:rot lat="0" lon="0" rev="0"/>
            </a:lightRig>
          </a:scene3d>
          <a:sp3d extrusionH="381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26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B2AA7A0-25AE-D662-B0D7-B9A569504773}"/>
              </a:ext>
            </a:extLst>
          </p:cNvPr>
          <p:cNvGrpSpPr/>
          <p:nvPr/>
        </p:nvGrpSpPr>
        <p:grpSpPr>
          <a:xfrm>
            <a:off x="3136281" y="1905088"/>
            <a:ext cx="5910728" cy="3044952"/>
            <a:chOff x="3140636" y="1906524"/>
            <a:chExt cx="5910728" cy="3044952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492B966-ED32-F5BD-C474-49CE492C5F20}"/>
                </a:ext>
              </a:extLst>
            </p:cNvPr>
            <p:cNvSpPr/>
            <p:nvPr/>
          </p:nvSpPr>
          <p:spPr>
            <a:xfrm>
              <a:off x="3140636" y="1906524"/>
              <a:ext cx="3044952" cy="1522476"/>
            </a:xfrm>
            <a:custGeom>
              <a:avLst/>
              <a:gdLst>
                <a:gd name="connsiteX0" fmla="*/ 1640915 w 3281830"/>
                <a:gd name="connsiteY0" fmla="*/ 0 h 1640915"/>
                <a:gd name="connsiteX1" fmla="*/ 3281830 w 3281830"/>
                <a:gd name="connsiteY1" fmla="*/ 1640915 h 1640915"/>
                <a:gd name="connsiteX2" fmla="*/ 3090022 w 3281830"/>
                <a:gd name="connsiteY2" fmla="*/ 1640915 h 1640915"/>
                <a:gd name="connsiteX3" fmla="*/ 3090022 w 3281830"/>
                <a:gd name="connsiteY3" fmla="*/ 1640914 h 1640915"/>
                <a:gd name="connsiteX4" fmla="*/ 1640914 w 3281830"/>
                <a:gd name="connsiteY4" fmla="*/ 191806 h 1640915"/>
                <a:gd name="connsiteX5" fmla="*/ 191806 w 3281830"/>
                <a:gd name="connsiteY5" fmla="*/ 1640914 h 1640915"/>
                <a:gd name="connsiteX6" fmla="*/ 191806 w 3281830"/>
                <a:gd name="connsiteY6" fmla="*/ 1640915 h 1640915"/>
                <a:gd name="connsiteX7" fmla="*/ 0 w 3281830"/>
                <a:gd name="connsiteY7" fmla="*/ 1640915 h 1640915"/>
                <a:gd name="connsiteX8" fmla="*/ 1640915 w 3281830"/>
                <a:gd name="connsiteY8" fmla="*/ 0 h 164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81830" h="1640915">
                  <a:moveTo>
                    <a:pt x="1640915" y="0"/>
                  </a:moveTo>
                  <a:cubicBezTo>
                    <a:pt x="2547167" y="0"/>
                    <a:pt x="3281830" y="734663"/>
                    <a:pt x="3281830" y="1640915"/>
                  </a:cubicBezTo>
                  <a:lnTo>
                    <a:pt x="3090022" y="1640915"/>
                  </a:lnTo>
                  <a:lnTo>
                    <a:pt x="3090022" y="1640914"/>
                  </a:lnTo>
                  <a:cubicBezTo>
                    <a:pt x="3090022" y="840594"/>
                    <a:pt x="2441234" y="191806"/>
                    <a:pt x="1640914" y="191806"/>
                  </a:cubicBezTo>
                  <a:cubicBezTo>
                    <a:pt x="840594" y="191806"/>
                    <a:pt x="191806" y="840594"/>
                    <a:pt x="191806" y="1640914"/>
                  </a:cubicBezTo>
                  <a:lnTo>
                    <a:pt x="191806" y="1640915"/>
                  </a:lnTo>
                  <a:lnTo>
                    <a:pt x="0" y="1640915"/>
                  </a:lnTo>
                  <a:cubicBezTo>
                    <a:pt x="0" y="734663"/>
                    <a:pt x="734663" y="0"/>
                    <a:pt x="1640915" y="0"/>
                  </a:cubicBezTo>
                  <a:close/>
                </a:path>
              </a:pathLst>
            </a:custGeom>
            <a:solidFill>
              <a:srgbClr val="B400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CAC4FB7-DA26-F492-4B52-E1BE146FB1AB}"/>
                </a:ext>
              </a:extLst>
            </p:cNvPr>
            <p:cNvSpPr/>
            <p:nvPr/>
          </p:nvSpPr>
          <p:spPr>
            <a:xfrm flipV="1">
              <a:off x="6006412" y="3429000"/>
              <a:ext cx="3044952" cy="1522476"/>
            </a:xfrm>
            <a:custGeom>
              <a:avLst/>
              <a:gdLst>
                <a:gd name="connsiteX0" fmla="*/ 1640915 w 3281830"/>
                <a:gd name="connsiteY0" fmla="*/ 0 h 1640915"/>
                <a:gd name="connsiteX1" fmla="*/ 3281830 w 3281830"/>
                <a:gd name="connsiteY1" fmla="*/ 1640915 h 1640915"/>
                <a:gd name="connsiteX2" fmla="*/ 3090022 w 3281830"/>
                <a:gd name="connsiteY2" fmla="*/ 1640915 h 1640915"/>
                <a:gd name="connsiteX3" fmla="*/ 3090022 w 3281830"/>
                <a:gd name="connsiteY3" fmla="*/ 1640914 h 1640915"/>
                <a:gd name="connsiteX4" fmla="*/ 1640914 w 3281830"/>
                <a:gd name="connsiteY4" fmla="*/ 191806 h 1640915"/>
                <a:gd name="connsiteX5" fmla="*/ 191806 w 3281830"/>
                <a:gd name="connsiteY5" fmla="*/ 1640914 h 1640915"/>
                <a:gd name="connsiteX6" fmla="*/ 191806 w 3281830"/>
                <a:gd name="connsiteY6" fmla="*/ 1640915 h 1640915"/>
                <a:gd name="connsiteX7" fmla="*/ 0 w 3281830"/>
                <a:gd name="connsiteY7" fmla="*/ 1640915 h 1640915"/>
                <a:gd name="connsiteX8" fmla="*/ 1640915 w 3281830"/>
                <a:gd name="connsiteY8" fmla="*/ 0 h 1640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81830" h="1640915">
                  <a:moveTo>
                    <a:pt x="1640915" y="0"/>
                  </a:moveTo>
                  <a:cubicBezTo>
                    <a:pt x="2547167" y="0"/>
                    <a:pt x="3281830" y="734663"/>
                    <a:pt x="3281830" y="1640915"/>
                  </a:cubicBezTo>
                  <a:lnTo>
                    <a:pt x="3090022" y="1640915"/>
                  </a:lnTo>
                  <a:lnTo>
                    <a:pt x="3090022" y="1640914"/>
                  </a:lnTo>
                  <a:cubicBezTo>
                    <a:pt x="3090022" y="840594"/>
                    <a:pt x="2441234" y="191806"/>
                    <a:pt x="1640914" y="191806"/>
                  </a:cubicBezTo>
                  <a:cubicBezTo>
                    <a:pt x="840594" y="191806"/>
                    <a:pt x="191806" y="840594"/>
                    <a:pt x="191806" y="1640914"/>
                  </a:cubicBezTo>
                  <a:lnTo>
                    <a:pt x="191806" y="1640915"/>
                  </a:lnTo>
                  <a:lnTo>
                    <a:pt x="0" y="1640915"/>
                  </a:lnTo>
                  <a:cubicBezTo>
                    <a:pt x="0" y="734663"/>
                    <a:pt x="734663" y="0"/>
                    <a:pt x="1640915" y="0"/>
                  </a:cubicBezTo>
                  <a:close/>
                </a:path>
              </a:pathLst>
            </a:custGeom>
            <a:solidFill>
              <a:srgbClr val="006F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F81F46C-0B43-8C13-F864-E1677EA686B0}"/>
                </a:ext>
              </a:extLst>
            </p:cNvPr>
            <p:cNvSpPr/>
            <p:nvPr/>
          </p:nvSpPr>
          <p:spPr>
            <a:xfrm>
              <a:off x="3629272" y="2395160"/>
              <a:ext cx="2067679" cy="2067679"/>
            </a:xfrm>
            <a:prstGeom prst="ellipse">
              <a:avLst/>
            </a:prstGeom>
            <a:gradFill>
              <a:gsLst>
                <a:gs pos="0">
                  <a:srgbClr val="B4005A"/>
                </a:gs>
                <a:gs pos="100000">
                  <a:srgbClr val="F20079"/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F9BD4BD-A380-136D-9EE1-E8AB5F86893F}"/>
                </a:ext>
              </a:extLst>
            </p:cNvPr>
            <p:cNvSpPr/>
            <p:nvPr/>
          </p:nvSpPr>
          <p:spPr>
            <a:xfrm>
              <a:off x="6488859" y="2395160"/>
              <a:ext cx="2067679" cy="2067679"/>
            </a:xfrm>
            <a:prstGeom prst="ellipse">
              <a:avLst/>
            </a:prstGeom>
            <a:gradFill>
              <a:gsLst>
                <a:gs pos="0">
                  <a:srgbClr val="00B0F0"/>
                </a:gs>
                <a:gs pos="100000">
                  <a:srgbClr val="006F96"/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8524ED8-1765-F746-BABB-1549C6C46B95}"/>
              </a:ext>
            </a:extLst>
          </p:cNvPr>
          <p:cNvSpPr txBox="1"/>
          <p:nvPr/>
        </p:nvSpPr>
        <p:spPr>
          <a:xfrm>
            <a:off x="3815110" y="3196730"/>
            <a:ext cx="1687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Formative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5A9FC1-6657-9478-EE83-4506498ED2BD}"/>
              </a:ext>
            </a:extLst>
          </p:cNvPr>
          <p:cNvSpPr txBox="1"/>
          <p:nvPr/>
        </p:nvSpPr>
        <p:spPr>
          <a:xfrm>
            <a:off x="6577963" y="3196729"/>
            <a:ext cx="1880760" cy="461665"/>
          </a:xfrm>
          <a:prstGeom prst="rect">
            <a:avLst/>
          </a:prstGeom>
          <a:noFill/>
          <a:effectLst>
            <a:softEdge rad="889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MY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Summative</a:t>
            </a:r>
          </a:p>
        </p:txBody>
      </p:sp>
    </p:spTree>
    <p:extLst>
      <p:ext uri="{BB962C8B-B14F-4D97-AF65-F5344CB8AC3E}">
        <p14:creationId xmlns:p14="http://schemas.microsoft.com/office/powerpoint/2010/main" val="323326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AEDE98-7F57-8E60-CDC3-8027542009E4}"/>
              </a:ext>
            </a:extLst>
          </p:cNvPr>
          <p:cNvSpPr txBox="1"/>
          <p:nvPr/>
        </p:nvSpPr>
        <p:spPr>
          <a:xfrm>
            <a:off x="858666" y="2782567"/>
            <a:ext cx="29773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454949"/>
                </a:solidFill>
                <a:latin typeface="Century Gothic" panose="020B0502020202020204" pitchFamily="34" charset="0"/>
              </a:rPr>
              <a:t>Improves:</a:t>
            </a:r>
          </a:p>
          <a:p>
            <a:pPr algn="r"/>
            <a:endParaRPr lang="en-US" sz="1200" dirty="0">
              <a:latin typeface="Century Gothic" panose="020B0502020202020204" pitchFamily="34" charset="0"/>
            </a:endParaRPr>
          </a:p>
          <a:p>
            <a:pPr algn="r"/>
            <a:r>
              <a:rPr lang="en-US" sz="1600" dirty="0">
                <a:latin typeface="Century Gothic" panose="020B0502020202020204" pitchFamily="34" charset="0"/>
              </a:rPr>
              <a:t>Comprehension, Retention, Reading Speed and Reading Persistence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1B836-352F-2D03-FC03-E642A904DABB}"/>
              </a:ext>
            </a:extLst>
          </p:cNvPr>
          <p:cNvSpPr txBox="1"/>
          <p:nvPr/>
        </p:nvSpPr>
        <p:spPr>
          <a:xfrm>
            <a:off x="8344381" y="2767179"/>
            <a:ext cx="28803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61A3B"/>
                </a:solidFill>
                <a:latin typeface="Century Gothic" panose="020B0502020202020204" pitchFamily="34" charset="0"/>
              </a:rPr>
              <a:t>Features Affecting Readability:</a:t>
            </a:r>
          </a:p>
          <a:p>
            <a:endParaRPr lang="en-US" sz="1200" dirty="0">
              <a:solidFill>
                <a:schemeClr val="bg2">
                  <a:lumMod val="1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Century Gothic" panose="020B0502020202020204" pitchFamily="34" charset="0"/>
              </a:rPr>
              <a:t>Content, Style, Design, Structure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94CD8B7-5D14-5058-4AD3-D21E655FD27D}"/>
              </a:ext>
            </a:extLst>
          </p:cNvPr>
          <p:cNvGrpSpPr/>
          <p:nvPr/>
        </p:nvGrpSpPr>
        <p:grpSpPr>
          <a:xfrm>
            <a:off x="4049548" y="2215116"/>
            <a:ext cx="2427568" cy="2427567"/>
            <a:chOff x="4055360" y="2843055"/>
            <a:chExt cx="2427568" cy="242756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17AAD01-CF7A-F392-8141-F23C25989AC6}"/>
                </a:ext>
              </a:extLst>
            </p:cNvPr>
            <p:cNvSpPr/>
            <p:nvPr/>
          </p:nvSpPr>
          <p:spPr>
            <a:xfrm>
              <a:off x="4055360" y="2843055"/>
              <a:ext cx="2427568" cy="2427567"/>
            </a:xfrm>
            <a:custGeom>
              <a:avLst/>
              <a:gdLst>
                <a:gd name="connsiteX0" fmla="*/ 3430065 w 3655875"/>
                <a:gd name="connsiteY0" fmla="*/ 948094 h 3655874"/>
                <a:gd name="connsiteX1" fmla="*/ 3435253 w 3655875"/>
                <a:gd name="connsiteY1" fmla="*/ 956635 h 3655874"/>
                <a:gd name="connsiteX2" fmla="*/ 3655875 w 3655875"/>
                <a:gd name="connsiteY2" fmla="*/ 1827938 h 3655874"/>
                <a:gd name="connsiteX3" fmla="*/ 3435253 w 3655875"/>
                <a:gd name="connsiteY3" fmla="*/ 2699241 h 3655874"/>
                <a:gd name="connsiteX4" fmla="*/ 3430065 w 3655875"/>
                <a:gd name="connsiteY4" fmla="*/ 2707781 h 3655874"/>
                <a:gd name="connsiteX5" fmla="*/ 3430065 w 3655875"/>
                <a:gd name="connsiteY5" fmla="*/ 2707781 h 3655874"/>
                <a:gd name="connsiteX6" fmla="*/ 3343692 w 3655875"/>
                <a:gd name="connsiteY6" fmla="*/ 2849954 h 3655874"/>
                <a:gd name="connsiteX7" fmla="*/ 3120485 w 3655875"/>
                <a:gd name="connsiteY7" fmla="*/ 3120484 h 3655874"/>
                <a:gd name="connsiteX8" fmla="*/ 3073169 w 3655875"/>
                <a:gd name="connsiteY8" fmla="*/ 3163488 h 3655874"/>
                <a:gd name="connsiteX9" fmla="*/ 3025853 w 3655875"/>
                <a:gd name="connsiteY9" fmla="*/ 3120484 h 3655874"/>
                <a:gd name="connsiteX10" fmla="*/ 2802646 w 3655875"/>
                <a:gd name="connsiteY10" fmla="*/ 2849954 h 3655874"/>
                <a:gd name="connsiteX11" fmla="*/ 2716272 w 3655875"/>
                <a:gd name="connsiteY11" fmla="*/ 2707779 h 3655874"/>
                <a:gd name="connsiteX12" fmla="*/ 2792943 w 3655875"/>
                <a:gd name="connsiteY12" fmla="*/ 2623418 h 3655874"/>
                <a:gd name="connsiteX13" fmla="*/ 3072057 w 3655875"/>
                <a:gd name="connsiteY13" fmla="*/ 1955800 h 3655874"/>
                <a:gd name="connsiteX14" fmla="*/ 3073168 w 3655875"/>
                <a:gd name="connsiteY14" fmla="*/ 1933800 h 3655874"/>
                <a:gd name="connsiteX15" fmla="*/ 3073168 w 3655875"/>
                <a:gd name="connsiteY15" fmla="*/ 1933801 h 3655874"/>
                <a:gd name="connsiteX16" fmla="*/ 3078514 w 3655875"/>
                <a:gd name="connsiteY16" fmla="*/ 1827937 h 3655874"/>
                <a:gd name="connsiteX17" fmla="*/ 3073168 w 3655875"/>
                <a:gd name="connsiteY17" fmla="*/ 1722074 h 3655874"/>
                <a:gd name="connsiteX18" fmla="*/ 3074279 w 3655875"/>
                <a:gd name="connsiteY18" fmla="*/ 1700073 h 3655874"/>
                <a:gd name="connsiteX19" fmla="*/ 3353393 w 3655875"/>
                <a:gd name="connsiteY19" fmla="*/ 1032455 h 3655874"/>
                <a:gd name="connsiteX20" fmla="*/ 1827937 w 3655875"/>
                <a:gd name="connsiteY20" fmla="*/ 0 h 3655874"/>
                <a:gd name="connsiteX21" fmla="*/ 2990675 w 3655875"/>
                <a:gd name="connsiteY21" fmla="*/ 417412 h 3655874"/>
                <a:gd name="connsiteX22" fmla="*/ 3073168 w 3655875"/>
                <a:gd name="connsiteY22" fmla="*/ 492387 h 3655874"/>
                <a:gd name="connsiteX23" fmla="*/ 3025852 w 3655875"/>
                <a:gd name="connsiteY23" fmla="*/ 535390 h 3655874"/>
                <a:gd name="connsiteX24" fmla="*/ 2802645 w 3655875"/>
                <a:gd name="connsiteY24" fmla="*/ 805920 h 3655874"/>
                <a:gd name="connsiteX25" fmla="*/ 2716272 w 3655875"/>
                <a:gd name="connsiteY25" fmla="*/ 948095 h 3655874"/>
                <a:gd name="connsiteX26" fmla="*/ 2712228 w 3655875"/>
                <a:gd name="connsiteY26" fmla="*/ 943645 h 3655874"/>
                <a:gd name="connsiteX27" fmla="*/ 1827936 w 3655875"/>
                <a:gd name="connsiteY27" fmla="*/ 577360 h 3655874"/>
                <a:gd name="connsiteX28" fmla="*/ 577359 w 3655875"/>
                <a:gd name="connsiteY28" fmla="*/ 1827936 h 3655874"/>
                <a:gd name="connsiteX29" fmla="*/ 1827936 w 3655875"/>
                <a:gd name="connsiteY29" fmla="*/ 3078512 h 3655874"/>
                <a:gd name="connsiteX30" fmla="*/ 2712228 w 3655875"/>
                <a:gd name="connsiteY30" fmla="*/ 2712227 h 3655874"/>
                <a:gd name="connsiteX31" fmla="*/ 2716271 w 3655875"/>
                <a:gd name="connsiteY31" fmla="*/ 2707779 h 3655874"/>
                <a:gd name="connsiteX32" fmla="*/ 2802645 w 3655875"/>
                <a:gd name="connsiteY32" fmla="*/ 2849954 h 3655874"/>
                <a:gd name="connsiteX33" fmla="*/ 3025852 w 3655875"/>
                <a:gd name="connsiteY33" fmla="*/ 3120484 h 3655874"/>
                <a:gd name="connsiteX34" fmla="*/ 3073168 w 3655875"/>
                <a:gd name="connsiteY34" fmla="*/ 3163488 h 3655874"/>
                <a:gd name="connsiteX35" fmla="*/ 2990675 w 3655875"/>
                <a:gd name="connsiteY35" fmla="*/ 3238462 h 3655874"/>
                <a:gd name="connsiteX36" fmla="*/ 1827937 w 3655875"/>
                <a:gd name="connsiteY36" fmla="*/ 3655874 h 3655874"/>
                <a:gd name="connsiteX37" fmla="*/ 0 w 3655875"/>
                <a:gd name="connsiteY37" fmla="*/ 1827937 h 3655874"/>
                <a:gd name="connsiteX38" fmla="*/ 1827937 w 3655875"/>
                <a:gd name="connsiteY38" fmla="*/ 0 h 3655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655875" h="3655874">
                  <a:moveTo>
                    <a:pt x="3430065" y="948094"/>
                  </a:moveTo>
                  <a:lnTo>
                    <a:pt x="3435253" y="956635"/>
                  </a:lnTo>
                  <a:cubicBezTo>
                    <a:pt x="3575954" y="1215641"/>
                    <a:pt x="3655875" y="1512456"/>
                    <a:pt x="3655875" y="1827938"/>
                  </a:cubicBezTo>
                  <a:cubicBezTo>
                    <a:pt x="3655875" y="2143420"/>
                    <a:pt x="3575954" y="2440235"/>
                    <a:pt x="3435253" y="2699241"/>
                  </a:cubicBezTo>
                  <a:lnTo>
                    <a:pt x="3430065" y="2707781"/>
                  </a:lnTo>
                  <a:lnTo>
                    <a:pt x="3430065" y="2707781"/>
                  </a:lnTo>
                  <a:lnTo>
                    <a:pt x="3343692" y="2849954"/>
                  </a:lnTo>
                  <a:cubicBezTo>
                    <a:pt x="3277994" y="2947201"/>
                    <a:pt x="3203183" y="3037786"/>
                    <a:pt x="3120485" y="3120484"/>
                  </a:cubicBezTo>
                  <a:lnTo>
                    <a:pt x="3073169" y="3163488"/>
                  </a:lnTo>
                  <a:lnTo>
                    <a:pt x="3025853" y="3120484"/>
                  </a:lnTo>
                  <a:cubicBezTo>
                    <a:pt x="2943156" y="3037786"/>
                    <a:pt x="2868345" y="2947201"/>
                    <a:pt x="2802646" y="2849954"/>
                  </a:cubicBezTo>
                  <a:lnTo>
                    <a:pt x="2716272" y="2707779"/>
                  </a:lnTo>
                  <a:lnTo>
                    <a:pt x="2792943" y="2623418"/>
                  </a:lnTo>
                  <a:cubicBezTo>
                    <a:pt x="2945859" y="2438127"/>
                    <a:pt x="3046441" y="2208044"/>
                    <a:pt x="3072057" y="1955800"/>
                  </a:cubicBezTo>
                  <a:lnTo>
                    <a:pt x="3073168" y="1933800"/>
                  </a:lnTo>
                  <a:lnTo>
                    <a:pt x="3073168" y="1933801"/>
                  </a:lnTo>
                  <a:lnTo>
                    <a:pt x="3078514" y="1827937"/>
                  </a:lnTo>
                  <a:lnTo>
                    <a:pt x="3073168" y="1722074"/>
                  </a:lnTo>
                  <a:lnTo>
                    <a:pt x="3074279" y="1700073"/>
                  </a:lnTo>
                  <a:cubicBezTo>
                    <a:pt x="3099896" y="1447829"/>
                    <a:pt x="3200477" y="1217746"/>
                    <a:pt x="3353393" y="1032455"/>
                  </a:cubicBezTo>
                  <a:close/>
                  <a:moveTo>
                    <a:pt x="1827937" y="0"/>
                  </a:moveTo>
                  <a:cubicBezTo>
                    <a:pt x="2269611" y="0"/>
                    <a:pt x="2674700" y="156646"/>
                    <a:pt x="2990675" y="417412"/>
                  </a:cubicBezTo>
                  <a:lnTo>
                    <a:pt x="3073168" y="492387"/>
                  </a:lnTo>
                  <a:lnTo>
                    <a:pt x="3025852" y="535390"/>
                  </a:lnTo>
                  <a:cubicBezTo>
                    <a:pt x="2943155" y="618088"/>
                    <a:pt x="2868344" y="708673"/>
                    <a:pt x="2802645" y="805920"/>
                  </a:cubicBezTo>
                  <a:lnTo>
                    <a:pt x="2716272" y="948095"/>
                  </a:lnTo>
                  <a:lnTo>
                    <a:pt x="2712228" y="943645"/>
                  </a:lnTo>
                  <a:cubicBezTo>
                    <a:pt x="2485918" y="717336"/>
                    <a:pt x="2173273" y="577360"/>
                    <a:pt x="1827936" y="577360"/>
                  </a:cubicBezTo>
                  <a:cubicBezTo>
                    <a:pt x="1137261" y="577360"/>
                    <a:pt x="577359" y="1137262"/>
                    <a:pt x="577359" y="1827936"/>
                  </a:cubicBezTo>
                  <a:cubicBezTo>
                    <a:pt x="577359" y="2518610"/>
                    <a:pt x="1137261" y="3078512"/>
                    <a:pt x="1827936" y="3078512"/>
                  </a:cubicBezTo>
                  <a:cubicBezTo>
                    <a:pt x="2173273" y="3078512"/>
                    <a:pt x="2485918" y="2938537"/>
                    <a:pt x="2712228" y="2712227"/>
                  </a:cubicBezTo>
                  <a:lnTo>
                    <a:pt x="2716271" y="2707779"/>
                  </a:lnTo>
                  <a:lnTo>
                    <a:pt x="2802645" y="2849954"/>
                  </a:lnTo>
                  <a:cubicBezTo>
                    <a:pt x="2868344" y="2947201"/>
                    <a:pt x="2943155" y="3037786"/>
                    <a:pt x="3025852" y="3120484"/>
                  </a:cubicBezTo>
                  <a:lnTo>
                    <a:pt x="3073168" y="3163488"/>
                  </a:lnTo>
                  <a:lnTo>
                    <a:pt x="2990675" y="3238462"/>
                  </a:lnTo>
                  <a:cubicBezTo>
                    <a:pt x="2674700" y="3499228"/>
                    <a:pt x="2269611" y="3655874"/>
                    <a:pt x="1827937" y="3655874"/>
                  </a:cubicBezTo>
                  <a:cubicBezTo>
                    <a:pt x="818395" y="3655874"/>
                    <a:pt x="0" y="2837479"/>
                    <a:pt x="0" y="1827937"/>
                  </a:cubicBezTo>
                  <a:cubicBezTo>
                    <a:pt x="0" y="818395"/>
                    <a:pt x="818395" y="0"/>
                    <a:pt x="1827937" y="0"/>
                  </a:cubicBezTo>
                  <a:close/>
                </a:path>
              </a:pathLst>
            </a:custGeom>
            <a:solidFill>
              <a:srgbClr val="4549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FD8C24-8C92-8E53-A9C7-DE144241D63C}"/>
                </a:ext>
              </a:extLst>
            </p:cNvPr>
            <p:cNvSpPr txBox="1"/>
            <p:nvPr/>
          </p:nvSpPr>
          <p:spPr>
            <a:xfrm>
              <a:off x="4894425" y="3702895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>
                  <a:solidFill>
                    <a:schemeClr val="bg2">
                      <a:lumMod val="50000"/>
                    </a:schemeClr>
                  </a:solidFill>
                  <a:latin typeface="Daytona Condensed" panose="020B0506030503040204" pitchFamily="34" charset="0"/>
                </a:rPr>
                <a:t>01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52808D5-9C3F-558A-3F58-A9FC3D806B7A}"/>
              </a:ext>
            </a:extLst>
          </p:cNvPr>
          <p:cNvGrpSpPr/>
          <p:nvPr/>
        </p:nvGrpSpPr>
        <p:grpSpPr>
          <a:xfrm>
            <a:off x="5703261" y="2215116"/>
            <a:ext cx="2427567" cy="2427567"/>
            <a:chOff x="5709073" y="2843055"/>
            <a:chExt cx="2427567" cy="24275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6CA49B3-0946-78AF-C078-15727B2C32A0}"/>
                </a:ext>
              </a:extLst>
            </p:cNvPr>
            <p:cNvSpPr/>
            <p:nvPr/>
          </p:nvSpPr>
          <p:spPr>
            <a:xfrm>
              <a:off x="5709073" y="2843055"/>
              <a:ext cx="2427567" cy="2427567"/>
            </a:xfrm>
            <a:custGeom>
              <a:avLst/>
              <a:gdLst>
                <a:gd name="connsiteX0" fmla="*/ 1827936 w 3655873"/>
                <a:gd name="connsiteY0" fmla="*/ 0 h 3655874"/>
                <a:gd name="connsiteX1" fmla="*/ 3655873 w 3655873"/>
                <a:gd name="connsiteY1" fmla="*/ 1827937 h 3655874"/>
                <a:gd name="connsiteX2" fmla="*/ 1827936 w 3655873"/>
                <a:gd name="connsiteY2" fmla="*/ 3655874 h 3655874"/>
                <a:gd name="connsiteX3" fmla="*/ 665198 w 3655873"/>
                <a:gd name="connsiteY3" fmla="*/ 3238462 h 3655874"/>
                <a:gd name="connsiteX4" fmla="*/ 582705 w 3655873"/>
                <a:gd name="connsiteY4" fmla="*/ 3163488 h 3655874"/>
                <a:gd name="connsiteX5" fmla="*/ 630021 w 3655873"/>
                <a:gd name="connsiteY5" fmla="*/ 3120484 h 3655874"/>
                <a:gd name="connsiteX6" fmla="*/ 853228 w 3655873"/>
                <a:gd name="connsiteY6" fmla="*/ 2849954 h 3655874"/>
                <a:gd name="connsiteX7" fmla="*/ 939601 w 3655873"/>
                <a:gd name="connsiteY7" fmla="*/ 2707780 h 3655874"/>
                <a:gd name="connsiteX8" fmla="*/ 943643 w 3655873"/>
                <a:gd name="connsiteY8" fmla="*/ 2712227 h 3655874"/>
                <a:gd name="connsiteX9" fmla="*/ 1827935 w 3655873"/>
                <a:gd name="connsiteY9" fmla="*/ 3078512 h 3655874"/>
                <a:gd name="connsiteX10" fmla="*/ 3078512 w 3655873"/>
                <a:gd name="connsiteY10" fmla="*/ 1827936 h 3655874"/>
                <a:gd name="connsiteX11" fmla="*/ 1827935 w 3655873"/>
                <a:gd name="connsiteY11" fmla="*/ 577360 h 3655874"/>
                <a:gd name="connsiteX12" fmla="*/ 943643 w 3655873"/>
                <a:gd name="connsiteY12" fmla="*/ 943645 h 3655874"/>
                <a:gd name="connsiteX13" fmla="*/ 939601 w 3655873"/>
                <a:gd name="connsiteY13" fmla="*/ 948093 h 3655874"/>
                <a:gd name="connsiteX14" fmla="*/ 862929 w 3655873"/>
                <a:gd name="connsiteY14" fmla="*/ 1032454 h 3655874"/>
                <a:gd name="connsiteX15" fmla="*/ 583815 w 3655873"/>
                <a:gd name="connsiteY15" fmla="*/ 1700072 h 3655874"/>
                <a:gd name="connsiteX16" fmla="*/ 582705 w 3655873"/>
                <a:gd name="connsiteY16" fmla="*/ 1722063 h 3655874"/>
                <a:gd name="connsiteX17" fmla="*/ 582705 w 3655873"/>
                <a:gd name="connsiteY17" fmla="*/ 1722073 h 3655874"/>
                <a:gd name="connsiteX18" fmla="*/ 577359 w 3655873"/>
                <a:gd name="connsiteY18" fmla="*/ 1827936 h 3655874"/>
                <a:gd name="connsiteX19" fmla="*/ 582705 w 3655873"/>
                <a:gd name="connsiteY19" fmla="*/ 1933800 h 3655874"/>
                <a:gd name="connsiteX20" fmla="*/ 581594 w 3655873"/>
                <a:gd name="connsiteY20" fmla="*/ 1955800 h 3655874"/>
                <a:gd name="connsiteX21" fmla="*/ 302480 w 3655873"/>
                <a:gd name="connsiteY21" fmla="*/ 2623418 h 3655874"/>
                <a:gd name="connsiteX22" fmla="*/ 225809 w 3655873"/>
                <a:gd name="connsiteY22" fmla="*/ 2707779 h 3655874"/>
                <a:gd name="connsiteX23" fmla="*/ 220622 w 3655873"/>
                <a:gd name="connsiteY23" fmla="*/ 2699240 h 3655874"/>
                <a:gd name="connsiteX24" fmla="*/ 0 w 3655873"/>
                <a:gd name="connsiteY24" fmla="*/ 1827937 h 3655874"/>
                <a:gd name="connsiteX25" fmla="*/ 220622 w 3655873"/>
                <a:gd name="connsiteY25" fmla="*/ 956634 h 3655874"/>
                <a:gd name="connsiteX26" fmla="*/ 225810 w 3655873"/>
                <a:gd name="connsiteY26" fmla="*/ 948096 h 3655874"/>
                <a:gd name="connsiteX27" fmla="*/ 225809 w 3655873"/>
                <a:gd name="connsiteY27" fmla="*/ 948095 h 3655874"/>
                <a:gd name="connsiteX28" fmla="*/ 312182 w 3655873"/>
                <a:gd name="connsiteY28" fmla="*/ 805920 h 3655874"/>
                <a:gd name="connsiteX29" fmla="*/ 535389 w 3655873"/>
                <a:gd name="connsiteY29" fmla="*/ 535390 h 3655874"/>
                <a:gd name="connsiteX30" fmla="*/ 582705 w 3655873"/>
                <a:gd name="connsiteY30" fmla="*/ 492387 h 3655874"/>
                <a:gd name="connsiteX31" fmla="*/ 665198 w 3655873"/>
                <a:gd name="connsiteY31" fmla="*/ 417412 h 3655874"/>
                <a:gd name="connsiteX32" fmla="*/ 1827936 w 3655873"/>
                <a:gd name="connsiteY32" fmla="*/ 0 h 3655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55873" h="3655874">
                  <a:moveTo>
                    <a:pt x="1827936" y="0"/>
                  </a:moveTo>
                  <a:cubicBezTo>
                    <a:pt x="2837478" y="0"/>
                    <a:pt x="3655873" y="818395"/>
                    <a:pt x="3655873" y="1827937"/>
                  </a:cubicBezTo>
                  <a:cubicBezTo>
                    <a:pt x="3655873" y="2837479"/>
                    <a:pt x="2837478" y="3655874"/>
                    <a:pt x="1827936" y="3655874"/>
                  </a:cubicBezTo>
                  <a:cubicBezTo>
                    <a:pt x="1386262" y="3655874"/>
                    <a:pt x="981174" y="3499228"/>
                    <a:pt x="665198" y="3238462"/>
                  </a:cubicBezTo>
                  <a:lnTo>
                    <a:pt x="582705" y="3163488"/>
                  </a:lnTo>
                  <a:lnTo>
                    <a:pt x="630021" y="3120484"/>
                  </a:lnTo>
                  <a:cubicBezTo>
                    <a:pt x="712719" y="3037786"/>
                    <a:pt x="787530" y="2947201"/>
                    <a:pt x="853228" y="2849954"/>
                  </a:cubicBezTo>
                  <a:lnTo>
                    <a:pt x="939601" y="2707780"/>
                  </a:lnTo>
                  <a:lnTo>
                    <a:pt x="943643" y="2712227"/>
                  </a:lnTo>
                  <a:cubicBezTo>
                    <a:pt x="1169953" y="2938537"/>
                    <a:pt x="1482598" y="3078512"/>
                    <a:pt x="1827935" y="3078512"/>
                  </a:cubicBezTo>
                  <a:cubicBezTo>
                    <a:pt x="2518610" y="3078512"/>
                    <a:pt x="3078512" y="2518610"/>
                    <a:pt x="3078512" y="1827936"/>
                  </a:cubicBezTo>
                  <a:cubicBezTo>
                    <a:pt x="3078512" y="1137262"/>
                    <a:pt x="2518610" y="577360"/>
                    <a:pt x="1827935" y="577360"/>
                  </a:cubicBezTo>
                  <a:cubicBezTo>
                    <a:pt x="1482598" y="577360"/>
                    <a:pt x="1169953" y="717336"/>
                    <a:pt x="943643" y="943645"/>
                  </a:cubicBezTo>
                  <a:lnTo>
                    <a:pt x="939601" y="948093"/>
                  </a:lnTo>
                  <a:lnTo>
                    <a:pt x="862929" y="1032454"/>
                  </a:lnTo>
                  <a:cubicBezTo>
                    <a:pt x="710013" y="1217745"/>
                    <a:pt x="609432" y="1447828"/>
                    <a:pt x="583815" y="1700072"/>
                  </a:cubicBezTo>
                  <a:lnTo>
                    <a:pt x="582705" y="1722063"/>
                  </a:lnTo>
                  <a:lnTo>
                    <a:pt x="582705" y="1722073"/>
                  </a:lnTo>
                  <a:lnTo>
                    <a:pt x="577359" y="1827936"/>
                  </a:lnTo>
                  <a:lnTo>
                    <a:pt x="582705" y="1933800"/>
                  </a:lnTo>
                  <a:lnTo>
                    <a:pt x="581594" y="1955800"/>
                  </a:lnTo>
                  <a:cubicBezTo>
                    <a:pt x="555978" y="2208044"/>
                    <a:pt x="455396" y="2438127"/>
                    <a:pt x="302480" y="2623418"/>
                  </a:cubicBezTo>
                  <a:lnTo>
                    <a:pt x="225809" y="2707779"/>
                  </a:lnTo>
                  <a:lnTo>
                    <a:pt x="220622" y="2699240"/>
                  </a:lnTo>
                  <a:cubicBezTo>
                    <a:pt x="79922" y="2440234"/>
                    <a:pt x="0" y="2143419"/>
                    <a:pt x="0" y="1827937"/>
                  </a:cubicBezTo>
                  <a:cubicBezTo>
                    <a:pt x="0" y="1512455"/>
                    <a:pt x="79922" y="1215640"/>
                    <a:pt x="220622" y="956634"/>
                  </a:cubicBezTo>
                  <a:lnTo>
                    <a:pt x="225810" y="948096"/>
                  </a:lnTo>
                  <a:lnTo>
                    <a:pt x="225809" y="948095"/>
                  </a:lnTo>
                  <a:lnTo>
                    <a:pt x="312182" y="805920"/>
                  </a:lnTo>
                  <a:cubicBezTo>
                    <a:pt x="377881" y="708673"/>
                    <a:pt x="452692" y="618088"/>
                    <a:pt x="535389" y="535390"/>
                  </a:cubicBezTo>
                  <a:lnTo>
                    <a:pt x="582705" y="492387"/>
                  </a:lnTo>
                  <a:lnTo>
                    <a:pt x="665198" y="417412"/>
                  </a:lnTo>
                  <a:cubicBezTo>
                    <a:pt x="981174" y="156646"/>
                    <a:pt x="1386262" y="0"/>
                    <a:pt x="1827936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58DBD9-28D3-832A-59E3-5EE2270B1F5E}"/>
                </a:ext>
              </a:extLst>
            </p:cNvPr>
            <p:cNvSpPr txBox="1"/>
            <p:nvPr/>
          </p:nvSpPr>
          <p:spPr>
            <a:xfrm>
              <a:off x="6601913" y="3702895"/>
              <a:ext cx="7200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>
                  <a:solidFill>
                    <a:schemeClr val="bg2">
                      <a:lumMod val="50000"/>
                    </a:schemeClr>
                  </a:solidFill>
                  <a:latin typeface="Daytona Condensed" panose="020B0506030503040204" pitchFamily="34" charset="0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639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EAE82993-28E8-ADB3-9D97-59121A871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3900" y="114300"/>
            <a:ext cx="11202988" cy="527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MY" altLang="en-US"/>
              <a:t>PAX 05.05.07   PASSENGER ACCEPTANCE</a:t>
            </a:r>
          </a:p>
        </p:txBody>
      </p:sp>
      <p:sp>
        <p:nvSpPr>
          <p:cNvPr id="73731" name="Text Placeholder 5">
            <a:extLst>
              <a:ext uri="{FF2B5EF4-FFF2-40B4-BE49-F238E27FC236}">
                <a16:creationId xmlns:a16="http://schemas.microsoft.com/office/drawing/2014/main" id="{DE394B00-7348-D730-81CC-A331A0F4E638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723900" y="584200"/>
            <a:ext cx="7273925" cy="447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MY" altLang="en-US"/>
              <a:t>Revenue And Non-revenue Processing</a:t>
            </a:r>
          </a:p>
        </p:txBody>
      </p:sp>
      <p:pic>
        <p:nvPicPr>
          <p:cNvPr id="73732" name="Picture 3" descr="A blue and black rectangle&#10;&#10;AI-generated content may be incorrect.">
            <a:extLst>
              <a:ext uri="{FF2B5EF4-FFF2-40B4-BE49-F238E27FC236}">
                <a16:creationId xmlns:a16="http://schemas.microsoft.com/office/drawing/2014/main" id="{C711B9EF-085A-9653-932C-9A01E5E80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38225" y="1335088"/>
            <a:ext cx="774700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CF0022-0C7B-F763-7C45-748249450562}"/>
              </a:ext>
            </a:extLst>
          </p:cNvPr>
          <p:cNvSpPr/>
          <p:nvPr/>
        </p:nvSpPr>
        <p:spPr>
          <a:xfrm>
            <a:off x="1441450" y="2305050"/>
            <a:ext cx="8709025" cy="1371600"/>
          </a:xfrm>
          <a:prstGeom prst="roundRect">
            <a:avLst>
              <a:gd name="adj" fmla="val 50000"/>
            </a:avLst>
          </a:prstGeom>
          <a:solidFill>
            <a:srgbClr val="8B1B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anchor="ctr"/>
          <a:lstStyle/>
          <a:p>
            <a:pPr marL="0"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refers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handling passengers or cargo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which the airline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earning revenue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— i.e., paying customers.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13987F-9719-037F-DA44-13C5A7495C26}"/>
              </a:ext>
            </a:extLst>
          </p:cNvPr>
          <p:cNvSpPr/>
          <p:nvPr/>
        </p:nvSpPr>
        <p:spPr>
          <a:xfrm flipH="1">
            <a:off x="2041525" y="3817938"/>
            <a:ext cx="8709025" cy="1373187"/>
          </a:xfrm>
          <a:prstGeom prst="roundRect">
            <a:avLst>
              <a:gd name="adj" fmla="val 50000"/>
            </a:avLst>
          </a:prstGeom>
          <a:solidFill>
            <a:srgbClr val="2B5D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1080000"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refers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handling passengers or cargo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does not directly generate revenue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often internally within the airline. Most common case: non-rev travel by employees, retirees, or their eligible family members 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“standby”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passes.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E84C18-008C-7D5D-F80B-BAB829677C7D}"/>
              </a:ext>
            </a:extLst>
          </p:cNvPr>
          <p:cNvSpPr/>
          <p:nvPr/>
        </p:nvSpPr>
        <p:spPr>
          <a:xfrm>
            <a:off x="179388" y="1806575"/>
            <a:ext cx="2368550" cy="2368550"/>
          </a:xfrm>
          <a:prstGeom prst="ellipse">
            <a:avLst/>
          </a:prstGeom>
          <a:solidFill>
            <a:srgbClr val="8B1B54"/>
          </a:solidFill>
          <a:ln w="57150">
            <a:solidFill>
              <a:srgbClr val="B7CDDF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Revenue Processing</a:t>
            </a:r>
            <a:endParaRPr lang="en-MY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46EDFC-DE43-2004-F47C-09CB704E9DE5}"/>
              </a:ext>
            </a:extLst>
          </p:cNvPr>
          <p:cNvSpPr/>
          <p:nvPr/>
        </p:nvSpPr>
        <p:spPr>
          <a:xfrm flipH="1">
            <a:off x="9644063" y="3319463"/>
            <a:ext cx="2368550" cy="2368550"/>
          </a:xfrm>
          <a:prstGeom prst="ellipse">
            <a:avLst/>
          </a:prstGeom>
          <a:solidFill>
            <a:srgbClr val="2B5DAA"/>
          </a:solidFill>
          <a:ln w="57150">
            <a:solidFill>
              <a:srgbClr val="B7CDD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Non-Revenue (Non-Rev) Processing</a:t>
            </a:r>
            <a:endParaRPr lang="en-MY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Slide 25">
            <a:hlinkClick r:id="" action="ppaction://media"/>
            <a:extLst>
              <a:ext uri="{FF2B5EF4-FFF2-40B4-BE49-F238E27FC236}">
                <a16:creationId xmlns:a16="http://schemas.microsoft.com/office/drawing/2014/main" id="{D866FDDA-440B-38B3-7A05-540258873FBB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972677" y="340518"/>
            <a:ext cx="487363" cy="487363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C332BE-B044-3E0A-1515-6688CC100096}"/>
              </a:ext>
            </a:extLst>
          </p:cNvPr>
          <p:cNvSpPr>
            <a:spLocks noGrp="1" noChangeArrowheads="1"/>
          </p:cNvSpPr>
          <p:nvPr>
            <p:ph type="sldNum" sz="quarter" idx="15"/>
          </p:nvPr>
        </p:nvSpPr>
        <p:spPr bwMode="auto">
          <a:xfrm>
            <a:off x="182563" y="6370638"/>
            <a:ext cx="2092325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200" b="0" i="0" kern="1200">
                <a:solidFill>
                  <a:srgbClr val="073E60"/>
                </a:solidFill>
                <a:latin typeface="Gotham Book" panose="02000604040000020004" pitchFamily="2" charset="0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Confidential | </a:t>
            </a:r>
            <a:fld id="{4357C438-9983-40E9-B72C-19C8684E231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altLang="en-US" dirty="0">
              <a:solidFill>
                <a:srgbClr val="073E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19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800"/>
                            </p:stCondLst>
                            <p:childTnLst>
                              <p:par>
                                <p:cTn id="23" presetID="1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 animBg="1"/>
      <p:bldP spid="10" grpId="0" animBg="1"/>
      <p:bldP spid="3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428B11A-0C7F-28E1-1F41-5C4BD4421954}"/>
              </a:ext>
            </a:extLst>
          </p:cNvPr>
          <p:cNvGrpSpPr/>
          <p:nvPr/>
        </p:nvGrpSpPr>
        <p:grpSpPr>
          <a:xfrm>
            <a:off x="2540995" y="2077569"/>
            <a:ext cx="7110010" cy="1600199"/>
            <a:chOff x="2540995" y="2060848"/>
            <a:chExt cx="7110010" cy="160019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873EFAD-01B1-A706-95A7-3485C33AFF1D}"/>
                </a:ext>
              </a:extLst>
            </p:cNvPr>
            <p:cNvGrpSpPr/>
            <p:nvPr/>
          </p:nvGrpSpPr>
          <p:grpSpPr>
            <a:xfrm>
              <a:off x="2540995" y="2060848"/>
              <a:ext cx="7110010" cy="1600199"/>
              <a:chOff x="3290932" y="3352800"/>
              <a:chExt cx="7453268" cy="1677454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98FEE911-4690-3C80-380E-9F9CD20BA599}"/>
                  </a:ext>
                </a:extLst>
              </p:cNvPr>
              <p:cNvSpPr/>
              <p:nvPr/>
            </p:nvSpPr>
            <p:spPr>
              <a:xfrm>
                <a:off x="4855263" y="3352800"/>
                <a:ext cx="5888937" cy="1219200"/>
              </a:xfrm>
              <a:custGeom>
                <a:avLst/>
                <a:gdLst>
                  <a:gd name="connsiteX0" fmla="*/ 1126437 w 5888937"/>
                  <a:gd name="connsiteY0" fmla="*/ 0 h 1219200"/>
                  <a:gd name="connsiteX1" fmla="*/ 5279337 w 5888937"/>
                  <a:gd name="connsiteY1" fmla="*/ 0 h 1219200"/>
                  <a:gd name="connsiteX2" fmla="*/ 5888937 w 5888937"/>
                  <a:gd name="connsiteY2" fmla="*/ 609600 h 1219200"/>
                  <a:gd name="connsiteX3" fmla="*/ 5279337 w 5888937"/>
                  <a:gd name="connsiteY3" fmla="*/ 1219200 h 1219200"/>
                  <a:gd name="connsiteX4" fmla="*/ 1126437 w 5888937"/>
                  <a:gd name="connsiteY4" fmla="*/ 1219200 h 1219200"/>
                  <a:gd name="connsiteX5" fmla="*/ 785604 w 5888937"/>
                  <a:gd name="connsiteY5" fmla="*/ 1115090 h 1219200"/>
                  <a:gd name="connsiteX6" fmla="*/ 727463 w 5888937"/>
                  <a:gd name="connsiteY6" fmla="*/ 1067119 h 1219200"/>
                  <a:gd name="connsiteX7" fmla="*/ 726374 w 5888937"/>
                  <a:gd name="connsiteY7" fmla="*/ 1066803 h 1219200"/>
                  <a:gd name="connsiteX8" fmla="*/ 717713 w 5888937"/>
                  <a:gd name="connsiteY8" fmla="*/ 1059075 h 1219200"/>
                  <a:gd name="connsiteX9" fmla="*/ 695385 w 5888937"/>
                  <a:gd name="connsiteY9" fmla="*/ 1040653 h 1219200"/>
                  <a:gd name="connsiteX10" fmla="*/ 690692 w 5888937"/>
                  <a:gd name="connsiteY10" fmla="*/ 1034964 h 1219200"/>
                  <a:gd name="connsiteX11" fmla="*/ 640689 w 5888937"/>
                  <a:gd name="connsiteY11" fmla="*/ 990347 h 1219200"/>
                  <a:gd name="connsiteX12" fmla="*/ 0 w 5888937"/>
                  <a:gd name="connsiteY12" fmla="*/ 809825 h 1219200"/>
                  <a:gd name="connsiteX13" fmla="*/ 972347 w 5888937"/>
                  <a:gd name="connsiteY13" fmla="*/ 14448 h 1219200"/>
                  <a:gd name="connsiteX14" fmla="*/ 1019286 w 5888937"/>
                  <a:gd name="connsiteY14" fmla="*/ 10802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888937" h="1219200">
                    <a:moveTo>
                      <a:pt x="1126437" y="0"/>
                    </a:moveTo>
                    <a:lnTo>
                      <a:pt x="5279337" y="0"/>
                    </a:lnTo>
                    <a:cubicBezTo>
                      <a:pt x="5616010" y="0"/>
                      <a:pt x="5888937" y="272927"/>
                      <a:pt x="5888937" y="609600"/>
                    </a:cubicBezTo>
                    <a:cubicBezTo>
                      <a:pt x="5888937" y="946273"/>
                      <a:pt x="5616010" y="1219200"/>
                      <a:pt x="5279337" y="1219200"/>
                    </a:cubicBezTo>
                    <a:lnTo>
                      <a:pt x="1126437" y="1219200"/>
                    </a:lnTo>
                    <a:cubicBezTo>
                      <a:pt x="1000185" y="1219200"/>
                      <a:pt x="882897" y="1180820"/>
                      <a:pt x="785604" y="1115090"/>
                    </a:cubicBezTo>
                    <a:lnTo>
                      <a:pt x="727463" y="1067119"/>
                    </a:lnTo>
                    <a:lnTo>
                      <a:pt x="726374" y="1066803"/>
                    </a:lnTo>
                    <a:lnTo>
                      <a:pt x="717713" y="1059075"/>
                    </a:lnTo>
                    <a:lnTo>
                      <a:pt x="695385" y="1040653"/>
                    </a:lnTo>
                    <a:lnTo>
                      <a:pt x="690692" y="1034964"/>
                    </a:lnTo>
                    <a:lnTo>
                      <a:pt x="640689" y="990347"/>
                    </a:lnTo>
                    <a:cubicBezTo>
                      <a:pt x="436992" y="815078"/>
                      <a:pt x="209016" y="673353"/>
                      <a:pt x="0" y="809825"/>
                    </a:cubicBezTo>
                    <a:cubicBezTo>
                      <a:pt x="279831" y="334283"/>
                      <a:pt x="693091" y="53918"/>
                      <a:pt x="972347" y="14448"/>
                    </a:cubicBezTo>
                    <a:lnTo>
                      <a:pt x="1019286" y="10802"/>
                    </a:lnTo>
                    <a:close/>
                  </a:path>
                </a:pathLst>
              </a:custGeom>
              <a:gradFill flip="none" rotWithShape="1">
                <a:gsLst>
                  <a:gs pos="23000">
                    <a:srgbClr val="726C6C"/>
                  </a:gs>
                  <a:gs pos="0">
                    <a:srgbClr val="2D2B2B"/>
                  </a:gs>
                  <a:gs pos="100000">
                    <a:srgbClr val="76717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 dirty="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7329C2A-B61B-B0AE-ABCE-CFE83F02F23C}"/>
                  </a:ext>
                </a:extLst>
              </p:cNvPr>
              <p:cNvGrpSpPr/>
              <p:nvPr/>
            </p:nvGrpSpPr>
            <p:grpSpPr>
              <a:xfrm>
                <a:off x="3290932" y="3474216"/>
                <a:ext cx="1761295" cy="1556038"/>
                <a:chOff x="3290932" y="3474216"/>
                <a:chExt cx="1761295" cy="1556038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C6F3D4A6-DC67-385C-9F02-51A85D44405E}"/>
                    </a:ext>
                  </a:extLst>
                </p:cNvPr>
                <p:cNvSpPr/>
                <p:nvPr/>
              </p:nvSpPr>
              <p:spPr>
                <a:xfrm rot="649030">
                  <a:off x="3290932" y="3474216"/>
                  <a:ext cx="1761295" cy="1556038"/>
                </a:xfrm>
                <a:custGeom>
                  <a:avLst/>
                  <a:gdLst>
                    <a:gd name="connsiteX0" fmla="*/ 1761295 w 1761295"/>
                    <a:gd name="connsiteY0" fmla="*/ 0 h 1556038"/>
                    <a:gd name="connsiteX1" fmla="*/ 1244186 w 1761295"/>
                    <a:gd name="connsiteY1" fmla="*/ 1139028 h 1556038"/>
                    <a:gd name="connsiteX2" fmla="*/ 1234349 w 1761295"/>
                    <a:gd name="connsiteY2" fmla="*/ 1159774 h 1556038"/>
                    <a:gd name="connsiteX3" fmla="*/ 1232158 w 1761295"/>
                    <a:gd name="connsiteY3" fmla="*/ 1166651 h 1556038"/>
                    <a:gd name="connsiteX4" fmla="*/ 1224194 w 1761295"/>
                    <a:gd name="connsiteY4" fmla="*/ 1181191 h 1556038"/>
                    <a:gd name="connsiteX5" fmla="*/ 1212703 w 1761295"/>
                    <a:gd name="connsiteY5" fmla="*/ 1205427 h 1556038"/>
                    <a:gd name="connsiteX6" fmla="*/ 1180444 w 1761295"/>
                    <a:gd name="connsiteY6" fmla="*/ 1261789 h 1556038"/>
                    <a:gd name="connsiteX7" fmla="*/ 1178969 w 1761295"/>
                    <a:gd name="connsiteY7" fmla="*/ 1263769 h 1556038"/>
                    <a:gd name="connsiteX8" fmla="*/ 1172999 w 1761295"/>
                    <a:gd name="connsiteY8" fmla="*/ 1274670 h 1556038"/>
                    <a:gd name="connsiteX9" fmla="*/ 1151937 w 1761295"/>
                    <a:gd name="connsiteY9" fmla="*/ 1300078 h 1556038"/>
                    <a:gd name="connsiteX10" fmla="*/ 1146857 w 1761295"/>
                    <a:gd name="connsiteY10" fmla="*/ 1306901 h 1556038"/>
                    <a:gd name="connsiteX11" fmla="*/ 1144424 w 1761295"/>
                    <a:gd name="connsiteY11" fmla="*/ 1309142 h 1556038"/>
                    <a:gd name="connsiteX12" fmla="*/ 1094400 w 1761295"/>
                    <a:gd name="connsiteY12" fmla="*/ 1369486 h 1556038"/>
                    <a:gd name="connsiteX13" fmla="*/ 762467 w 1761295"/>
                    <a:gd name="connsiteY13" fmla="*/ 1544515 h 1556038"/>
                    <a:gd name="connsiteX14" fmla="*/ 11523 w 1761295"/>
                    <a:gd name="connsiteY14" fmla="*/ 1034503 h 1556038"/>
                    <a:gd name="connsiteX15" fmla="*/ 521535 w 1761295"/>
                    <a:gd name="connsiteY15" fmla="*/ 283559 h 1556038"/>
                    <a:gd name="connsiteX16" fmla="*/ 588116 w 1761295"/>
                    <a:gd name="connsiteY16" fmla="*/ 277663 h 1556038"/>
                    <a:gd name="connsiteX17" fmla="*/ 599544 w 1761295"/>
                    <a:gd name="connsiteY17" fmla="*/ 275983 h 1556038"/>
                    <a:gd name="connsiteX18" fmla="*/ 613060 w 1761295"/>
                    <a:gd name="connsiteY18" fmla="*/ 275454 h 1556038"/>
                    <a:gd name="connsiteX19" fmla="*/ 651046 w 1761295"/>
                    <a:gd name="connsiteY19" fmla="*/ 272090 h 1556038"/>
                    <a:gd name="connsiteX20" fmla="*/ 663402 w 1761295"/>
                    <a:gd name="connsiteY20" fmla="*/ 273482 h 1556038"/>
                    <a:gd name="connsiteX21" fmla="*/ 780005 w 1761295"/>
                    <a:gd name="connsiteY21" fmla="*/ 268914 h 1556038"/>
                    <a:gd name="connsiteX22" fmla="*/ 1761295 w 1761295"/>
                    <a:gd name="connsiteY22" fmla="*/ 0 h 1556038"/>
                    <a:gd name="connsiteX0" fmla="*/ 1761295 w 1761295"/>
                    <a:gd name="connsiteY0" fmla="*/ 0 h 1556038"/>
                    <a:gd name="connsiteX1" fmla="*/ 1244186 w 1761295"/>
                    <a:gd name="connsiteY1" fmla="*/ 1139028 h 1556038"/>
                    <a:gd name="connsiteX2" fmla="*/ 1234349 w 1761295"/>
                    <a:gd name="connsiteY2" fmla="*/ 1159774 h 1556038"/>
                    <a:gd name="connsiteX3" fmla="*/ 1232158 w 1761295"/>
                    <a:gd name="connsiteY3" fmla="*/ 1166651 h 1556038"/>
                    <a:gd name="connsiteX4" fmla="*/ 1224194 w 1761295"/>
                    <a:gd name="connsiteY4" fmla="*/ 1181191 h 1556038"/>
                    <a:gd name="connsiteX5" fmla="*/ 1212703 w 1761295"/>
                    <a:gd name="connsiteY5" fmla="*/ 1205427 h 1556038"/>
                    <a:gd name="connsiteX6" fmla="*/ 1180444 w 1761295"/>
                    <a:gd name="connsiteY6" fmla="*/ 1261789 h 1556038"/>
                    <a:gd name="connsiteX7" fmla="*/ 1178969 w 1761295"/>
                    <a:gd name="connsiteY7" fmla="*/ 1263769 h 1556038"/>
                    <a:gd name="connsiteX8" fmla="*/ 1172999 w 1761295"/>
                    <a:gd name="connsiteY8" fmla="*/ 1274670 h 1556038"/>
                    <a:gd name="connsiteX9" fmla="*/ 1151937 w 1761295"/>
                    <a:gd name="connsiteY9" fmla="*/ 1300078 h 1556038"/>
                    <a:gd name="connsiteX10" fmla="*/ 1146857 w 1761295"/>
                    <a:gd name="connsiteY10" fmla="*/ 1306901 h 1556038"/>
                    <a:gd name="connsiteX11" fmla="*/ 1144424 w 1761295"/>
                    <a:gd name="connsiteY11" fmla="*/ 1309142 h 1556038"/>
                    <a:gd name="connsiteX12" fmla="*/ 1094400 w 1761295"/>
                    <a:gd name="connsiteY12" fmla="*/ 1369486 h 1556038"/>
                    <a:gd name="connsiteX13" fmla="*/ 762467 w 1761295"/>
                    <a:gd name="connsiteY13" fmla="*/ 1544515 h 1556038"/>
                    <a:gd name="connsiteX14" fmla="*/ 11523 w 1761295"/>
                    <a:gd name="connsiteY14" fmla="*/ 1034503 h 1556038"/>
                    <a:gd name="connsiteX15" fmla="*/ 521535 w 1761295"/>
                    <a:gd name="connsiteY15" fmla="*/ 283559 h 1556038"/>
                    <a:gd name="connsiteX16" fmla="*/ 588116 w 1761295"/>
                    <a:gd name="connsiteY16" fmla="*/ 277663 h 1556038"/>
                    <a:gd name="connsiteX17" fmla="*/ 599544 w 1761295"/>
                    <a:gd name="connsiteY17" fmla="*/ 275983 h 1556038"/>
                    <a:gd name="connsiteX18" fmla="*/ 613060 w 1761295"/>
                    <a:gd name="connsiteY18" fmla="*/ 275454 h 1556038"/>
                    <a:gd name="connsiteX19" fmla="*/ 651046 w 1761295"/>
                    <a:gd name="connsiteY19" fmla="*/ 272090 h 1556038"/>
                    <a:gd name="connsiteX20" fmla="*/ 663402 w 1761295"/>
                    <a:gd name="connsiteY20" fmla="*/ 273482 h 1556038"/>
                    <a:gd name="connsiteX21" fmla="*/ 780005 w 1761295"/>
                    <a:gd name="connsiteY21" fmla="*/ 268914 h 1556038"/>
                    <a:gd name="connsiteX22" fmla="*/ 1761295 w 1761295"/>
                    <a:gd name="connsiteY22" fmla="*/ 0 h 1556038"/>
                    <a:gd name="connsiteX0" fmla="*/ 1761295 w 1761295"/>
                    <a:gd name="connsiteY0" fmla="*/ 0 h 1556038"/>
                    <a:gd name="connsiteX1" fmla="*/ 1244186 w 1761295"/>
                    <a:gd name="connsiteY1" fmla="*/ 1139028 h 1556038"/>
                    <a:gd name="connsiteX2" fmla="*/ 1234349 w 1761295"/>
                    <a:gd name="connsiteY2" fmla="*/ 1159774 h 1556038"/>
                    <a:gd name="connsiteX3" fmla="*/ 1232158 w 1761295"/>
                    <a:gd name="connsiteY3" fmla="*/ 1166651 h 1556038"/>
                    <a:gd name="connsiteX4" fmla="*/ 1224194 w 1761295"/>
                    <a:gd name="connsiteY4" fmla="*/ 1181191 h 1556038"/>
                    <a:gd name="connsiteX5" fmla="*/ 1212703 w 1761295"/>
                    <a:gd name="connsiteY5" fmla="*/ 1205427 h 1556038"/>
                    <a:gd name="connsiteX6" fmla="*/ 1180444 w 1761295"/>
                    <a:gd name="connsiteY6" fmla="*/ 1261789 h 1556038"/>
                    <a:gd name="connsiteX7" fmla="*/ 1178969 w 1761295"/>
                    <a:gd name="connsiteY7" fmla="*/ 1263769 h 1556038"/>
                    <a:gd name="connsiteX8" fmla="*/ 1172999 w 1761295"/>
                    <a:gd name="connsiteY8" fmla="*/ 1274670 h 1556038"/>
                    <a:gd name="connsiteX9" fmla="*/ 1151937 w 1761295"/>
                    <a:gd name="connsiteY9" fmla="*/ 1300078 h 1556038"/>
                    <a:gd name="connsiteX10" fmla="*/ 1146857 w 1761295"/>
                    <a:gd name="connsiteY10" fmla="*/ 1306901 h 1556038"/>
                    <a:gd name="connsiteX11" fmla="*/ 1144424 w 1761295"/>
                    <a:gd name="connsiteY11" fmla="*/ 1309142 h 1556038"/>
                    <a:gd name="connsiteX12" fmla="*/ 1094400 w 1761295"/>
                    <a:gd name="connsiteY12" fmla="*/ 1369486 h 1556038"/>
                    <a:gd name="connsiteX13" fmla="*/ 762467 w 1761295"/>
                    <a:gd name="connsiteY13" fmla="*/ 1544515 h 1556038"/>
                    <a:gd name="connsiteX14" fmla="*/ 11523 w 1761295"/>
                    <a:gd name="connsiteY14" fmla="*/ 1034503 h 1556038"/>
                    <a:gd name="connsiteX15" fmla="*/ 521535 w 1761295"/>
                    <a:gd name="connsiteY15" fmla="*/ 283559 h 1556038"/>
                    <a:gd name="connsiteX16" fmla="*/ 588116 w 1761295"/>
                    <a:gd name="connsiteY16" fmla="*/ 277663 h 1556038"/>
                    <a:gd name="connsiteX17" fmla="*/ 599544 w 1761295"/>
                    <a:gd name="connsiteY17" fmla="*/ 275983 h 1556038"/>
                    <a:gd name="connsiteX18" fmla="*/ 613060 w 1761295"/>
                    <a:gd name="connsiteY18" fmla="*/ 275454 h 1556038"/>
                    <a:gd name="connsiteX19" fmla="*/ 651046 w 1761295"/>
                    <a:gd name="connsiteY19" fmla="*/ 272090 h 1556038"/>
                    <a:gd name="connsiteX20" fmla="*/ 663402 w 1761295"/>
                    <a:gd name="connsiteY20" fmla="*/ 273482 h 1556038"/>
                    <a:gd name="connsiteX21" fmla="*/ 780005 w 1761295"/>
                    <a:gd name="connsiteY21" fmla="*/ 268914 h 1556038"/>
                    <a:gd name="connsiteX22" fmla="*/ 1761295 w 1761295"/>
                    <a:gd name="connsiteY22" fmla="*/ 0 h 1556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761295" h="1556038">
                      <a:moveTo>
                        <a:pt x="1761295" y="0"/>
                      </a:moveTo>
                      <a:cubicBezTo>
                        <a:pt x="1488924" y="359045"/>
                        <a:pt x="1369291" y="854967"/>
                        <a:pt x="1244186" y="1139028"/>
                      </a:cubicBezTo>
                      <a:lnTo>
                        <a:pt x="1234349" y="1159774"/>
                      </a:lnTo>
                      <a:lnTo>
                        <a:pt x="1232158" y="1166651"/>
                      </a:lnTo>
                      <a:lnTo>
                        <a:pt x="1224194" y="1181191"/>
                      </a:lnTo>
                      <a:lnTo>
                        <a:pt x="1212703" y="1205427"/>
                      </a:lnTo>
                      <a:cubicBezTo>
                        <a:pt x="1202110" y="1225955"/>
                        <a:pt x="1191388" y="1244809"/>
                        <a:pt x="1180444" y="1261789"/>
                      </a:cubicBezTo>
                      <a:lnTo>
                        <a:pt x="1178969" y="1263769"/>
                      </a:lnTo>
                      <a:lnTo>
                        <a:pt x="1172999" y="1274670"/>
                      </a:lnTo>
                      <a:lnTo>
                        <a:pt x="1151937" y="1300078"/>
                      </a:lnTo>
                      <a:lnTo>
                        <a:pt x="1146857" y="1306901"/>
                      </a:lnTo>
                      <a:lnTo>
                        <a:pt x="1144424" y="1309142"/>
                      </a:lnTo>
                      <a:lnTo>
                        <a:pt x="1094400" y="1369486"/>
                      </a:lnTo>
                      <a:cubicBezTo>
                        <a:pt x="1006764" y="1456693"/>
                        <a:pt x="893044" y="1519566"/>
                        <a:pt x="762467" y="1544515"/>
                      </a:cubicBezTo>
                      <a:cubicBezTo>
                        <a:pt x="414263" y="1611047"/>
                        <a:pt x="78054" y="1382707"/>
                        <a:pt x="11523" y="1034503"/>
                      </a:cubicBezTo>
                      <a:cubicBezTo>
                        <a:pt x="-55009" y="686299"/>
                        <a:pt x="173331" y="350090"/>
                        <a:pt x="521535" y="283559"/>
                      </a:cubicBezTo>
                      <a:lnTo>
                        <a:pt x="588116" y="277663"/>
                      </a:lnTo>
                      <a:lnTo>
                        <a:pt x="599544" y="275983"/>
                      </a:lnTo>
                      <a:lnTo>
                        <a:pt x="613060" y="275454"/>
                      </a:lnTo>
                      <a:lnTo>
                        <a:pt x="651046" y="272090"/>
                      </a:lnTo>
                      <a:lnTo>
                        <a:pt x="663402" y="273482"/>
                      </a:lnTo>
                      <a:lnTo>
                        <a:pt x="780005" y="268914"/>
                      </a:lnTo>
                      <a:cubicBezTo>
                        <a:pt x="1421475" y="336881"/>
                        <a:pt x="1513729" y="236387"/>
                        <a:pt x="1761295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2">
                        <a:lumMod val="7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135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 dirty="0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EC7E033-26BD-89B1-9F11-A0B886082EC6}"/>
                    </a:ext>
                  </a:extLst>
                </p:cNvPr>
                <p:cNvSpPr/>
                <p:nvPr/>
              </p:nvSpPr>
              <p:spPr>
                <a:xfrm>
                  <a:off x="3375979" y="3796146"/>
                  <a:ext cx="1112894" cy="1112894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1A6689-1C04-DE6D-5CE0-8AAF42E78F8A}"/>
                </a:ext>
              </a:extLst>
            </p:cNvPr>
            <p:cNvSpPr txBox="1"/>
            <p:nvPr/>
          </p:nvSpPr>
          <p:spPr>
            <a:xfrm>
              <a:off x="2804534" y="2660653"/>
              <a:ext cx="6968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dirty="0">
                  <a:solidFill>
                    <a:srgbClr val="767171"/>
                  </a:solidFill>
                  <a:latin typeface="Daytona Condensed" panose="020B0506030503040204" pitchFamily="34" charset="0"/>
                </a:rPr>
                <a:t>01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B631EA-66A1-C25E-D256-96F65875E045}"/>
              </a:ext>
            </a:extLst>
          </p:cNvPr>
          <p:cNvSpPr txBox="1"/>
          <p:nvPr/>
        </p:nvSpPr>
        <p:spPr>
          <a:xfrm>
            <a:off x="5362575" y="2325535"/>
            <a:ext cx="3685753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Anticipate questions an informed reader is likely to ask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69EC71-7E65-D117-F807-AEFD54D9427E}"/>
              </a:ext>
            </a:extLst>
          </p:cNvPr>
          <p:cNvGrpSpPr/>
          <p:nvPr/>
        </p:nvGrpSpPr>
        <p:grpSpPr>
          <a:xfrm>
            <a:off x="2540995" y="3562137"/>
            <a:ext cx="7110010" cy="1600199"/>
            <a:chOff x="2540995" y="3545416"/>
            <a:chExt cx="7110010" cy="160019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DF60572-D4EB-6729-6314-12C6B1349476}"/>
                </a:ext>
              </a:extLst>
            </p:cNvPr>
            <p:cNvGrpSpPr/>
            <p:nvPr/>
          </p:nvGrpSpPr>
          <p:grpSpPr>
            <a:xfrm>
              <a:off x="2540995" y="3545416"/>
              <a:ext cx="7110010" cy="1600199"/>
              <a:chOff x="2540995" y="3545416"/>
              <a:chExt cx="7110010" cy="1600199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17FDA67-A188-E7DB-A372-D3EC704BA9B1}"/>
                  </a:ext>
                </a:extLst>
              </p:cNvPr>
              <p:cNvSpPr/>
              <p:nvPr/>
            </p:nvSpPr>
            <p:spPr>
              <a:xfrm>
                <a:off x="4033281" y="3545416"/>
                <a:ext cx="5617724" cy="1163050"/>
              </a:xfrm>
              <a:custGeom>
                <a:avLst/>
                <a:gdLst>
                  <a:gd name="connsiteX0" fmla="*/ 1126437 w 5888937"/>
                  <a:gd name="connsiteY0" fmla="*/ 0 h 1219200"/>
                  <a:gd name="connsiteX1" fmla="*/ 5279337 w 5888937"/>
                  <a:gd name="connsiteY1" fmla="*/ 0 h 1219200"/>
                  <a:gd name="connsiteX2" fmla="*/ 5888937 w 5888937"/>
                  <a:gd name="connsiteY2" fmla="*/ 609600 h 1219200"/>
                  <a:gd name="connsiteX3" fmla="*/ 5279337 w 5888937"/>
                  <a:gd name="connsiteY3" fmla="*/ 1219200 h 1219200"/>
                  <a:gd name="connsiteX4" fmla="*/ 1126437 w 5888937"/>
                  <a:gd name="connsiteY4" fmla="*/ 1219200 h 1219200"/>
                  <a:gd name="connsiteX5" fmla="*/ 785604 w 5888937"/>
                  <a:gd name="connsiteY5" fmla="*/ 1115090 h 1219200"/>
                  <a:gd name="connsiteX6" fmla="*/ 727463 w 5888937"/>
                  <a:gd name="connsiteY6" fmla="*/ 1067119 h 1219200"/>
                  <a:gd name="connsiteX7" fmla="*/ 726374 w 5888937"/>
                  <a:gd name="connsiteY7" fmla="*/ 1066803 h 1219200"/>
                  <a:gd name="connsiteX8" fmla="*/ 717713 w 5888937"/>
                  <a:gd name="connsiteY8" fmla="*/ 1059075 h 1219200"/>
                  <a:gd name="connsiteX9" fmla="*/ 695385 w 5888937"/>
                  <a:gd name="connsiteY9" fmla="*/ 1040653 h 1219200"/>
                  <a:gd name="connsiteX10" fmla="*/ 690692 w 5888937"/>
                  <a:gd name="connsiteY10" fmla="*/ 1034964 h 1219200"/>
                  <a:gd name="connsiteX11" fmla="*/ 640689 w 5888937"/>
                  <a:gd name="connsiteY11" fmla="*/ 990347 h 1219200"/>
                  <a:gd name="connsiteX12" fmla="*/ 0 w 5888937"/>
                  <a:gd name="connsiteY12" fmla="*/ 809825 h 1219200"/>
                  <a:gd name="connsiteX13" fmla="*/ 972347 w 5888937"/>
                  <a:gd name="connsiteY13" fmla="*/ 14448 h 1219200"/>
                  <a:gd name="connsiteX14" fmla="*/ 1019286 w 5888937"/>
                  <a:gd name="connsiteY14" fmla="*/ 10802 h 121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888937" h="1219200">
                    <a:moveTo>
                      <a:pt x="1126437" y="0"/>
                    </a:moveTo>
                    <a:lnTo>
                      <a:pt x="5279337" y="0"/>
                    </a:lnTo>
                    <a:cubicBezTo>
                      <a:pt x="5616010" y="0"/>
                      <a:pt x="5888937" y="272927"/>
                      <a:pt x="5888937" y="609600"/>
                    </a:cubicBezTo>
                    <a:cubicBezTo>
                      <a:pt x="5888937" y="946273"/>
                      <a:pt x="5616010" y="1219200"/>
                      <a:pt x="5279337" y="1219200"/>
                    </a:cubicBezTo>
                    <a:lnTo>
                      <a:pt x="1126437" y="1219200"/>
                    </a:lnTo>
                    <a:cubicBezTo>
                      <a:pt x="1000185" y="1219200"/>
                      <a:pt x="882897" y="1180820"/>
                      <a:pt x="785604" y="1115090"/>
                    </a:cubicBezTo>
                    <a:lnTo>
                      <a:pt x="727463" y="1067119"/>
                    </a:lnTo>
                    <a:lnTo>
                      <a:pt x="726374" y="1066803"/>
                    </a:lnTo>
                    <a:lnTo>
                      <a:pt x="717713" y="1059075"/>
                    </a:lnTo>
                    <a:lnTo>
                      <a:pt x="695385" y="1040653"/>
                    </a:lnTo>
                    <a:lnTo>
                      <a:pt x="690692" y="1034964"/>
                    </a:lnTo>
                    <a:lnTo>
                      <a:pt x="640689" y="990347"/>
                    </a:lnTo>
                    <a:cubicBezTo>
                      <a:pt x="436992" y="815078"/>
                      <a:pt x="209016" y="673353"/>
                      <a:pt x="0" y="809825"/>
                    </a:cubicBezTo>
                    <a:cubicBezTo>
                      <a:pt x="279831" y="334283"/>
                      <a:pt x="693091" y="53918"/>
                      <a:pt x="972347" y="14448"/>
                    </a:cubicBezTo>
                    <a:lnTo>
                      <a:pt x="1019286" y="10802"/>
                    </a:lnTo>
                    <a:close/>
                  </a:path>
                </a:pathLst>
              </a:custGeom>
              <a:gradFill flip="none" rotWithShape="1">
                <a:gsLst>
                  <a:gs pos="23000">
                    <a:srgbClr val="D61A3B"/>
                  </a:gs>
                  <a:gs pos="0">
                    <a:srgbClr val="A4142C"/>
                  </a:gs>
                  <a:gs pos="100000">
                    <a:srgbClr val="D61A3B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867D4BB-80B8-5A3A-7C56-FF5FE4481D0D}"/>
                  </a:ext>
                </a:extLst>
              </p:cNvPr>
              <p:cNvGrpSpPr/>
              <p:nvPr/>
            </p:nvGrpSpPr>
            <p:grpSpPr>
              <a:xfrm>
                <a:off x="2540995" y="3661240"/>
                <a:ext cx="1680179" cy="1484375"/>
                <a:chOff x="3290932" y="3474216"/>
                <a:chExt cx="1761295" cy="1556038"/>
              </a:xfrm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49964A7A-6A52-63FE-E139-BEA919625C48}"/>
                    </a:ext>
                  </a:extLst>
                </p:cNvPr>
                <p:cNvSpPr/>
                <p:nvPr/>
              </p:nvSpPr>
              <p:spPr>
                <a:xfrm rot="649030">
                  <a:off x="3290932" y="3474216"/>
                  <a:ext cx="1761295" cy="1556038"/>
                </a:xfrm>
                <a:custGeom>
                  <a:avLst/>
                  <a:gdLst>
                    <a:gd name="connsiteX0" fmla="*/ 1761295 w 1761295"/>
                    <a:gd name="connsiteY0" fmla="*/ 0 h 1556038"/>
                    <a:gd name="connsiteX1" fmla="*/ 1244186 w 1761295"/>
                    <a:gd name="connsiteY1" fmla="*/ 1139028 h 1556038"/>
                    <a:gd name="connsiteX2" fmla="*/ 1234349 w 1761295"/>
                    <a:gd name="connsiteY2" fmla="*/ 1159774 h 1556038"/>
                    <a:gd name="connsiteX3" fmla="*/ 1232158 w 1761295"/>
                    <a:gd name="connsiteY3" fmla="*/ 1166651 h 1556038"/>
                    <a:gd name="connsiteX4" fmla="*/ 1224194 w 1761295"/>
                    <a:gd name="connsiteY4" fmla="*/ 1181191 h 1556038"/>
                    <a:gd name="connsiteX5" fmla="*/ 1212703 w 1761295"/>
                    <a:gd name="connsiteY5" fmla="*/ 1205427 h 1556038"/>
                    <a:gd name="connsiteX6" fmla="*/ 1180444 w 1761295"/>
                    <a:gd name="connsiteY6" fmla="*/ 1261789 h 1556038"/>
                    <a:gd name="connsiteX7" fmla="*/ 1178969 w 1761295"/>
                    <a:gd name="connsiteY7" fmla="*/ 1263769 h 1556038"/>
                    <a:gd name="connsiteX8" fmla="*/ 1172999 w 1761295"/>
                    <a:gd name="connsiteY8" fmla="*/ 1274670 h 1556038"/>
                    <a:gd name="connsiteX9" fmla="*/ 1151937 w 1761295"/>
                    <a:gd name="connsiteY9" fmla="*/ 1300078 h 1556038"/>
                    <a:gd name="connsiteX10" fmla="*/ 1146857 w 1761295"/>
                    <a:gd name="connsiteY10" fmla="*/ 1306901 h 1556038"/>
                    <a:gd name="connsiteX11" fmla="*/ 1144424 w 1761295"/>
                    <a:gd name="connsiteY11" fmla="*/ 1309142 h 1556038"/>
                    <a:gd name="connsiteX12" fmla="*/ 1094400 w 1761295"/>
                    <a:gd name="connsiteY12" fmla="*/ 1369486 h 1556038"/>
                    <a:gd name="connsiteX13" fmla="*/ 762467 w 1761295"/>
                    <a:gd name="connsiteY13" fmla="*/ 1544515 h 1556038"/>
                    <a:gd name="connsiteX14" fmla="*/ 11523 w 1761295"/>
                    <a:gd name="connsiteY14" fmla="*/ 1034503 h 1556038"/>
                    <a:gd name="connsiteX15" fmla="*/ 521535 w 1761295"/>
                    <a:gd name="connsiteY15" fmla="*/ 283559 h 1556038"/>
                    <a:gd name="connsiteX16" fmla="*/ 588116 w 1761295"/>
                    <a:gd name="connsiteY16" fmla="*/ 277663 h 1556038"/>
                    <a:gd name="connsiteX17" fmla="*/ 599544 w 1761295"/>
                    <a:gd name="connsiteY17" fmla="*/ 275983 h 1556038"/>
                    <a:gd name="connsiteX18" fmla="*/ 613060 w 1761295"/>
                    <a:gd name="connsiteY18" fmla="*/ 275454 h 1556038"/>
                    <a:gd name="connsiteX19" fmla="*/ 651046 w 1761295"/>
                    <a:gd name="connsiteY19" fmla="*/ 272090 h 1556038"/>
                    <a:gd name="connsiteX20" fmla="*/ 663402 w 1761295"/>
                    <a:gd name="connsiteY20" fmla="*/ 273482 h 1556038"/>
                    <a:gd name="connsiteX21" fmla="*/ 780005 w 1761295"/>
                    <a:gd name="connsiteY21" fmla="*/ 268914 h 1556038"/>
                    <a:gd name="connsiteX22" fmla="*/ 1761295 w 1761295"/>
                    <a:gd name="connsiteY22" fmla="*/ 0 h 1556038"/>
                    <a:gd name="connsiteX0" fmla="*/ 1761295 w 1761295"/>
                    <a:gd name="connsiteY0" fmla="*/ 0 h 1556038"/>
                    <a:gd name="connsiteX1" fmla="*/ 1244186 w 1761295"/>
                    <a:gd name="connsiteY1" fmla="*/ 1139028 h 1556038"/>
                    <a:gd name="connsiteX2" fmla="*/ 1234349 w 1761295"/>
                    <a:gd name="connsiteY2" fmla="*/ 1159774 h 1556038"/>
                    <a:gd name="connsiteX3" fmla="*/ 1232158 w 1761295"/>
                    <a:gd name="connsiteY3" fmla="*/ 1166651 h 1556038"/>
                    <a:gd name="connsiteX4" fmla="*/ 1224194 w 1761295"/>
                    <a:gd name="connsiteY4" fmla="*/ 1181191 h 1556038"/>
                    <a:gd name="connsiteX5" fmla="*/ 1212703 w 1761295"/>
                    <a:gd name="connsiteY5" fmla="*/ 1205427 h 1556038"/>
                    <a:gd name="connsiteX6" fmla="*/ 1180444 w 1761295"/>
                    <a:gd name="connsiteY6" fmla="*/ 1261789 h 1556038"/>
                    <a:gd name="connsiteX7" fmla="*/ 1178969 w 1761295"/>
                    <a:gd name="connsiteY7" fmla="*/ 1263769 h 1556038"/>
                    <a:gd name="connsiteX8" fmla="*/ 1172999 w 1761295"/>
                    <a:gd name="connsiteY8" fmla="*/ 1274670 h 1556038"/>
                    <a:gd name="connsiteX9" fmla="*/ 1151937 w 1761295"/>
                    <a:gd name="connsiteY9" fmla="*/ 1300078 h 1556038"/>
                    <a:gd name="connsiteX10" fmla="*/ 1146857 w 1761295"/>
                    <a:gd name="connsiteY10" fmla="*/ 1306901 h 1556038"/>
                    <a:gd name="connsiteX11" fmla="*/ 1144424 w 1761295"/>
                    <a:gd name="connsiteY11" fmla="*/ 1309142 h 1556038"/>
                    <a:gd name="connsiteX12" fmla="*/ 1094400 w 1761295"/>
                    <a:gd name="connsiteY12" fmla="*/ 1369486 h 1556038"/>
                    <a:gd name="connsiteX13" fmla="*/ 762467 w 1761295"/>
                    <a:gd name="connsiteY13" fmla="*/ 1544515 h 1556038"/>
                    <a:gd name="connsiteX14" fmla="*/ 11523 w 1761295"/>
                    <a:gd name="connsiteY14" fmla="*/ 1034503 h 1556038"/>
                    <a:gd name="connsiteX15" fmla="*/ 521535 w 1761295"/>
                    <a:gd name="connsiteY15" fmla="*/ 283559 h 1556038"/>
                    <a:gd name="connsiteX16" fmla="*/ 588116 w 1761295"/>
                    <a:gd name="connsiteY16" fmla="*/ 277663 h 1556038"/>
                    <a:gd name="connsiteX17" fmla="*/ 599544 w 1761295"/>
                    <a:gd name="connsiteY17" fmla="*/ 275983 h 1556038"/>
                    <a:gd name="connsiteX18" fmla="*/ 613060 w 1761295"/>
                    <a:gd name="connsiteY18" fmla="*/ 275454 h 1556038"/>
                    <a:gd name="connsiteX19" fmla="*/ 651046 w 1761295"/>
                    <a:gd name="connsiteY19" fmla="*/ 272090 h 1556038"/>
                    <a:gd name="connsiteX20" fmla="*/ 663402 w 1761295"/>
                    <a:gd name="connsiteY20" fmla="*/ 273482 h 1556038"/>
                    <a:gd name="connsiteX21" fmla="*/ 780005 w 1761295"/>
                    <a:gd name="connsiteY21" fmla="*/ 268914 h 1556038"/>
                    <a:gd name="connsiteX22" fmla="*/ 1761295 w 1761295"/>
                    <a:gd name="connsiteY22" fmla="*/ 0 h 1556038"/>
                    <a:gd name="connsiteX0" fmla="*/ 1761295 w 1761295"/>
                    <a:gd name="connsiteY0" fmla="*/ 0 h 1556038"/>
                    <a:gd name="connsiteX1" fmla="*/ 1244186 w 1761295"/>
                    <a:gd name="connsiteY1" fmla="*/ 1139028 h 1556038"/>
                    <a:gd name="connsiteX2" fmla="*/ 1234349 w 1761295"/>
                    <a:gd name="connsiteY2" fmla="*/ 1159774 h 1556038"/>
                    <a:gd name="connsiteX3" fmla="*/ 1232158 w 1761295"/>
                    <a:gd name="connsiteY3" fmla="*/ 1166651 h 1556038"/>
                    <a:gd name="connsiteX4" fmla="*/ 1224194 w 1761295"/>
                    <a:gd name="connsiteY4" fmla="*/ 1181191 h 1556038"/>
                    <a:gd name="connsiteX5" fmla="*/ 1212703 w 1761295"/>
                    <a:gd name="connsiteY5" fmla="*/ 1205427 h 1556038"/>
                    <a:gd name="connsiteX6" fmla="*/ 1180444 w 1761295"/>
                    <a:gd name="connsiteY6" fmla="*/ 1261789 h 1556038"/>
                    <a:gd name="connsiteX7" fmla="*/ 1178969 w 1761295"/>
                    <a:gd name="connsiteY7" fmla="*/ 1263769 h 1556038"/>
                    <a:gd name="connsiteX8" fmla="*/ 1172999 w 1761295"/>
                    <a:gd name="connsiteY8" fmla="*/ 1274670 h 1556038"/>
                    <a:gd name="connsiteX9" fmla="*/ 1151937 w 1761295"/>
                    <a:gd name="connsiteY9" fmla="*/ 1300078 h 1556038"/>
                    <a:gd name="connsiteX10" fmla="*/ 1146857 w 1761295"/>
                    <a:gd name="connsiteY10" fmla="*/ 1306901 h 1556038"/>
                    <a:gd name="connsiteX11" fmla="*/ 1144424 w 1761295"/>
                    <a:gd name="connsiteY11" fmla="*/ 1309142 h 1556038"/>
                    <a:gd name="connsiteX12" fmla="*/ 1094400 w 1761295"/>
                    <a:gd name="connsiteY12" fmla="*/ 1369486 h 1556038"/>
                    <a:gd name="connsiteX13" fmla="*/ 762467 w 1761295"/>
                    <a:gd name="connsiteY13" fmla="*/ 1544515 h 1556038"/>
                    <a:gd name="connsiteX14" fmla="*/ 11523 w 1761295"/>
                    <a:gd name="connsiteY14" fmla="*/ 1034503 h 1556038"/>
                    <a:gd name="connsiteX15" fmla="*/ 521535 w 1761295"/>
                    <a:gd name="connsiteY15" fmla="*/ 283559 h 1556038"/>
                    <a:gd name="connsiteX16" fmla="*/ 588116 w 1761295"/>
                    <a:gd name="connsiteY16" fmla="*/ 277663 h 1556038"/>
                    <a:gd name="connsiteX17" fmla="*/ 599544 w 1761295"/>
                    <a:gd name="connsiteY17" fmla="*/ 275983 h 1556038"/>
                    <a:gd name="connsiteX18" fmla="*/ 613060 w 1761295"/>
                    <a:gd name="connsiteY18" fmla="*/ 275454 h 1556038"/>
                    <a:gd name="connsiteX19" fmla="*/ 651046 w 1761295"/>
                    <a:gd name="connsiteY19" fmla="*/ 272090 h 1556038"/>
                    <a:gd name="connsiteX20" fmla="*/ 663402 w 1761295"/>
                    <a:gd name="connsiteY20" fmla="*/ 273482 h 1556038"/>
                    <a:gd name="connsiteX21" fmla="*/ 780005 w 1761295"/>
                    <a:gd name="connsiteY21" fmla="*/ 268914 h 1556038"/>
                    <a:gd name="connsiteX22" fmla="*/ 1761295 w 1761295"/>
                    <a:gd name="connsiteY22" fmla="*/ 0 h 1556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761295" h="1556038">
                      <a:moveTo>
                        <a:pt x="1761295" y="0"/>
                      </a:moveTo>
                      <a:cubicBezTo>
                        <a:pt x="1488924" y="359045"/>
                        <a:pt x="1369291" y="854967"/>
                        <a:pt x="1244186" y="1139028"/>
                      </a:cubicBezTo>
                      <a:lnTo>
                        <a:pt x="1234349" y="1159774"/>
                      </a:lnTo>
                      <a:lnTo>
                        <a:pt x="1232158" y="1166651"/>
                      </a:lnTo>
                      <a:lnTo>
                        <a:pt x="1224194" y="1181191"/>
                      </a:lnTo>
                      <a:lnTo>
                        <a:pt x="1212703" y="1205427"/>
                      </a:lnTo>
                      <a:cubicBezTo>
                        <a:pt x="1202110" y="1225955"/>
                        <a:pt x="1191388" y="1244809"/>
                        <a:pt x="1180444" y="1261789"/>
                      </a:cubicBezTo>
                      <a:lnTo>
                        <a:pt x="1178969" y="1263769"/>
                      </a:lnTo>
                      <a:lnTo>
                        <a:pt x="1172999" y="1274670"/>
                      </a:lnTo>
                      <a:lnTo>
                        <a:pt x="1151937" y="1300078"/>
                      </a:lnTo>
                      <a:lnTo>
                        <a:pt x="1146857" y="1306901"/>
                      </a:lnTo>
                      <a:lnTo>
                        <a:pt x="1144424" y="1309142"/>
                      </a:lnTo>
                      <a:lnTo>
                        <a:pt x="1094400" y="1369486"/>
                      </a:lnTo>
                      <a:cubicBezTo>
                        <a:pt x="1006764" y="1456693"/>
                        <a:pt x="893044" y="1519566"/>
                        <a:pt x="762467" y="1544515"/>
                      </a:cubicBezTo>
                      <a:cubicBezTo>
                        <a:pt x="414263" y="1611047"/>
                        <a:pt x="78054" y="1382707"/>
                        <a:pt x="11523" y="1034503"/>
                      </a:cubicBezTo>
                      <a:cubicBezTo>
                        <a:pt x="-55009" y="686299"/>
                        <a:pt x="173331" y="350090"/>
                        <a:pt x="521535" y="283559"/>
                      </a:cubicBezTo>
                      <a:lnTo>
                        <a:pt x="588116" y="277663"/>
                      </a:lnTo>
                      <a:lnTo>
                        <a:pt x="599544" y="275983"/>
                      </a:lnTo>
                      <a:lnTo>
                        <a:pt x="613060" y="275454"/>
                      </a:lnTo>
                      <a:lnTo>
                        <a:pt x="651046" y="272090"/>
                      </a:lnTo>
                      <a:lnTo>
                        <a:pt x="663402" y="273482"/>
                      </a:lnTo>
                      <a:lnTo>
                        <a:pt x="780005" y="268914"/>
                      </a:lnTo>
                      <a:cubicBezTo>
                        <a:pt x="1421475" y="336881"/>
                        <a:pt x="1513729" y="236387"/>
                        <a:pt x="1761295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bg2">
                        <a:lumMod val="7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135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 dirty="0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8DEB02A5-DF9D-7224-B3A4-46B7315975E8}"/>
                    </a:ext>
                  </a:extLst>
                </p:cNvPr>
                <p:cNvSpPr/>
                <p:nvPr/>
              </p:nvSpPr>
              <p:spPr>
                <a:xfrm>
                  <a:off x="3375979" y="3796146"/>
                  <a:ext cx="1112894" cy="1112894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MY"/>
                </a:p>
              </p:txBody>
            </p:sp>
          </p:grp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D73F707-FDB4-FA23-A549-DEBA6CF0D6C2}"/>
                </a:ext>
              </a:extLst>
            </p:cNvPr>
            <p:cNvSpPr txBox="1"/>
            <p:nvPr/>
          </p:nvSpPr>
          <p:spPr>
            <a:xfrm>
              <a:off x="2804534" y="4145221"/>
              <a:ext cx="6968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dirty="0">
                  <a:solidFill>
                    <a:srgbClr val="D61A3B"/>
                  </a:solidFill>
                  <a:latin typeface="Daytona Condensed" panose="020B0506030503040204" pitchFamily="34" charset="0"/>
                </a:rPr>
                <a:t>02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F77B81C-3C9D-418E-FD84-D5B6CF58AA19}"/>
              </a:ext>
            </a:extLst>
          </p:cNvPr>
          <p:cNvSpPr txBox="1"/>
          <p:nvPr/>
        </p:nvSpPr>
        <p:spPr>
          <a:xfrm>
            <a:off x="5362575" y="3681997"/>
            <a:ext cx="3829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Organize writing to answer questions in the order the reader will ask them</a:t>
            </a:r>
          </a:p>
        </p:txBody>
      </p:sp>
    </p:spTree>
    <p:extLst>
      <p:ext uri="{BB962C8B-B14F-4D97-AF65-F5344CB8AC3E}">
        <p14:creationId xmlns:p14="http://schemas.microsoft.com/office/powerpoint/2010/main" val="251262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3B2DD8-2540-66C4-4477-55FB665FF778}"/>
              </a:ext>
            </a:extLst>
          </p:cNvPr>
          <p:cNvGrpSpPr/>
          <p:nvPr/>
        </p:nvGrpSpPr>
        <p:grpSpPr>
          <a:xfrm>
            <a:off x="3725359" y="1963522"/>
            <a:ext cx="4741281" cy="2947376"/>
            <a:chOff x="3726947" y="2497848"/>
            <a:chExt cx="4741281" cy="294737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0CD43BE-876C-CC21-D212-8AF415E6953D}"/>
                </a:ext>
              </a:extLst>
            </p:cNvPr>
            <p:cNvSpPr/>
            <p:nvPr/>
          </p:nvSpPr>
          <p:spPr>
            <a:xfrm flipH="1">
              <a:off x="3726947" y="2785673"/>
              <a:ext cx="506914" cy="2371726"/>
            </a:xfrm>
            <a:custGeom>
              <a:avLst/>
              <a:gdLst>
                <a:gd name="connsiteX0" fmla="*/ 53860 w 506914"/>
                <a:gd name="connsiteY0" fmla="*/ 0 h 2182032"/>
                <a:gd name="connsiteX1" fmla="*/ 16753 w 506914"/>
                <a:gd name="connsiteY1" fmla="*/ 36871 h 2182032"/>
                <a:gd name="connsiteX2" fmla="*/ 96498 w 506914"/>
                <a:gd name="connsiteY2" fmla="*/ 118986 h 2182032"/>
                <a:gd name="connsiteX3" fmla="*/ 452170 w 506914"/>
                <a:gd name="connsiteY3" fmla="*/ 937364 h 2182032"/>
                <a:gd name="connsiteX4" fmla="*/ 459270 w 506914"/>
                <a:gd name="connsiteY4" fmla="*/ 1082996 h 2182032"/>
                <a:gd name="connsiteX5" fmla="*/ 452170 w 506914"/>
                <a:gd name="connsiteY5" fmla="*/ 1228626 h 2182032"/>
                <a:gd name="connsiteX6" fmla="*/ 8783 w 506914"/>
                <a:gd name="connsiteY6" fmla="*/ 2137327 h 2182032"/>
                <a:gd name="connsiteX7" fmla="*/ 0 w 506914"/>
                <a:gd name="connsiteY7" fmla="*/ 2144881 h 2182032"/>
                <a:gd name="connsiteX8" fmla="*/ 36915 w 506914"/>
                <a:gd name="connsiteY8" fmla="*/ 2182032 h 2182032"/>
                <a:gd name="connsiteX9" fmla="*/ 46322 w 506914"/>
                <a:gd name="connsiteY9" fmla="*/ 2173845 h 2182032"/>
                <a:gd name="connsiteX10" fmla="*/ 499655 w 506914"/>
                <a:gd name="connsiteY10" fmla="*/ 1233670 h 2182032"/>
                <a:gd name="connsiteX11" fmla="*/ 506914 w 506914"/>
                <a:gd name="connsiteY11" fmla="*/ 1082995 h 2182032"/>
                <a:gd name="connsiteX12" fmla="*/ 499655 w 506914"/>
                <a:gd name="connsiteY12" fmla="*/ 932319 h 2182032"/>
                <a:gd name="connsiteX13" fmla="*/ 136005 w 506914"/>
                <a:gd name="connsiteY13" fmla="*/ 85596 h 2182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6914" h="2182032">
                  <a:moveTo>
                    <a:pt x="53860" y="0"/>
                  </a:moveTo>
                  <a:lnTo>
                    <a:pt x="16753" y="36871"/>
                  </a:lnTo>
                  <a:lnTo>
                    <a:pt x="96498" y="118986"/>
                  </a:lnTo>
                  <a:cubicBezTo>
                    <a:pt x="291955" y="339101"/>
                    <a:pt x="421364" y="623135"/>
                    <a:pt x="452170" y="937364"/>
                  </a:cubicBezTo>
                  <a:lnTo>
                    <a:pt x="459270" y="1082996"/>
                  </a:lnTo>
                  <a:lnTo>
                    <a:pt x="452170" y="1228626"/>
                  </a:lnTo>
                  <a:cubicBezTo>
                    <a:pt x="416963" y="1587746"/>
                    <a:pt x="252968" y="1907426"/>
                    <a:pt x="8783" y="2137327"/>
                  </a:cubicBezTo>
                  <a:lnTo>
                    <a:pt x="0" y="2144881"/>
                  </a:lnTo>
                  <a:lnTo>
                    <a:pt x="36915" y="2182032"/>
                  </a:lnTo>
                  <a:lnTo>
                    <a:pt x="46322" y="2173845"/>
                  </a:lnTo>
                  <a:cubicBezTo>
                    <a:pt x="295985" y="1935981"/>
                    <a:pt x="463658" y="1605228"/>
                    <a:pt x="499655" y="1233670"/>
                  </a:cubicBezTo>
                  <a:lnTo>
                    <a:pt x="506914" y="1082995"/>
                  </a:lnTo>
                  <a:lnTo>
                    <a:pt x="499655" y="932319"/>
                  </a:lnTo>
                  <a:cubicBezTo>
                    <a:pt x="468158" y="607206"/>
                    <a:pt x="335845" y="313334"/>
                    <a:pt x="136005" y="85596"/>
                  </a:cubicBezTo>
                  <a:close/>
                </a:path>
              </a:pathLst>
            </a:custGeom>
            <a:solidFill>
              <a:srgbClr val="3B3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FF0984F-2B6C-EB65-26BF-97B742EE9B4B}"/>
                </a:ext>
              </a:extLst>
            </p:cNvPr>
            <p:cNvSpPr/>
            <p:nvPr/>
          </p:nvSpPr>
          <p:spPr>
            <a:xfrm>
              <a:off x="7961314" y="2796664"/>
              <a:ext cx="506914" cy="2371726"/>
            </a:xfrm>
            <a:custGeom>
              <a:avLst/>
              <a:gdLst>
                <a:gd name="connsiteX0" fmla="*/ 53860 w 506914"/>
                <a:gd name="connsiteY0" fmla="*/ 0 h 2182032"/>
                <a:gd name="connsiteX1" fmla="*/ 16753 w 506914"/>
                <a:gd name="connsiteY1" fmla="*/ 36871 h 2182032"/>
                <a:gd name="connsiteX2" fmla="*/ 96498 w 506914"/>
                <a:gd name="connsiteY2" fmla="*/ 118986 h 2182032"/>
                <a:gd name="connsiteX3" fmla="*/ 452170 w 506914"/>
                <a:gd name="connsiteY3" fmla="*/ 937364 h 2182032"/>
                <a:gd name="connsiteX4" fmla="*/ 459270 w 506914"/>
                <a:gd name="connsiteY4" fmla="*/ 1082996 h 2182032"/>
                <a:gd name="connsiteX5" fmla="*/ 452170 w 506914"/>
                <a:gd name="connsiteY5" fmla="*/ 1228626 h 2182032"/>
                <a:gd name="connsiteX6" fmla="*/ 8783 w 506914"/>
                <a:gd name="connsiteY6" fmla="*/ 2137327 h 2182032"/>
                <a:gd name="connsiteX7" fmla="*/ 0 w 506914"/>
                <a:gd name="connsiteY7" fmla="*/ 2144881 h 2182032"/>
                <a:gd name="connsiteX8" fmla="*/ 36915 w 506914"/>
                <a:gd name="connsiteY8" fmla="*/ 2182032 h 2182032"/>
                <a:gd name="connsiteX9" fmla="*/ 46322 w 506914"/>
                <a:gd name="connsiteY9" fmla="*/ 2173845 h 2182032"/>
                <a:gd name="connsiteX10" fmla="*/ 499655 w 506914"/>
                <a:gd name="connsiteY10" fmla="*/ 1233670 h 2182032"/>
                <a:gd name="connsiteX11" fmla="*/ 506914 w 506914"/>
                <a:gd name="connsiteY11" fmla="*/ 1082995 h 2182032"/>
                <a:gd name="connsiteX12" fmla="*/ 499655 w 506914"/>
                <a:gd name="connsiteY12" fmla="*/ 932319 h 2182032"/>
                <a:gd name="connsiteX13" fmla="*/ 136005 w 506914"/>
                <a:gd name="connsiteY13" fmla="*/ 85596 h 2182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6914" h="2182032">
                  <a:moveTo>
                    <a:pt x="53860" y="0"/>
                  </a:moveTo>
                  <a:lnTo>
                    <a:pt x="16753" y="36871"/>
                  </a:lnTo>
                  <a:lnTo>
                    <a:pt x="96498" y="118986"/>
                  </a:lnTo>
                  <a:cubicBezTo>
                    <a:pt x="291955" y="339101"/>
                    <a:pt x="421364" y="623135"/>
                    <a:pt x="452170" y="937364"/>
                  </a:cubicBezTo>
                  <a:lnTo>
                    <a:pt x="459270" y="1082996"/>
                  </a:lnTo>
                  <a:lnTo>
                    <a:pt x="452170" y="1228626"/>
                  </a:lnTo>
                  <a:cubicBezTo>
                    <a:pt x="416963" y="1587746"/>
                    <a:pt x="252968" y="1907426"/>
                    <a:pt x="8783" y="2137327"/>
                  </a:cubicBezTo>
                  <a:lnTo>
                    <a:pt x="0" y="2144881"/>
                  </a:lnTo>
                  <a:lnTo>
                    <a:pt x="36915" y="2182032"/>
                  </a:lnTo>
                  <a:lnTo>
                    <a:pt x="46322" y="2173845"/>
                  </a:lnTo>
                  <a:cubicBezTo>
                    <a:pt x="295985" y="1935981"/>
                    <a:pt x="463658" y="1605228"/>
                    <a:pt x="499655" y="1233670"/>
                  </a:cubicBezTo>
                  <a:lnTo>
                    <a:pt x="506914" y="1082995"/>
                  </a:lnTo>
                  <a:lnTo>
                    <a:pt x="499655" y="932319"/>
                  </a:lnTo>
                  <a:cubicBezTo>
                    <a:pt x="468158" y="607206"/>
                    <a:pt x="335845" y="313334"/>
                    <a:pt x="136005" y="85596"/>
                  </a:cubicBezTo>
                  <a:close/>
                </a:path>
              </a:pathLst>
            </a:custGeom>
            <a:solidFill>
              <a:srgbClr val="3B3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EAE5BD3-AC2C-4BCD-FE1D-B1FC6DEDDD0A}"/>
                </a:ext>
              </a:extLst>
            </p:cNvPr>
            <p:cNvGrpSpPr/>
            <p:nvPr/>
          </p:nvGrpSpPr>
          <p:grpSpPr>
            <a:xfrm>
              <a:off x="3924300" y="2497848"/>
              <a:ext cx="4343400" cy="2947376"/>
              <a:chOff x="3924300" y="2497848"/>
              <a:chExt cx="4343400" cy="2947376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81677578-FB78-69E1-4DD8-7CCBF3CEC139}"/>
                  </a:ext>
                </a:extLst>
              </p:cNvPr>
              <p:cNvSpPr/>
              <p:nvPr/>
            </p:nvSpPr>
            <p:spPr>
              <a:xfrm flipH="1">
                <a:off x="3924300" y="2497848"/>
                <a:ext cx="4343400" cy="2947376"/>
              </a:xfrm>
              <a:custGeom>
                <a:avLst/>
                <a:gdLst>
                  <a:gd name="connsiteX0" fmla="*/ 2937539 w 4343400"/>
                  <a:gd name="connsiteY0" fmla="*/ 0 h 2947376"/>
                  <a:gd name="connsiteX1" fmla="*/ 2171700 w 4343400"/>
                  <a:gd name="connsiteY1" fmla="*/ 0 h 2947376"/>
                  <a:gd name="connsiteX2" fmla="*/ 1405862 w 4343400"/>
                  <a:gd name="connsiteY2" fmla="*/ 0 h 2947376"/>
                  <a:gd name="connsiteX3" fmla="*/ 7259 w 4343400"/>
                  <a:gd name="connsiteY3" fmla="*/ 1323012 h 2947376"/>
                  <a:gd name="connsiteX4" fmla="*/ 0 w 4343400"/>
                  <a:gd name="connsiteY4" fmla="*/ 1473688 h 2947376"/>
                  <a:gd name="connsiteX5" fmla="*/ 7259 w 4343400"/>
                  <a:gd name="connsiteY5" fmla="*/ 1624363 h 2947376"/>
                  <a:gd name="connsiteX6" fmla="*/ 1405862 w 4343400"/>
                  <a:gd name="connsiteY6" fmla="*/ 2947375 h 2947376"/>
                  <a:gd name="connsiteX7" fmla="*/ 2171700 w 4343400"/>
                  <a:gd name="connsiteY7" fmla="*/ 2947376 h 2947376"/>
                  <a:gd name="connsiteX8" fmla="*/ 2937539 w 4343400"/>
                  <a:gd name="connsiteY8" fmla="*/ 2947375 h 2947376"/>
                  <a:gd name="connsiteX9" fmla="*/ 4336141 w 4343400"/>
                  <a:gd name="connsiteY9" fmla="*/ 1624363 h 2947376"/>
                  <a:gd name="connsiteX10" fmla="*/ 4343400 w 4343400"/>
                  <a:gd name="connsiteY10" fmla="*/ 1473688 h 2947376"/>
                  <a:gd name="connsiteX11" fmla="*/ 4336141 w 4343400"/>
                  <a:gd name="connsiteY11" fmla="*/ 1323012 h 2947376"/>
                  <a:gd name="connsiteX12" fmla="*/ 2937539 w 4343400"/>
                  <a:gd name="connsiteY12" fmla="*/ 0 h 2947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43400" h="2947376">
                    <a:moveTo>
                      <a:pt x="2937539" y="0"/>
                    </a:moveTo>
                    <a:lnTo>
                      <a:pt x="2171700" y="0"/>
                    </a:lnTo>
                    <a:lnTo>
                      <a:pt x="1405862" y="0"/>
                    </a:lnTo>
                    <a:cubicBezTo>
                      <a:pt x="677954" y="0"/>
                      <a:pt x="79253" y="579896"/>
                      <a:pt x="7259" y="1323012"/>
                    </a:cubicBezTo>
                    <a:lnTo>
                      <a:pt x="0" y="1473688"/>
                    </a:lnTo>
                    <a:lnTo>
                      <a:pt x="7259" y="1624363"/>
                    </a:lnTo>
                    <a:cubicBezTo>
                      <a:pt x="79253" y="2367479"/>
                      <a:pt x="677954" y="2947375"/>
                      <a:pt x="1405862" y="2947375"/>
                    </a:cubicBezTo>
                    <a:lnTo>
                      <a:pt x="2171700" y="2947376"/>
                    </a:lnTo>
                    <a:lnTo>
                      <a:pt x="2937539" y="2947375"/>
                    </a:lnTo>
                    <a:cubicBezTo>
                      <a:pt x="3665447" y="2947375"/>
                      <a:pt x="4264147" y="2367479"/>
                      <a:pt x="4336141" y="1624363"/>
                    </a:cubicBezTo>
                    <a:lnTo>
                      <a:pt x="4343400" y="1473688"/>
                    </a:lnTo>
                    <a:lnTo>
                      <a:pt x="4336141" y="1323012"/>
                    </a:lnTo>
                    <a:cubicBezTo>
                      <a:pt x="4264147" y="579896"/>
                      <a:pt x="3665447" y="0"/>
                      <a:pt x="2937539" y="0"/>
                    </a:cubicBezTo>
                    <a:close/>
                  </a:path>
                </a:pathLst>
              </a:custGeom>
              <a:solidFill>
                <a:srgbClr val="D61A3B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D927616-35EB-8894-C5A2-0EF9B0D08C84}"/>
                  </a:ext>
                </a:extLst>
              </p:cNvPr>
              <p:cNvSpPr/>
              <p:nvPr/>
            </p:nvSpPr>
            <p:spPr>
              <a:xfrm>
                <a:off x="4205287" y="2752335"/>
                <a:ext cx="1890713" cy="2447926"/>
              </a:xfrm>
              <a:custGeom>
                <a:avLst/>
                <a:gdLst>
                  <a:gd name="connsiteX0" fmla="*/ 0 w 1890713"/>
                  <a:gd name="connsiteY0" fmla="*/ 1223962 h 2447926"/>
                  <a:gd name="connsiteX1" fmla="*/ 0 w 1890713"/>
                  <a:gd name="connsiteY1" fmla="*/ 1223963 h 2447926"/>
                  <a:gd name="connsiteX2" fmla="*/ 0 w 1890713"/>
                  <a:gd name="connsiteY2" fmla="*/ 1223963 h 2447926"/>
                  <a:gd name="connsiteX3" fmla="*/ 1223963 w 1890713"/>
                  <a:gd name="connsiteY3" fmla="*/ 0 h 2447926"/>
                  <a:gd name="connsiteX4" fmla="*/ 1890713 w 1890713"/>
                  <a:gd name="connsiteY4" fmla="*/ 0 h 2447926"/>
                  <a:gd name="connsiteX5" fmla="*/ 1890713 w 1890713"/>
                  <a:gd name="connsiteY5" fmla="*/ 2447926 h 2447926"/>
                  <a:gd name="connsiteX6" fmla="*/ 1223963 w 1890713"/>
                  <a:gd name="connsiteY6" fmla="*/ 2447925 h 2447926"/>
                  <a:gd name="connsiteX7" fmla="*/ 6320 w 1890713"/>
                  <a:gd name="connsiteY7" fmla="*/ 1349105 h 2447926"/>
                  <a:gd name="connsiteX8" fmla="*/ 0 w 1890713"/>
                  <a:gd name="connsiteY8" fmla="*/ 1223963 h 2447926"/>
                  <a:gd name="connsiteX9" fmla="*/ 6320 w 1890713"/>
                  <a:gd name="connsiteY9" fmla="*/ 1098820 h 2447926"/>
                  <a:gd name="connsiteX10" fmla="*/ 1223963 w 1890713"/>
                  <a:gd name="connsiteY10" fmla="*/ 0 h 2447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0713" h="2447926">
                    <a:moveTo>
                      <a:pt x="0" y="1223962"/>
                    </a:moveTo>
                    <a:lnTo>
                      <a:pt x="0" y="1223963"/>
                    </a:lnTo>
                    <a:lnTo>
                      <a:pt x="0" y="1223963"/>
                    </a:lnTo>
                    <a:close/>
                    <a:moveTo>
                      <a:pt x="1223963" y="0"/>
                    </a:moveTo>
                    <a:lnTo>
                      <a:pt x="1890713" y="0"/>
                    </a:lnTo>
                    <a:lnTo>
                      <a:pt x="1890713" y="2447926"/>
                    </a:lnTo>
                    <a:lnTo>
                      <a:pt x="1223963" y="2447925"/>
                    </a:lnTo>
                    <a:cubicBezTo>
                      <a:pt x="590236" y="2447925"/>
                      <a:pt x="68999" y="1966296"/>
                      <a:pt x="6320" y="1349105"/>
                    </a:cubicBezTo>
                    <a:lnTo>
                      <a:pt x="0" y="1223963"/>
                    </a:lnTo>
                    <a:lnTo>
                      <a:pt x="6320" y="1098820"/>
                    </a:lnTo>
                    <a:cubicBezTo>
                      <a:pt x="68999" y="481629"/>
                      <a:pt x="590236" y="0"/>
                      <a:pt x="1223963" y="0"/>
                    </a:cubicBezTo>
                    <a:close/>
                  </a:path>
                </a:pathLst>
              </a:custGeom>
              <a:solidFill>
                <a:srgbClr val="76717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MY" sz="4000" dirty="0">
                    <a:solidFill>
                      <a:schemeClr val="bg1">
                        <a:lumMod val="85000"/>
                      </a:schemeClr>
                    </a:solidFill>
                    <a:latin typeface="Daytona Condensed" panose="020B0506030503040204" pitchFamily="34" charset="0"/>
                  </a:rPr>
                  <a:t>01</a:t>
                </a:r>
                <a:endParaRPr lang="en-MY" dirty="0">
                  <a:solidFill>
                    <a:schemeClr val="bg1">
                      <a:lumMod val="8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14454DF6-131C-F873-D3D4-2ABCB8F5C35F}"/>
                  </a:ext>
                </a:extLst>
              </p:cNvPr>
              <p:cNvSpPr/>
              <p:nvPr/>
            </p:nvSpPr>
            <p:spPr>
              <a:xfrm flipH="1">
                <a:off x="6096000" y="2752335"/>
                <a:ext cx="1890713" cy="2447926"/>
              </a:xfrm>
              <a:custGeom>
                <a:avLst/>
                <a:gdLst>
                  <a:gd name="connsiteX0" fmla="*/ 0 w 1890713"/>
                  <a:gd name="connsiteY0" fmla="*/ 1223962 h 2447926"/>
                  <a:gd name="connsiteX1" fmla="*/ 0 w 1890713"/>
                  <a:gd name="connsiteY1" fmla="*/ 1223963 h 2447926"/>
                  <a:gd name="connsiteX2" fmla="*/ 0 w 1890713"/>
                  <a:gd name="connsiteY2" fmla="*/ 1223963 h 2447926"/>
                  <a:gd name="connsiteX3" fmla="*/ 1223963 w 1890713"/>
                  <a:gd name="connsiteY3" fmla="*/ 0 h 2447926"/>
                  <a:gd name="connsiteX4" fmla="*/ 1890713 w 1890713"/>
                  <a:gd name="connsiteY4" fmla="*/ 0 h 2447926"/>
                  <a:gd name="connsiteX5" fmla="*/ 1890713 w 1890713"/>
                  <a:gd name="connsiteY5" fmla="*/ 2447926 h 2447926"/>
                  <a:gd name="connsiteX6" fmla="*/ 1223963 w 1890713"/>
                  <a:gd name="connsiteY6" fmla="*/ 2447925 h 2447926"/>
                  <a:gd name="connsiteX7" fmla="*/ 6320 w 1890713"/>
                  <a:gd name="connsiteY7" fmla="*/ 1349105 h 2447926"/>
                  <a:gd name="connsiteX8" fmla="*/ 0 w 1890713"/>
                  <a:gd name="connsiteY8" fmla="*/ 1223963 h 2447926"/>
                  <a:gd name="connsiteX9" fmla="*/ 6320 w 1890713"/>
                  <a:gd name="connsiteY9" fmla="*/ 1098820 h 2447926"/>
                  <a:gd name="connsiteX10" fmla="*/ 1223963 w 1890713"/>
                  <a:gd name="connsiteY10" fmla="*/ 0 h 2447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0713" h="2447926">
                    <a:moveTo>
                      <a:pt x="0" y="1223962"/>
                    </a:moveTo>
                    <a:lnTo>
                      <a:pt x="0" y="1223963"/>
                    </a:lnTo>
                    <a:lnTo>
                      <a:pt x="0" y="1223963"/>
                    </a:lnTo>
                    <a:close/>
                    <a:moveTo>
                      <a:pt x="1223963" y="0"/>
                    </a:moveTo>
                    <a:lnTo>
                      <a:pt x="1890713" y="0"/>
                    </a:lnTo>
                    <a:lnTo>
                      <a:pt x="1890713" y="2447926"/>
                    </a:lnTo>
                    <a:lnTo>
                      <a:pt x="1223963" y="2447925"/>
                    </a:lnTo>
                    <a:cubicBezTo>
                      <a:pt x="590236" y="2447925"/>
                      <a:pt x="68999" y="1966296"/>
                      <a:pt x="6320" y="1349105"/>
                    </a:cubicBezTo>
                    <a:lnTo>
                      <a:pt x="0" y="1223963"/>
                    </a:lnTo>
                    <a:lnTo>
                      <a:pt x="6320" y="1098820"/>
                    </a:lnTo>
                    <a:cubicBezTo>
                      <a:pt x="68999" y="481629"/>
                      <a:pt x="590236" y="0"/>
                      <a:pt x="1223963" y="0"/>
                    </a:cubicBezTo>
                    <a:close/>
                  </a:path>
                </a:pathLst>
              </a:custGeom>
              <a:solidFill>
                <a:srgbClr val="3B3838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MY" sz="4000" dirty="0">
                    <a:solidFill>
                      <a:schemeClr val="bg1">
                        <a:lumMod val="85000"/>
                      </a:schemeClr>
                    </a:solidFill>
                    <a:latin typeface="Daytona Condensed" panose="020B0506030503040204" pitchFamily="34" charset="0"/>
                  </a:rPr>
                  <a:t>02</a:t>
                </a:r>
                <a:endParaRPr lang="en-MY" dirty="0">
                  <a:solidFill>
                    <a:schemeClr val="bg1">
                      <a:lumMod val="85000"/>
                    </a:schemeClr>
                  </a:solidFill>
                  <a:latin typeface="Daytona Condensed" panose="020B0506030503040204" pitchFamily="34" charset="0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FF33A0B-42BA-F446-41CE-76FCC0676F56}"/>
              </a:ext>
            </a:extLst>
          </p:cNvPr>
          <p:cNvSpPr txBox="1"/>
          <p:nvPr/>
        </p:nvSpPr>
        <p:spPr>
          <a:xfrm>
            <a:off x="343811" y="2875517"/>
            <a:ext cx="318102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defRPr/>
            </a:pPr>
            <a:r>
              <a:rPr lang="en-US" b="1" dirty="0">
                <a:solidFill>
                  <a:srgbClr val="767171"/>
                </a:solidFill>
                <a:latin typeface="Century Gothic" panose="020B0502020202020204" pitchFamily="34" charset="0"/>
              </a:rPr>
              <a:t>Necessary technical terms</a:t>
            </a:r>
          </a:p>
          <a:p>
            <a:pPr algn="r" eaLnBrk="1" hangingPunct="1">
              <a:defRPr/>
            </a:pPr>
            <a:endParaRPr lang="en-US" sz="1000" b="1" dirty="0">
              <a:latin typeface="Century Gothic" panose="020B0502020202020204" pitchFamily="34" charset="0"/>
            </a:endParaRPr>
          </a:p>
          <a:p>
            <a:pPr algn="r" eaLnBrk="1" hangingPunct="1">
              <a:buFont typeface="Wingdings" pitchFamily="2" charset="2"/>
              <a:buNone/>
              <a:defRPr/>
            </a:pPr>
            <a:r>
              <a:rPr lang="en-US" sz="1600" dirty="0">
                <a:latin typeface="Century Gothic" panose="020B0502020202020204" pitchFamily="34" charset="0"/>
              </a:rPr>
              <a:t>Example: Habeas corpus, plaintiff</a:t>
            </a:r>
            <a:endParaRPr lang="en-MY" dirty="0"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89852-70CF-AC0F-550C-EC6AC086C9BD}"/>
              </a:ext>
            </a:extLst>
          </p:cNvPr>
          <p:cNvSpPr txBox="1"/>
          <p:nvPr/>
        </p:nvSpPr>
        <p:spPr>
          <a:xfrm>
            <a:off x="8667168" y="2452325"/>
            <a:ext cx="326147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defRPr/>
            </a:pPr>
            <a:r>
              <a:rPr lang="en-US" sz="1800" b="1" dirty="0">
                <a:solidFill>
                  <a:srgbClr val="3B3838"/>
                </a:solidFill>
                <a:latin typeface="Century Gothic" panose="020B0502020202020204" pitchFamily="34" charset="0"/>
              </a:rPr>
              <a:t>Obscure and often pretentious language marked by circumlocutions and long words</a:t>
            </a:r>
          </a:p>
          <a:p>
            <a:pPr eaLnBrk="1" hangingPunct="1">
              <a:defRPr/>
            </a:pPr>
            <a:endParaRPr lang="en-US" sz="1000" b="1" dirty="0">
              <a:latin typeface="Century Gothic" panose="020B0502020202020204" pitchFamily="34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1600" dirty="0">
                <a:latin typeface="Century Gothic" panose="020B0502020202020204" pitchFamily="34" charset="0"/>
              </a:rPr>
              <a:t>Example: Hereby, Wherefore, ab initio</a:t>
            </a:r>
            <a:endParaRPr lang="en-MY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03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828A7C0-46AA-1B53-8CBC-078155ED374A}"/>
              </a:ext>
            </a:extLst>
          </p:cNvPr>
          <p:cNvGrpSpPr/>
          <p:nvPr/>
        </p:nvGrpSpPr>
        <p:grpSpPr>
          <a:xfrm>
            <a:off x="3726947" y="1962444"/>
            <a:ext cx="4741281" cy="2947376"/>
            <a:chOff x="3726947" y="2203596"/>
            <a:chExt cx="4741281" cy="29473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589A581-D55C-05B9-5A43-CBE9C07C284B}"/>
                </a:ext>
              </a:extLst>
            </p:cNvPr>
            <p:cNvGrpSpPr/>
            <p:nvPr/>
          </p:nvGrpSpPr>
          <p:grpSpPr>
            <a:xfrm>
              <a:off x="3726947" y="2372358"/>
              <a:ext cx="620420" cy="2587870"/>
              <a:chOff x="3726947" y="2372358"/>
              <a:chExt cx="620420" cy="2587870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3F3A37D-615B-0288-875E-398761C3C75D}"/>
                  </a:ext>
                </a:extLst>
              </p:cNvPr>
              <p:cNvSpPr/>
              <p:nvPr/>
            </p:nvSpPr>
            <p:spPr>
              <a:xfrm flipH="1">
                <a:off x="3726947" y="2491421"/>
                <a:ext cx="506914" cy="2371726"/>
              </a:xfrm>
              <a:custGeom>
                <a:avLst/>
                <a:gdLst>
                  <a:gd name="connsiteX0" fmla="*/ 53860 w 506914"/>
                  <a:gd name="connsiteY0" fmla="*/ 0 h 2182032"/>
                  <a:gd name="connsiteX1" fmla="*/ 16753 w 506914"/>
                  <a:gd name="connsiteY1" fmla="*/ 36871 h 2182032"/>
                  <a:gd name="connsiteX2" fmla="*/ 96498 w 506914"/>
                  <a:gd name="connsiteY2" fmla="*/ 118986 h 2182032"/>
                  <a:gd name="connsiteX3" fmla="*/ 452170 w 506914"/>
                  <a:gd name="connsiteY3" fmla="*/ 937364 h 2182032"/>
                  <a:gd name="connsiteX4" fmla="*/ 459270 w 506914"/>
                  <a:gd name="connsiteY4" fmla="*/ 1082996 h 2182032"/>
                  <a:gd name="connsiteX5" fmla="*/ 452170 w 506914"/>
                  <a:gd name="connsiteY5" fmla="*/ 1228626 h 2182032"/>
                  <a:gd name="connsiteX6" fmla="*/ 8783 w 506914"/>
                  <a:gd name="connsiteY6" fmla="*/ 2137327 h 2182032"/>
                  <a:gd name="connsiteX7" fmla="*/ 0 w 506914"/>
                  <a:gd name="connsiteY7" fmla="*/ 2144881 h 2182032"/>
                  <a:gd name="connsiteX8" fmla="*/ 36915 w 506914"/>
                  <a:gd name="connsiteY8" fmla="*/ 2182032 h 2182032"/>
                  <a:gd name="connsiteX9" fmla="*/ 46322 w 506914"/>
                  <a:gd name="connsiteY9" fmla="*/ 2173845 h 2182032"/>
                  <a:gd name="connsiteX10" fmla="*/ 499655 w 506914"/>
                  <a:gd name="connsiteY10" fmla="*/ 1233670 h 2182032"/>
                  <a:gd name="connsiteX11" fmla="*/ 506914 w 506914"/>
                  <a:gd name="connsiteY11" fmla="*/ 1082995 h 2182032"/>
                  <a:gd name="connsiteX12" fmla="*/ 499655 w 506914"/>
                  <a:gd name="connsiteY12" fmla="*/ 932319 h 2182032"/>
                  <a:gd name="connsiteX13" fmla="*/ 136005 w 506914"/>
                  <a:gd name="connsiteY13" fmla="*/ 85596 h 218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06914" h="2182032">
                    <a:moveTo>
                      <a:pt x="53860" y="0"/>
                    </a:moveTo>
                    <a:lnTo>
                      <a:pt x="16753" y="36871"/>
                    </a:lnTo>
                    <a:lnTo>
                      <a:pt x="96498" y="118986"/>
                    </a:lnTo>
                    <a:cubicBezTo>
                      <a:pt x="291955" y="339101"/>
                      <a:pt x="421364" y="623135"/>
                      <a:pt x="452170" y="937364"/>
                    </a:cubicBezTo>
                    <a:lnTo>
                      <a:pt x="459270" y="1082996"/>
                    </a:lnTo>
                    <a:lnTo>
                      <a:pt x="452170" y="1228626"/>
                    </a:lnTo>
                    <a:cubicBezTo>
                      <a:pt x="416963" y="1587746"/>
                      <a:pt x="252968" y="1907426"/>
                      <a:pt x="8783" y="2137327"/>
                    </a:cubicBezTo>
                    <a:lnTo>
                      <a:pt x="0" y="2144881"/>
                    </a:lnTo>
                    <a:lnTo>
                      <a:pt x="36915" y="2182032"/>
                    </a:lnTo>
                    <a:lnTo>
                      <a:pt x="46322" y="2173845"/>
                    </a:lnTo>
                    <a:cubicBezTo>
                      <a:pt x="295985" y="1935981"/>
                      <a:pt x="463658" y="1605228"/>
                      <a:pt x="499655" y="1233670"/>
                    </a:cubicBezTo>
                    <a:lnTo>
                      <a:pt x="506914" y="1082995"/>
                    </a:lnTo>
                    <a:lnTo>
                      <a:pt x="499655" y="932319"/>
                    </a:lnTo>
                    <a:cubicBezTo>
                      <a:pt x="468158" y="607206"/>
                      <a:pt x="335845" y="313334"/>
                      <a:pt x="136005" y="85596"/>
                    </a:cubicBezTo>
                    <a:close/>
                  </a:path>
                </a:pathLst>
              </a:custGeom>
              <a:solidFill>
                <a:srgbClr val="4A79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A05031D-F311-F102-FE4A-77BD5064FE80}"/>
                  </a:ext>
                </a:extLst>
              </p:cNvPr>
              <p:cNvSpPr/>
              <p:nvPr/>
            </p:nvSpPr>
            <p:spPr>
              <a:xfrm>
                <a:off x="4091780" y="4722103"/>
                <a:ext cx="238125" cy="238125"/>
              </a:xfrm>
              <a:prstGeom prst="ellipse">
                <a:avLst/>
              </a:prstGeom>
              <a:solidFill>
                <a:srgbClr val="EF3F2F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313D251-F3E4-D8E9-51B5-CCB9EDD6F047}"/>
                  </a:ext>
                </a:extLst>
              </p:cNvPr>
              <p:cNvSpPr/>
              <p:nvPr/>
            </p:nvSpPr>
            <p:spPr>
              <a:xfrm>
                <a:off x="4109242" y="2372358"/>
                <a:ext cx="238125" cy="238125"/>
              </a:xfrm>
              <a:prstGeom prst="ellipse">
                <a:avLst/>
              </a:prstGeom>
              <a:solidFill>
                <a:srgbClr val="EF3F2F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7CCF2FA-0037-04F6-1EDB-50CC0C63D1D3}"/>
                </a:ext>
              </a:extLst>
            </p:cNvPr>
            <p:cNvGrpSpPr/>
            <p:nvPr/>
          </p:nvGrpSpPr>
          <p:grpSpPr>
            <a:xfrm>
              <a:off x="7847808" y="2383349"/>
              <a:ext cx="620420" cy="2587870"/>
              <a:chOff x="7847808" y="2383349"/>
              <a:chExt cx="620420" cy="2587870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024C048-5934-B160-5131-35C187E2BAFF}"/>
                  </a:ext>
                </a:extLst>
              </p:cNvPr>
              <p:cNvSpPr/>
              <p:nvPr/>
            </p:nvSpPr>
            <p:spPr>
              <a:xfrm>
                <a:off x="7961314" y="2502412"/>
                <a:ext cx="506914" cy="2371726"/>
              </a:xfrm>
              <a:custGeom>
                <a:avLst/>
                <a:gdLst>
                  <a:gd name="connsiteX0" fmla="*/ 53860 w 506914"/>
                  <a:gd name="connsiteY0" fmla="*/ 0 h 2182032"/>
                  <a:gd name="connsiteX1" fmla="*/ 16753 w 506914"/>
                  <a:gd name="connsiteY1" fmla="*/ 36871 h 2182032"/>
                  <a:gd name="connsiteX2" fmla="*/ 96498 w 506914"/>
                  <a:gd name="connsiteY2" fmla="*/ 118986 h 2182032"/>
                  <a:gd name="connsiteX3" fmla="*/ 452170 w 506914"/>
                  <a:gd name="connsiteY3" fmla="*/ 937364 h 2182032"/>
                  <a:gd name="connsiteX4" fmla="*/ 459270 w 506914"/>
                  <a:gd name="connsiteY4" fmla="*/ 1082996 h 2182032"/>
                  <a:gd name="connsiteX5" fmla="*/ 452170 w 506914"/>
                  <a:gd name="connsiteY5" fmla="*/ 1228626 h 2182032"/>
                  <a:gd name="connsiteX6" fmla="*/ 8783 w 506914"/>
                  <a:gd name="connsiteY6" fmla="*/ 2137327 h 2182032"/>
                  <a:gd name="connsiteX7" fmla="*/ 0 w 506914"/>
                  <a:gd name="connsiteY7" fmla="*/ 2144881 h 2182032"/>
                  <a:gd name="connsiteX8" fmla="*/ 36915 w 506914"/>
                  <a:gd name="connsiteY8" fmla="*/ 2182032 h 2182032"/>
                  <a:gd name="connsiteX9" fmla="*/ 46322 w 506914"/>
                  <a:gd name="connsiteY9" fmla="*/ 2173845 h 2182032"/>
                  <a:gd name="connsiteX10" fmla="*/ 499655 w 506914"/>
                  <a:gd name="connsiteY10" fmla="*/ 1233670 h 2182032"/>
                  <a:gd name="connsiteX11" fmla="*/ 506914 w 506914"/>
                  <a:gd name="connsiteY11" fmla="*/ 1082995 h 2182032"/>
                  <a:gd name="connsiteX12" fmla="*/ 499655 w 506914"/>
                  <a:gd name="connsiteY12" fmla="*/ 932319 h 2182032"/>
                  <a:gd name="connsiteX13" fmla="*/ 136005 w 506914"/>
                  <a:gd name="connsiteY13" fmla="*/ 85596 h 218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06914" h="2182032">
                    <a:moveTo>
                      <a:pt x="53860" y="0"/>
                    </a:moveTo>
                    <a:lnTo>
                      <a:pt x="16753" y="36871"/>
                    </a:lnTo>
                    <a:lnTo>
                      <a:pt x="96498" y="118986"/>
                    </a:lnTo>
                    <a:cubicBezTo>
                      <a:pt x="291955" y="339101"/>
                      <a:pt x="421364" y="623135"/>
                      <a:pt x="452170" y="937364"/>
                    </a:cubicBezTo>
                    <a:lnTo>
                      <a:pt x="459270" y="1082996"/>
                    </a:lnTo>
                    <a:lnTo>
                      <a:pt x="452170" y="1228626"/>
                    </a:lnTo>
                    <a:cubicBezTo>
                      <a:pt x="416963" y="1587746"/>
                      <a:pt x="252968" y="1907426"/>
                      <a:pt x="8783" y="2137327"/>
                    </a:cubicBezTo>
                    <a:lnTo>
                      <a:pt x="0" y="2144881"/>
                    </a:lnTo>
                    <a:lnTo>
                      <a:pt x="36915" y="2182032"/>
                    </a:lnTo>
                    <a:lnTo>
                      <a:pt x="46322" y="2173845"/>
                    </a:lnTo>
                    <a:cubicBezTo>
                      <a:pt x="295985" y="1935981"/>
                      <a:pt x="463658" y="1605228"/>
                      <a:pt x="499655" y="1233670"/>
                    </a:cubicBezTo>
                    <a:lnTo>
                      <a:pt x="506914" y="1082995"/>
                    </a:lnTo>
                    <a:lnTo>
                      <a:pt x="499655" y="932319"/>
                    </a:lnTo>
                    <a:cubicBezTo>
                      <a:pt x="468158" y="607206"/>
                      <a:pt x="335845" y="313334"/>
                      <a:pt x="136005" y="85596"/>
                    </a:cubicBezTo>
                    <a:close/>
                  </a:path>
                </a:pathLst>
              </a:custGeom>
              <a:solidFill>
                <a:srgbClr val="4A79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8BE1F3-EAA7-72EE-D41A-1BA8BA980281}"/>
                  </a:ext>
                </a:extLst>
              </p:cNvPr>
              <p:cNvSpPr/>
              <p:nvPr/>
            </p:nvSpPr>
            <p:spPr>
              <a:xfrm flipH="1">
                <a:off x="7865270" y="4733094"/>
                <a:ext cx="238125" cy="238125"/>
              </a:xfrm>
              <a:prstGeom prst="ellipse">
                <a:avLst/>
              </a:prstGeom>
              <a:solidFill>
                <a:srgbClr val="2B5DAA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79CFE08-F601-2E17-65A4-4CAC4F8D045D}"/>
                  </a:ext>
                </a:extLst>
              </p:cNvPr>
              <p:cNvSpPr/>
              <p:nvPr/>
            </p:nvSpPr>
            <p:spPr>
              <a:xfrm flipH="1">
                <a:off x="7847808" y="2383349"/>
                <a:ext cx="238125" cy="238125"/>
              </a:xfrm>
              <a:prstGeom prst="ellipse">
                <a:avLst/>
              </a:prstGeom>
              <a:solidFill>
                <a:srgbClr val="2B5DAA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D0AD24-13BE-EE9E-84B2-0B6397A0C7E7}"/>
                </a:ext>
              </a:extLst>
            </p:cNvPr>
            <p:cNvGrpSpPr/>
            <p:nvPr/>
          </p:nvGrpSpPr>
          <p:grpSpPr>
            <a:xfrm>
              <a:off x="3924300" y="2203596"/>
              <a:ext cx="4343400" cy="2947376"/>
              <a:chOff x="3924300" y="2203596"/>
              <a:chExt cx="4343400" cy="2947376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3A611E5-173E-2863-087E-028CD7AD1C89}"/>
                  </a:ext>
                </a:extLst>
              </p:cNvPr>
              <p:cNvSpPr/>
              <p:nvPr/>
            </p:nvSpPr>
            <p:spPr>
              <a:xfrm flipH="1">
                <a:off x="3924300" y="2203596"/>
                <a:ext cx="4343400" cy="2947376"/>
              </a:xfrm>
              <a:custGeom>
                <a:avLst/>
                <a:gdLst>
                  <a:gd name="connsiteX0" fmla="*/ 2937539 w 4343400"/>
                  <a:gd name="connsiteY0" fmla="*/ 0 h 2947376"/>
                  <a:gd name="connsiteX1" fmla="*/ 2171700 w 4343400"/>
                  <a:gd name="connsiteY1" fmla="*/ 0 h 2947376"/>
                  <a:gd name="connsiteX2" fmla="*/ 1405862 w 4343400"/>
                  <a:gd name="connsiteY2" fmla="*/ 0 h 2947376"/>
                  <a:gd name="connsiteX3" fmla="*/ 7259 w 4343400"/>
                  <a:gd name="connsiteY3" fmla="*/ 1323012 h 2947376"/>
                  <a:gd name="connsiteX4" fmla="*/ 0 w 4343400"/>
                  <a:gd name="connsiteY4" fmla="*/ 1473688 h 2947376"/>
                  <a:gd name="connsiteX5" fmla="*/ 7259 w 4343400"/>
                  <a:gd name="connsiteY5" fmla="*/ 1624363 h 2947376"/>
                  <a:gd name="connsiteX6" fmla="*/ 1405862 w 4343400"/>
                  <a:gd name="connsiteY6" fmla="*/ 2947375 h 2947376"/>
                  <a:gd name="connsiteX7" fmla="*/ 2171700 w 4343400"/>
                  <a:gd name="connsiteY7" fmla="*/ 2947376 h 2947376"/>
                  <a:gd name="connsiteX8" fmla="*/ 2937539 w 4343400"/>
                  <a:gd name="connsiteY8" fmla="*/ 2947375 h 2947376"/>
                  <a:gd name="connsiteX9" fmla="*/ 4336141 w 4343400"/>
                  <a:gd name="connsiteY9" fmla="*/ 1624363 h 2947376"/>
                  <a:gd name="connsiteX10" fmla="*/ 4343400 w 4343400"/>
                  <a:gd name="connsiteY10" fmla="*/ 1473688 h 2947376"/>
                  <a:gd name="connsiteX11" fmla="*/ 4336141 w 4343400"/>
                  <a:gd name="connsiteY11" fmla="*/ 1323012 h 2947376"/>
                  <a:gd name="connsiteX12" fmla="*/ 2937539 w 4343400"/>
                  <a:gd name="connsiteY12" fmla="*/ 0 h 2947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43400" h="2947376">
                    <a:moveTo>
                      <a:pt x="2937539" y="0"/>
                    </a:moveTo>
                    <a:lnTo>
                      <a:pt x="2171700" y="0"/>
                    </a:lnTo>
                    <a:lnTo>
                      <a:pt x="1405862" y="0"/>
                    </a:lnTo>
                    <a:cubicBezTo>
                      <a:pt x="677954" y="0"/>
                      <a:pt x="79253" y="579896"/>
                      <a:pt x="7259" y="1323012"/>
                    </a:cubicBezTo>
                    <a:lnTo>
                      <a:pt x="0" y="1473688"/>
                    </a:lnTo>
                    <a:lnTo>
                      <a:pt x="7259" y="1624363"/>
                    </a:lnTo>
                    <a:cubicBezTo>
                      <a:pt x="79253" y="2367479"/>
                      <a:pt x="677954" y="2947375"/>
                      <a:pt x="1405862" y="2947375"/>
                    </a:cubicBezTo>
                    <a:lnTo>
                      <a:pt x="2171700" y="2947376"/>
                    </a:lnTo>
                    <a:lnTo>
                      <a:pt x="2937539" y="2947375"/>
                    </a:lnTo>
                    <a:cubicBezTo>
                      <a:pt x="3665447" y="2947375"/>
                      <a:pt x="4264147" y="2367479"/>
                      <a:pt x="4336141" y="1624363"/>
                    </a:cubicBezTo>
                    <a:lnTo>
                      <a:pt x="4343400" y="1473688"/>
                    </a:lnTo>
                    <a:lnTo>
                      <a:pt x="4336141" y="1323012"/>
                    </a:lnTo>
                    <a:cubicBezTo>
                      <a:pt x="4264147" y="579896"/>
                      <a:pt x="3665447" y="0"/>
                      <a:pt x="2937539" y="0"/>
                    </a:cubicBezTo>
                    <a:close/>
                  </a:path>
                </a:pathLst>
              </a:custGeom>
              <a:solidFill>
                <a:srgbClr val="83A7C7"/>
              </a:solidFill>
              <a:ln>
                <a:noFill/>
              </a:ln>
              <a:effectLst>
                <a:outerShdw blurRad="76200" dir="13500000" sy="23000" kx="1200000" algn="b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MY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64E1F66-0F72-73B2-04EB-E163FA6BCBB3}"/>
                  </a:ext>
                </a:extLst>
              </p:cNvPr>
              <p:cNvSpPr/>
              <p:nvPr/>
            </p:nvSpPr>
            <p:spPr>
              <a:xfrm>
                <a:off x="4205287" y="2458083"/>
                <a:ext cx="1890713" cy="2447926"/>
              </a:xfrm>
              <a:custGeom>
                <a:avLst/>
                <a:gdLst>
                  <a:gd name="connsiteX0" fmla="*/ 0 w 1890713"/>
                  <a:gd name="connsiteY0" fmla="*/ 1223962 h 2447926"/>
                  <a:gd name="connsiteX1" fmla="*/ 0 w 1890713"/>
                  <a:gd name="connsiteY1" fmla="*/ 1223963 h 2447926"/>
                  <a:gd name="connsiteX2" fmla="*/ 0 w 1890713"/>
                  <a:gd name="connsiteY2" fmla="*/ 1223963 h 2447926"/>
                  <a:gd name="connsiteX3" fmla="*/ 1223963 w 1890713"/>
                  <a:gd name="connsiteY3" fmla="*/ 0 h 2447926"/>
                  <a:gd name="connsiteX4" fmla="*/ 1890713 w 1890713"/>
                  <a:gd name="connsiteY4" fmla="*/ 0 h 2447926"/>
                  <a:gd name="connsiteX5" fmla="*/ 1890713 w 1890713"/>
                  <a:gd name="connsiteY5" fmla="*/ 2447926 h 2447926"/>
                  <a:gd name="connsiteX6" fmla="*/ 1223963 w 1890713"/>
                  <a:gd name="connsiteY6" fmla="*/ 2447925 h 2447926"/>
                  <a:gd name="connsiteX7" fmla="*/ 6320 w 1890713"/>
                  <a:gd name="connsiteY7" fmla="*/ 1349105 h 2447926"/>
                  <a:gd name="connsiteX8" fmla="*/ 0 w 1890713"/>
                  <a:gd name="connsiteY8" fmla="*/ 1223963 h 2447926"/>
                  <a:gd name="connsiteX9" fmla="*/ 6320 w 1890713"/>
                  <a:gd name="connsiteY9" fmla="*/ 1098820 h 2447926"/>
                  <a:gd name="connsiteX10" fmla="*/ 1223963 w 1890713"/>
                  <a:gd name="connsiteY10" fmla="*/ 0 h 2447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0713" h="2447926">
                    <a:moveTo>
                      <a:pt x="0" y="1223962"/>
                    </a:moveTo>
                    <a:lnTo>
                      <a:pt x="0" y="1223963"/>
                    </a:lnTo>
                    <a:lnTo>
                      <a:pt x="0" y="1223963"/>
                    </a:lnTo>
                    <a:close/>
                    <a:moveTo>
                      <a:pt x="1223963" y="0"/>
                    </a:moveTo>
                    <a:lnTo>
                      <a:pt x="1890713" y="0"/>
                    </a:lnTo>
                    <a:lnTo>
                      <a:pt x="1890713" y="2447926"/>
                    </a:lnTo>
                    <a:lnTo>
                      <a:pt x="1223963" y="2447925"/>
                    </a:lnTo>
                    <a:cubicBezTo>
                      <a:pt x="590236" y="2447925"/>
                      <a:pt x="68999" y="1966296"/>
                      <a:pt x="6320" y="1349105"/>
                    </a:cubicBezTo>
                    <a:lnTo>
                      <a:pt x="0" y="1223963"/>
                    </a:lnTo>
                    <a:lnTo>
                      <a:pt x="6320" y="1098820"/>
                    </a:lnTo>
                    <a:cubicBezTo>
                      <a:pt x="68999" y="481629"/>
                      <a:pt x="590236" y="0"/>
                      <a:pt x="1223963" y="0"/>
                    </a:cubicBezTo>
                    <a:close/>
                  </a:path>
                </a:pathLst>
              </a:custGeom>
              <a:solidFill>
                <a:srgbClr val="EF3F2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r"/>
                <a:r>
                  <a:rPr lang="en-MY" sz="3200" b="1" dirty="0">
                    <a:latin typeface="Daytona Condensed" panose="020B0506030503040204" pitchFamily="34" charset="0"/>
                    <a:cs typeface="Arial" panose="020B0604020202020204" pitchFamily="34" charset="0"/>
                  </a:rPr>
                  <a:t>Service-Oriented Mindset</a:t>
                </a: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32A1EDB-D5C8-2899-1616-B40F1EAC372C}"/>
                  </a:ext>
                </a:extLst>
              </p:cNvPr>
              <p:cNvSpPr/>
              <p:nvPr/>
            </p:nvSpPr>
            <p:spPr>
              <a:xfrm flipH="1">
                <a:off x="6096000" y="2458083"/>
                <a:ext cx="1890713" cy="2447926"/>
              </a:xfrm>
              <a:custGeom>
                <a:avLst/>
                <a:gdLst>
                  <a:gd name="connsiteX0" fmla="*/ 0 w 1890713"/>
                  <a:gd name="connsiteY0" fmla="*/ 1223962 h 2447926"/>
                  <a:gd name="connsiteX1" fmla="*/ 0 w 1890713"/>
                  <a:gd name="connsiteY1" fmla="*/ 1223963 h 2447926"/>
                  <a:gd name="connsiteX2" fmla="*/ 0 w 1890713"/>
                  <a:gd name="connsiteY2" fmla="*/ 1223963 h 2447926"/>
                  <a:gd name="connsiteX3" fmla="*/ 1223963 w 1890713"/>
                  <a:gd name="connsiteY3" fmla="*/ 0 h 2447926"/>
                  <a:gd name="connsiteX4" fmla="*/ 1890713 w 1890713"/>
                  <a:gd name="connsiteY4" fmla="*/ 0 h 2447926"/>
                  <a:gd name="connsiteX5" fmla="*/ 1890713 w 1890713"/>
                  <a:gd name="connsiteY5" fmla="*/ 2447926 h 2447926"/>
                  <a:gd name="connsiteX6" fmla="*/ 1223963 w 1890713"/>
                  <a:gd name="connsiteY6" fmla="*/ 2447925 h 2447926"/>
                  <a:gd name="connsiteX7" fmla="*/ 6320 w 1890713"/>
                  <a:gd name="connsiteY7" fmla="*/ 1349105 h 2447926"/>
                  <a:gd name="connsiteX8" fmla="*/ 0 w 1890713"/>
                  <a:gd name="connsiteY8" fmla="*/ 1223963 h 2447926"/>
                  <a:gd name="connsiteX9" fmla="*/ 6320 w 1890713"/>
                  <a:gd name="connsiteY9" fmla="*/ 1098820 h 2447926"/>
                  <a:gd name="connsiteX10" fmla="*/ 1223963 w 1890713"/>
                  <a:gd name="connsiteY10" fmla="*/ 0 h 2447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0713" h="2447926">
                    <a:moveTo>
                      <a:pt x="0" y="1223962"/>
                    </a:moveTo>
                    <a:lnTo>
                      <a:pt x="0" y="1223963"/>
                    </a:lnTo>
                    <a:lnTo>
                      <a:pt x="0" y="1223963"/>
                    </a:lnTo>
                    <a:close/>
                    <a:moveTo>
                      <a:pt x="1223963" y="0"/>
                    </a:moveTo>
                    <a:lnTo>
                      <a:pt x="1890713" y="0"/>
                    </a:lnTo>
                    <a:lnTo>
                      <a:pt x="1890713" y="2447926"/>
                    </a:lnTo>
                    <a:lnTo>
                      <a:pt x="1223963" y="2447925"/>
                    </a:lnTo>
                    <a:cubicBezTo>
                      <a:pt x="590236" y="2447925"/>
                      <a:pt x="68999" y="1966296"/>
                      <a:pt x="6320" y="1349105"/>
                    </a:cubicBezTo>
                    <a:lnTo>
                      <a:pt x="0" y="1223963"/>
                    </a:lnTo>
                    <a:lnTo>
                      <a:pt x="6320" y="1098820"/>
                    </a:lnTo>
                    <a:cubicBezTo>
                      <a:pt x="68999" y="481629"/>
                      <a:pt x="590236" y="0"/>
                      <a:pt x="1223963" y="0"/>
                    </a:cubicBezTo>
                    <a:close/>
                  </a:path>
                </a:pathLst>
              </a:custGeom>
              <a:solidFill>
                <a:srgbClr val="2B5DAA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n-MY" sz="2800" dirty="0">
                    <a:latin typeface="Daytona Condensed" panose="020B0506030503040204" pitchFamily="34" charset="0"/>
                    <a:cs typeface="Arial" panose="020B0604020202020204" pitchFamily="34" charset="0"/>
                  </a:rPr>
                  <a:t>Example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2B30AF6-3BBE-F3AD-31D6-E2213066F00B}"/>
              </a:ext>
            </a:extLst>
          </p:cNvPr>
          <p:cNvSpPr txBox="1"/>
          <p:nvPr/>
        </p:nvSpPr>
        <p:spPr>
          <a:xfrm>
            <a:off x="177913" y="2016876"/>
            <a:ext cx="3465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don’t just do our job—we want to help</a:t>
            </a:r>
            <a:endParaRPr lang="en-MY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36C4AA-0D17-FBED-DBD3-11EBC4343297}"/>
              </a:ext>
            </a:extLst>
          </p:cNvPr>
          <p:cNvSpPr txBox="1"/>
          <p:nvPr/>
        </p:nvSpPr>
        <p:spPr>
          <a:xfrm>
            <a:off x="177913" y="3767314"/>
            <a:ext cx="3465400" cy="1015663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 just about following SOPs. It’s about serving with heart</a:t>
            </a:r>
            <a:endParaRPr lang="en-MY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F54950-113A-2C93-550A-85B5005CC3CC}"/>
              </a:ext>
            </a:extLst>
          </p:cNvPr>
          <p:cNvSpPr txBox="1"/>
          <p:nvPr/>
        </p:nvSpPr>
        <p:spPr>
          <a:xfrm>
            <a:off x="8581734" y="2050212"/>
            <a:ext cx="3432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can I make this easier for the passenger?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607ECF-1B0B-78F0-F6C9-601A9A906CF7}"/>
              </a:ext>
            </a:extLst>
          </p:cNvPr>
          <p:cNvSpPr txBox="1"/>
          <p:nvPr/>
        </p:nvSpPr>
        <p:spPr>
          <a:xfrm>
            <a:off x="8575796" y="4127008"/>
            <a:ext cx="3432352" cy="707886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lvl="0"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can I leave a good feeling behind?</a:t>
            </a:r>
            <a:endParaRPr lang="en-MY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2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50F8289-24AB-D2CE-D5B1-E7B605E80BC4}"/>
              </a:ext>
            </a:extLst>
          </p:cNvPr>
          <p:cNvSpPr/>
          <p:nvPr/>
        </p:nvSpPr>
        <p:spPr>
          <a:xfrm flipH="1">
            <a:off x="3924300" y="1985391"/>
            <a:ext cx="4343400" cy="2947376"/>
          </a:xfrm>
          <a:custGeom>
            <a:avLst/>
            <a:gdLst>
              <a:gd name="connsiteX0" fmla="*/ 2937539 w 4343400"/>
              <a:gd name="connsiteY0" fmla="*/ 0 h 2947376"/>
              <a:gd name="connsiteX1" fmla="*/ 2171700 w 4343400"/>
              <a:gd name="connsiteY1" fmla="*/ 0 h 2947376"/>
              <a:gd name="connsiteX2" fmla="*/ 1405862 w 4343400"/>
              <a:gd name="connsiteY2" fmla="*/ 0 h 2947376"/>
              <a:gd name="connsiteX3" fmla="*/ 7259 w 4343400"/>
              <a:gd name="connsiteY3" fmla="*/ 1323012 h 2947376"/>
              <a:gd name="connsiteX4" fmla="*/ 0 w 4343400"/>
              <a:gd name="connsiteY4" fmla="*/ 1473688 h 2947376"/>
              <a:gd name="connsiteX5" fmla="*/ 7259 w 4343400"/>
              <a:gd name="connsiteY5" fmla="*/ 1624363 h 2947376"/>
              <a:gd name="connsiteX6" fmla="*/ 1405862 w 4343400"/>
              <a:gd name="connsiteY6" fmla="*/ 2947375 h 2947376"/>
              <a:gd name="connsiteX7" fmla="*/ 2171700 w 4343400"/>
              <a:gd name="connsiteY7" fmla="*/ 2947376 h 2947376"/>
              <a:gd name="connsiteX8" fmla="*/ 2937539 w 4343400"/>
              <a:gd name="connsiteY8" fmla="*/ 2947375 h 2947376"/>
              <a:gd name="connsiteX9" fmla="*/ 4336141 w 4343400"/>
              <a:gd name="connsiteY9" fmla="*/ 1624363 h 2947376"/>
              <a:gd name="connsiteX10" fmla="*/ 4343400 w 4343400"/>
              <a:gd name="connsiteY10" fmla="*/ 1473688 h 2947376"/>
              <a:gd name="connsiteX11" fmla="*/ 4336141 w 4343400"/>
              <a:gd name="connsiteY11" fmla="*/ 1323012 h 2947376"/>
              <a:gd name="connsiteX12" fmla="*/ 2937539 w 4343400"/>
              <a:gd name="connsiteY12" fmla="*/ 0 h 2947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43400" h="2947376">
                <a:moveTo>
                  <a:pt x="2937539" y="0"/>
                </a:moveTo>
                <a:lnTo>
                  <a:pt x="2171700" y="0"/>
                </a:lnTo>
                <a:lnTo>
                  <a:pt x="1405862" y="0"/>
                </a:lnTo>
                <a:cubicBezTo>
                  <a:pt x="677954" y="0"/>
                  <a:pt x="79253" y="579896"/>
                  <a:pt x="7259" y="1323012"/>
                </a:cubicBezTo>
                <a:lnTo>
                  <a:pt x="0" y="1473688"/>
                </a:lnTo>
                <a:lnTo>
                  <a:pt x="7259" y="1624363"/>
                </a:lnTo>
                <a:cubicBezTo>
                  <a:pt x="79253" y="2367479"/>
                  <a:pt x="677954" y="2947375"/>
                  <a:pt x="1405862" y="2947375"/>
                </a:cubicBezTo>
                <a:lnTo>
                  <a:pt x="2171700" y="2947376"/>
                </a:lnTo>
                <a:lnTo>
                  <a:pt x="2937539" y="2947375"/>
                </a:lnTo>
                <a:cubicBezTo>
                  <a:pt x="3665447" y="2947375"/>
                  <a:pt x="4264147" y="2367479"/>
                  <a:pt x="4336141" y="1624363"/>
                </a:cubicBezTo>
                <a:lnTo>
                  <a:pt x="4343400" y="1473688"/>
                </a:lnTo>
                <a:lnTo>
                  <a:pt x="4336141" y="1323012"/>
                </a:lnTo>
                <a:cubicBezTo>
                  <a:pt x="4264147" y="579896"/>
                  <a:pt x="3665447" y="0"/>
                  <a:pt x="2937539" y="0"/>
                </a:cubicBezTo>
                <a:close/>
              </a:path>
            </a:pathLst>
          </a:custGeom>
          <a:solidFill>
            <a:srgbClr val="574409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25A224-D051-1AD7-F1AA-B93804AF3EBD}"/>
              </a:ext>
            </a:extLst>
          </p:cNvPr>
          <p:cNvGrpSpPr/>
          <p:nvPr/>
        </p:nvGrpSpPr>
        <p:grpSpPr>
          <a:xfrm>
            <a:off x="3624263" y="2154153"/>
            <a:ext cx="723104" cy="2587870"/>
            <a:chOff x="3624263" y="2124074"/>
            <a:chExt cx="723104" cy="258787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3A6B91A-9A75-A2E9-AA29-A6897E2925D0}"/>
                </a:ext>
              </a:extLst>
            </p:cNvPr>
            <p:cNvSpPr/>
            <p:nvPr/>
          </p:nvSpPr>
          <p:spPr>
            <a:xfrm flipH="1">
              <a:off x="3726947" y="2243137"/>
              <a:ext cx="506914" cy="2371726"/>
            </a:xfrm>
            <a:custGeom>
              <a:avLst/>
              <a:gdLst>
                <a:gd name="connsiteX0" fmla="*/ 53860 w 506914"/>
                <a:gd name="connsiteY0" fmla="*/ 0 h 2182032"/>
                <a:gd name="connsiteX1" fmla="*/ 16753 w 506914"/>
                <a:gd name="connsiteY1" fmla="*/ 36871 h 2182032"/>
                <a:gd name="connsiteX2" fmla="*/ 96498 w 506914"/>
                <a:gd name="connsiteY2" fmla="*/ 118986 h 2182032"/>
                <a:gd name="connsiteX3" fmla="*/ 452170 w 506914"/>
                <a:gd name="connsiteY3" fmla="*/ 937364 h 2182032"/>
                <a:gd name="connsiteX4" fmla="*/ 459270 w 506914"/>
                <a:gd name="connsiteY4" fmla="*/ 1082996 h 2182032"/>
                <a:gd name="connsiteX5" fmla="*/ 452170 w 506914"/>
                <a:gd name="connsiteY5" fmla="*/ 1228626 h 2182032"/>
                <a:gd name="connsiteX6" fmla="*/ 8783 w 506914"/>
                <a:gd name="connsiteY6" fmla="*/ 2137327 h 2182032"/>
                <a:gd name="connsiteX7" fmla="*/ 0 w 506914"/>
                <a:gd name="connsiteY7" fmla="*/ 2144881 h 2182032"/>
                <a:gd name="connsiteX8" fmla="*/ 36915 w 506914"/>
                <a:gd name="connsiteY8" fmla="*/ 2182032 h 2182032"/>
                <a:gd name="connsiteX9" fmla="*/ 46322 w 506914"/>
                <a:gd name="connsiteY9" fmla="*/ 2173845 h 2182032"/>
                <a:gd name="connsiteX10" fmla="*/ 499655 w 506914"/>
                <a:gd name="connsiteY10" fmla="*/ 1233670 h 2182032"/>
                <a:gd name="connsiteX11" fmla="*/ 506914 w 506914"/>
                <a:gd name="connsiteY11" fmla="*/ 1082995 h 2182032"/>
                <a:gd name="connsiteX12" fmla="*/ 499655 w 506914"/>
                <a:gd name="connsiteY12" fmla="*/ 932319 h 2182032"/>
                <a:gd name="connsiteX13" fmla="*/ 136005 w 506914"/>
                <a:gd name="connsiteY13" fmla="*/ 85596 h 2182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6914" h="2182032">
                  <a:moveTo>
                    <a:pt x="53860" y="0"/>
                  </a:moveTo>
                  <a:lnTo>
                    <a:pt x="16753" y="36871"/>
                  </a:lnTo>
                  <a:lnTo>
                    <a:pt x="96498" y="118986"/>
                  </a:lnTo>
                  <a:cubicBezTo>
                    <a:pt x="291955" y="339101"/>
                    <a:pt x="421364" y="623135"/>
                    <a:pt x="452170" y="937364"/>
                  </a:cubicBezTo>
                  <a:lnTo>
                    <a:pt x="459270" y="1082996"/>
                  </a:lnTo>
                  <a:lnTo>
                    <a:pt x="452170" y="1228626"/>
                  </a:lnTo>
                  <a:cubicBezTo>
                    <a:pt x="416963" y="1587746"/>
                    <a:pt x="252968" y="1907426"/>
                    <a:pt x="8783" y="2137327"/>
                  </a:cubicBezTo>
                  <a:lnTo>
                    <a:pt x="0" y="2144881"/>
                  </a:lnTo>
                  <a:lnTo>
                    <a:pt x="36915" y="2182032"/>
                  </a:lnTo>
                  <a:lnTo>
                    <a:pt x="46322" y="2173845"/>
                  </a:lnTo>
                  <a:cubicBezTo>
                    <a:pt x="295985" y="1935981"/>
                    <a:pt x="463658" y="1605228"/>
                    <a:pt x="499655" y="1233670"/>
                  </a:cubicBezTo>
                  <a:lnTo>
                    <a:pt x="506914" y="1082995"/>
                  </a:lnTo>
                  <a:lnTo>
                    <a:pt x="499655" y="932319"/>
                  </a:lnTo>
                  <a:cubicBezTo>
                    <a:pt x="468158" y="607206"/>
                    <a:pt x="335845" y="313334"/>
                    <a:pt x="136005" y="85596"/>
                  </a:cubicBezTo>
                  <a:close/>
                </a:path>
              </a:pathLst>
            </a:custGeom>
            <a:solidFill>
              <a:srgbClr val="5744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84882D3-7741-8497-6961-2CAF6D9235B4}"/>
                </a:ext>
              </a:extLst>
            </p:cNvPr>
            <p:cNvSpPr/>
            <p:nvPr/>
          </p:nvSpPr>
          <p:spPr>
            <a:xfrm>
              <a:off x="3624263" y="3309937"/>
              <a:ext cx="238125" cy="238125"/>
            </a:xfrm>
            <a:prstGeom prst="ellipse">
              <a:avLst/>
            </a:prstGeom>
            <a:solidFill>
              <a:srgbClr val="D2AD1F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105D02B-7C78-840F-BDF5-CFB6F87008E3}"/>
                </a:ext>
              </a:extLst>
            </p:cNvPr>
            <p:cNvSpPr/>
            <p:nvPr/>
          </p:nvSpPr>
          <p:spPr>
            <a:xfrm>
              <a:off x="4091780" y="4473819"/>
              <a:ext cx="238125" cy="238125"/>
            </a:xfrm>
            <a:prstGeom prst="ellipse">
              <a:avLst/>
            </a:prstGeom>
            <a:solidFill>
              <a:srgbClr val="A48618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A397AAE-ED81-C01E-CD00-1F7BF8F7D41B}"/>
                </a:ext>
              </a:extLst>
            </p:cNvPr>
            <p:cNvSpPr/>
            <p:nvPr/>
          </p:nvSpPr>
          <p:spPr>
            <a:xfrm>
              <a:off x="4109242" y="2124074"/>
              <a:ext cx="238125" cy="238125"/>
            </a:xfrm>
            <a:prstGeom prst="ellipse">
              <a:avLst/>
            </a:prstGeom>
            <a:solidFill>
              <a:srgbClr val="EBD275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2C2493-6B87-AF5B-EF1C-ECB40AED5316}"/>
              </a:ext>
            </a:extLst>
          </p:cNvPr>
          <p:cNvGrpSpPr/>
          <p:nvPr/>
        </p:nvGrpSpPr>
        <p:grpSpPr>
          <a:xfrm flipH="1">
            <a:off x="7847808" y="2165144"/>
            <a:ext cx="723104" cy="2587870"/>
            <a:chOff x="3624263" y="2124074"/>
            <a:chExt cx="723104" cy="258787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3B942D0-538A-08E6-59D2-F05CD85E8722}"/>
                </a:ext>
              </a:extLst>
            </p:cNvPr>
            <p:cNvSpPr/>
            <p:nvPr/>
          </p:nvSpPr>
          <p:spPr>
            <a:xfrm flipH="1">
              <a:off x="3726947" y="2243137"/>
              <a:ext cx="506914" cy="2371726"/>
            </a:xfrm>
            <a:custGeom>
              <a:avLst/>
              <a:gdLst>
                <a:gd name="connsiteX0" fmla="*/ 53860 w 506914"/>
                <a:gd name="connsiteY0" fmla="*/ 0 h 2182032"/>
                <a:gd name="connsiteX1" fmla="*/ 16753 w 506914"/>
                <a:gd name="connsiteY1" fmla="*/ 36871 h 2182032"/>
                <a:gd name="connsiteX2" fmla="*/ 96498 w 506914"/>
                <a:gd name="connsiteY2" fmla="*/ 118986 h 2182032"/>
                <a:gd name="connsiteX3" fmla="*/ 452170 w 506914"/>
                <a:gd name="connsiteY3" fmla="*/ 937364 h 2182032"/>
                <a:gd name="connsiteX4" fmla="*/ 459270 w 506914"/>
                <a:gd name="connsiteY4" fmla="*/ 1082996 h 2182032"/>
                <a:gd name="connsiteX5" fmla="*/ 452170 w 506914"/>
                <a:gd name="connsiteY5" fmla="*/ 1228626 h 2182032"/>
                <a:gd name="connsiteX6" fmla="*/ 8783 w 506914"/>
                <a:gd name="connsiteY6" fmla="*/ 2137327 h 2182032"/>
                <a:gd name="connsiteX7" fmla="*/ 0 w 506914"/>
                <a:gd name="connsiteY7" fmla="*/ 2144881 h 2182032"/>
                <a:gd name="connsiteX8" fmla="*/ 36915 w 506914"/>
                <a:gd name="connsiteY8" fmla="*/ 2182032 h 2182032"/>
                <a:gd name="connsiteX9" fmla="*/ 46322 w 506914"/>
                <a:gd name="connsiteY9" fmla="*/ 2173845 h 2182032"/>
                <a:gd name="connsiteX10" fmla="*/ 499655 w 506914"/>
                <a:gd name="connsiteY10" fmla="*/ 1233670 h 2182032"/>
                <a:gd name="connsiteX11" fmla="*/ 506914 w 506914"/>
                <a:gd name="connsiteY11" fmla="*/ 1082995 h 2182032"/>
                <a:gd name="connsiteX12" fmla="*/ 499655 w 506914"/>
                <a:gd name="connsiteY12" fmla="*/ 932319 h 2182032"/>
                <a:gd name="connsiteX13" fmla="*/ 136005 w 506914"/>
                <a:gd name="connsiteY13" fmla="*/ 85596 h 2182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6914" h="2182032">
                  <a:moveTo>
                    <a:pt x="53860" y="0"/>
                  </a:moveTo>
                  <a:lnTo>
                    <a:pt x="16753" y="36871"/>
                  </a:lnTo>
                  <a:lnTo>
                    <a:pt x="96498" y="118986"/>
                  </a:lnTo>
                  <a:cubicBezTo>
                    <a:pt x="291955" y="339101"/>
                    <a:pt x="421364" y="623135"/>
                    <a:pt x="452170" y="937364"/>
                  </a:cubicBezTo>
                  <a:lnTo>
                    <a:pt x="459270" y="1082996"/>
                  </a:lnTo>
                  <a:lnTo>
                    <a:pt x="452170" y="1228626"/>
                  </a:lnTo>
                  <a:cubicBezTo>
                    <a:pt x="416963" y="1587746"/>
                    <a:pt x="252968" y="1907426"/>
                    <a:pt x="8783" y="2137327"/>
                  </a:cubicBezTo>
                  <a:lnTo>
                    <a:pt x="0" y="2144881"/>
                  </a:lnTo>
                  <a:lnTo>
                    <a:pt x="36915" y="2182032"/>
                  </a:lnTo>
                  <a:lnTo>
                    <a:pt x="46322" y="2173845"/>
                  </a:lnTo>
                  <a:cubicBezTo>
                    <a:pt x="295985" y="1935981"/>
                    <a:pt x="463658" y="1605228"/>
                    <a:pt x="499655" y="1233670"/>
                  </a:cubicBezTo>
                  <a:lnTo>
                    <a:pt x="506914" y="1082995"/>
                  </a:lnTo>
                  <a:lnTo>
                    <a:pt x="499655" y="932319"/>
                  </a:lnTo>
                  <a:cubicBezTo>
                    <a:pt x="468158" y="607206"/>
                    <a:pt x="335845" y="313334"/>
                    <a:pt x="136005" y="85596"/>
                  </a:cubicBezTo>
                  <a:close/>
                </a:path>
              </a:pathLst>
            </a:custGeom>
            <a:solidFill>
              <a:srgbClr val="5744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FF196F3-5412-76B3-BCF9-5E78D211DFCE}"/>
                </a:ext>
              </a:extLst>
            </p:cNvPr>
            <p:cNvSpPr/>
            <p:nvPr/>
          </p:nvSpPr>
          <p:spPr>
            <a:xfrm>
              <a:off x="3624263" y="3309937"/>
              <a:ext cx="238125" cy="238125"/>
            </a:xfrm>
            <a:prstGeom prst="ellipse">
              <a:avLst/>
            </a:prstGeom>
            <a:solidFill>
              <a:srgbClr val="D1671E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77E7390-A0EB-4DF6-B5CE-5F321D0EFA66}"/>
                </a:ext>
              </a:extLst>
            </p:cNvPr>
            <p:cNvSpPr/>
            <p:nvPr/>
          </p:nvSpPr>
          <p:spPr>
            <a:xfrm>
              <a:off x="4091780" y="4473819"/>
              <a:ext cx="238125" cy="238125"/>
            </a:xfrm>
            <a:prstGeom prst="ellipse">
              <a:avLst/>
            </a:prstGeom>
            <a:solidFill>
              <a:srgbClr val="EA9F6C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0BEDFE2-7E34-E6E7-1E53-E8886B8C8BBB}"/>
                </a:ext>
              </a:extLst>
            </p:cNvPr>
            <p:cNvSpPr/>
            <p:nvPr/>
          </p:nvSpPr>
          <p:spPr>
            <a:xfrm>
              <a:off x="4109242" y="2124074"/>
              <a:ext cx="238125" cy="238125"/>
            </a:xfrm>
            <a:prstGeom prst="ellipse">
              <a:avLst/>
            </a:prstGeom>
            <a:solidFill>
              <a:srgbClr val="934815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1E17282-510D-16BB-0630-628A1A4859F2}"/>
              </a:ext>
            </a:extLst>
          </p:cNvPr>
          <p:cNvSpPr/>
          <p:nvPr/>
        </p:nvSpPr>
        <p:spPr>
          <a:xfrm>
            <a:off x="4205287" y="2239878"/>
            <a:ext cx="1890713" cy="2447926"/>
          </a:xfrm>
          <a:custGeom>
            <a:avLst/>
            <a:gdLst>
              <a:gd name="connsiteX0" fmla="*/ 0 w 1890713"/>
              <a:gd name="connsiteY0" fmla="*/ 1223962 h 2447926"/>
              <a:gd name="connsiteX1" fmla="*/ 0 w 1890713"/>
              <a:gd name="connsiteY1" fmla="*/ 1223963 h 2447926"/>
              <a:gd name="connsiteX2" fmla="*/ 0 w 1890713"/>
              <a:gd name="connsiteY2" fmla="*/ 1223963 h 2447926"/>
              <a:gd name="connsiteX3" fmla="*/ 1223963 w 1890713"/>
              <a:gd name="connsiteY3" fmla="*/ 0 h 2447926"/>
              <a:gd name="connsiteX4" fmla="*/ 1890713 w 1890713"/>
              <a:gd name="connsiteY4" fmla="*/ 0 h 2447926"/>
              <a:gd name="connsiteX5" fmla="*/ 1890713 w 1890713"/>
              <a:gd name="connsiteY5" fmla="*/ 2447926 h 2447926"/>
              <a:gd name="connsiteX6" fmla="*/ 1223963 w 1890713"/>
              <a:gd name="connsiteY6" fmla="*/ 2447925 h 2447926"/>
              <a:gd name="connsiteX7" fmla="*/ 6320 w 1890713"/>
              <a:gd name="connsiteY7" fmla="*/ 1349105 h 2447926"/>
              <a:gd name="connsiteX8" fmla="*/ 0 w 1890713"/>
              <a:gd name="connsiteY8" fmla="*/ 1223963 h 2447926"/>
              <a:gd name="connsiteX9" fmla="*/ 6320 w 1890713"/>
              <a:gd name="connsiteY9" fmla="*/ 1098820 h 2447926"/>
              <a:gd name="connsiteX10" fmla="*/ 1223963 w 1890713"/>
              <a:gd name="connsiteY10" fmla="*/ 0 h 244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0713" h="2447926">
                <a:moveTo>
                  <a:pt x="0" y="1223962"/>
                </a:moveTo>
                <a:lnTo>
                  <a:pt x="0" y="1223963"/>
                </a:lnTo>
                <a:lnTo>
                  <a:pt x="0" y="1223963"/>
                </a:lnTo>
                <a:close/>
                <a:moveTo>
                  <a:pt x="1223963" y="0"/>
                </a:moveTo>
                <a:lnTo>
                  <a:pt x="1890713" y="0"/>
                </a:lnTo>
                <a:lnTo>
                  <a:pt x="1890713" y="2447926"/>
                </a:lnTo>
                <a:lnTo>
                  <a:pt x="1223963" y="2447925"/>
                </a:lnTo>
                <a:cubicBezTo>
                  <a:pt x="590236" y="2447925"/>
                  <a:pt x="68999" y="1966296"/>
                  <a:pt x="6320" y="1349105"/>
                </a:cubicBezTo>
                <a:lnTo>
                  <a:pt x="0" y="1223963"/>
                </a:lnTo>
                <a:lnTo>
                  <a:pt x="6320" y="1098820"/>
                </a:lnTo>
                <a:cubicBezTo>
                  <a:pt x="68999" y="481629"/>
                  <a:pt x="590236" y="0"/>
                  <a:pt x="1223963" y="0"/>
                </a:cubicBezTo>
                <a:close/>
              </a:path>
            </a:pathLst>
          </a:custGeom>
          <a:solidFill>
            <a:srgbClr val="D2AD1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F2121B-94ED-92F4-12F7-BDCD3A0CDF0B}"/>
              </a:ext>
            </a:extLst>
          </p:cNvPr>
          <p:cNvSpPr/>
          <p:nvPr/>
        </p:nvSpPr>
        <p:spPr>
          <a:xfrm flipH="1">
            <a:off x="6096000" y="2239878"/>
            <a:ext cx="1890713" cy="2447926"/>
          </a:xfrm>
          <a:custGeom>
            <a:avLst/>
            <a:gdLst>
              <a:gd name="connsiteX0" fmla="*/ 0 w 1890713"/>
              <a:gd name="connsiteY0" fmla="*/ 1223962 h 2447926"/>
              <a:gd name="connsiteX1" fmla="*/ 0 w 1890713"/>
              <a:gd name="connsiteY1" fmla="*/ 1223963 h 2447926"/>
              <a:gd name="connsiteX2" fmla="*/ 0 w 1890713"/>
              <a:gd name="connsiteY2" fmla="*/ 1223963 h 2447926"/>
              <a:gd name="connsiteX3" fmla="*/ 1223963 w 1890713"/>
              <a:gd name="connsiteY3" fmla="*/ 0 h 2447926"/>
              <a:gd name="connsiteX4" fmla="*/ 1890713 w 1890713"/>
              <a:gd name="connsiteY4" fmla="*/ 0 h 2447926"/>
              <a:gd name="connsiteX5" fmla="*/ 1890713 w 1890713"/>
              <a:gd name="connsiteY5" fmla="*/ 2447926 h 2447926"/>
              <a:gd name="connsiteX6" fmla="*/ 1223963 w 1890713"/>
              <a:gd name="connsiteY6" fmla="*/ 2447925 h 2447926"/>
              <a:gd name="connsiteX7" fmla="*/ 6320 w 1890713"/>
              <a:gd name="connsiteY7" fmla="*/ 1349105 h 2447926"/>
              <a:gd name="connsiteX8" fmla="*/ 0 w 1890713"/>
              <a:gd name="connsiteY8" fmla="*/ 1223963 h 2447926"/>
              <a:gd name="connsiteX9" fmla="*/ 6320 w 1890713"/>
              <a:gd name="connsiteY9" fmla="*/ 1098820 h 2447926"/>
              <a:gd name="connsiteX10" fmla="*/ 1223963 w 1890713"/>
              <a:gd name="connsiteY10" fmla="*/ 0 h 244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0713" h="2447926">
                <a:moveTo>
                  <a:pt x="0" y="1223962"/>
                </a:moveTo>
                <a:lnTo>
                  <a:pt x="0" y="1223963"/>
                </a:lnTo>
                <a:lnTo>
                  <a:pt x="0" y="1223963"/>
                </a:lnTo>
                <a:close/>
                <a:moveTo>
                  <a:pt x="1223963" y="0"/>
                </a:moveTo>
                <a:lnTo>
                  <a:pt x="1890713" y="0"/>
                </a:lnTo>
                <a:lnTo>
                  <a:pt x="1890713" y="2447926"/>
                </a:lnTo>
                <a:lnTo>
                  <a:pt x="1223963" y="2447925"/>
                </a:lnTo>
                <a:cubicBezTo>
                  <a:pt x="590236" y="2447925"/>
                  <a:pt x="68999" y="1966296"/>
                  <a:pt x="6320" y="1349105"/>
                </a:cubicBezTo>
                <a:lnTo>
                  <a:pt x="0" y="1223963"/>
                </a:lnTo>
                <a:lnTo>
                  <a:pt x="6320" y="1098820"/>
                </a:lnTo>
                <a:cubicBezTo>
                  <a:pt x="68999" y="481629"/>
                  <a:pt x="590236" y="0"/>
                  <a:pt x="1223963" y="0"/>
                </a:cubicBezTo>
                <a:close/>
              </a:path>
            </a:pathLst>
          </a:custGeom>
          <a:solidFill>
            <a:srgbClr val="D1671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D61342-3BB9-993E-6594-29FB9B1DB98D}"/>
              </a:ext>
            </a:extLst>
          </p:cNvPr>
          <p:cNvGrpSpPr/>
          <p:nvPr/>
        </p:nvGrpSpPr>
        <p:grpSpPr>
          <a:xfrm>
            <a:off x="1686968" y="2039823"/>
            <a:ext cx="2339725" cy="2783192"/>
            <a:chOff x="1686968" y="2552280"/>
            <a:chExt cx="2339725" cy="278319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69B68A-17ED-0B32-8FFA-D010471B4F27}"/>
                </a:ext>
              </a:extLst>
            </p:cNvPr>
            <p:cNvSpPr txBox="1"/>
            <p:nvPr/>
          </p:nvSpPr>
          <p:spPr>
            <a:xfrm>
              <a:off x="2154459" y="2552280"/>
              <a:ext cx="1872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MY" sz="2000" dirty="0">
                  <a:latin typeface="Century Gothic" panose="020B0502020202020204" pitchFamily="34" charset="0"/>
                </a:rPr>
                <a:t>Purpose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399F9F-7F3E-9682-E0E3-7434B6BDA9B0}"/>
                </a:ext>
              </a:extLst>
            </p:cNvPr>
            <p:cNvSpPr txBox="1"/>
            <p:nvPr/>
          </p:nvSpPr>
          <p:spPr>
            <a:xfrm>
              <a:off x="1686968" y="3743821"/>
              <a:ext cx="1872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MY" sz="2000" dirty="0">
                  <a:latin typeface="Century Gothic" panose="020B0502020202020204" pitchFamily="34" charset="0"/>
                </a:rPr>
                <a:t>Urgency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DE9F3B6-EF1F-3C50-417D-9207565D3181}"/>
                </a:ext>
              </a:extLst>
            </p:cNvPr>
            <p:cNvSpPr txBox="1"/>
            <p:nvPr/>
          </p:nvSpPr>
          <p:spPr>
            <a:xfrm>
              <a:off x="2154485" y="4935362"/>
              <a:ext cx="1872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MY" sz="2000" dirty="0">
                  <a:latin typeface="Century Gothic" panose="020B0502020202020204" pitchFamily="34" charset="0"/>
                </a:rPr>
                <a:t>Competition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4AE6E9-26E6-0A8E-62F2-3C8436804CA1}"/>
              </a:ext>
            </a:extLst>
          </p:cNvPr>
          <p:cNvGrpSpPr/>
          <p:nvPr/>
        </p:nvGrpSpPr>
        <p:grpSpPr>
          <a:xfrm>
            <a:off x="8181802" y="2073159"/>
            <a:ext cx="2315813" cy="2771838"/>
            <a:chOff x="8181802" y="2585616"/>
            <a:chExt cx="2315813" cy="277183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071FC8-2715-0C0F-8B31-BC9838F04498}"/>
                </a:ext>
              </a:extLst>
            </p:cNvPr>
            <p:cNvSpPr txBox="1"/>
            <p:nvPr/>
          </p:nvSpPr>
          <p:spPr>
            <a:xfrm>
              <a:off x="8187740" y="2585616"/>
              <a:ext cx="1872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000" dirty="0">
                  <a:latin typeface="Century Gothic" panose="020B0502020202020204" pitchFamily="34" charset="0"/>
                </a:rPr>
                <a:t>Observation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48BDC8-CA5E-5C9A-77EB-1A86C97779D2}"/>
                </a:ext>
              </a:extLst>
            </p:cNvPr>
            <p:cNvSpPr txBox="1"/>
            <p:nvPr/>
          </p:nvSpPr>
          <p:spPr>
            <a:xfrm>
              <a:off x="8625407" y="3782471"/>
              <a:ext cx="1872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000" dirty="0">
                  <a:latin typeface="Century Gothic" panose="020B0502020202020204" pitchFamily="34" charset="0"/>
                </a:rPr>
                <a:t>Processing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2F9C87-D33A-F541-60CB-2B2C50B04346}"/>
                </a:ext>
              </a:extLst>
            </p:cNvPr>
            <p:cNvSpPr txBox="1"/>
            <p:nvPr/>
          </p:nvSpPr>
          <p:spPr>
            <a:xfrm>
              <a:off x="8181802" y="4957344"/>
              <a:ext cx="18722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000" dirty="0">
                  <a:latin typeface="Century Gothic" panose="020B0502020202020204" pitchFamily="34" charset="0"/>
                </a:rPr>
                <a:t>Probing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A3DFBC7-A4E1-87D5-C492-A32BDDB6F0CB}"/>
              </a:ext>
            </a:extLst>
          </p:cNvPr>
          <p:cNvSpPr txBox="1"/>
          <p:nvPr/>
        </p:nvSpPr>
        <p:spPr>
          <a:xfrm>
            <a:off x="4277611" y="3124922"/>
            <a:ext cx="1528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Y" sz="3600" b="1" dirty="0" err="1">
                <a:solidFill>
                  <a:schemeClr val="bg1"/>
                </a:solidFill>
                <a:latin typeface="Daytona Condensed" panose="020B0506030503040204" pitchFamily="34" charset="0"/>
              </a:rPr>
              <a:t>Instill</a:t>
            </a:r>
            <a:endParaRPr lang="en-MY" sz="3600" b="1" dirty="0">
              <a:solidFill>
                <a:schemeClr val="bg1"/>
              </a:solidFill>
              <a:latin typeface="Daytona Condensed" panose="020B0506030503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20B622-1FFD-F8C4-C752-25D71ED46DA6}"/>
              </a:ext>
            </a:extLst>
          </p:cNvPr>
          <p:cNvSpPr txBox="1"/>
          <p:nvPr/>
        </p:nvSpPr>
        <p:spPr>
          <a:xfrm>
            <a:off x="6349188" y="3124922"/>
            <a:ext cx="1528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600" b="1" dirty="0">
                <a:solidFill>
                  <a:schemeClr val="bg1"/>
                </a:solidFill>
                <a:latin typeface="Daytona Condensed" panose="020B0506030503040204" pitchFamily="34" charset="0"/>
              </a:rPr>
              <a:t>Skills</a:t>
            </a:r>
          </a:p>
        </p:txBody>
      </p:sp>
    </p:spTree>
    <p:extLst>
      <p:ext uri="{BB962C8B-B14F-4D97-AF65-F5344CB8AC3E}">
        <p14:creationId xmlns:p14="http://schemas.microsoft.com/office/powerpoint/2010/main" val="368194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C2AB91-A8CB-0CCD-B6AE-8B09D7A46A20}"/>
              </a:ext>
            </a:extLst>
          </p:cNvPr>
          <p:cNvSpPr/>
          <p:nvPr/>
        </p:nvSpPr>
        <p:spPr>
          <a:xfrm>
            <a:off x="5492190" y="2158297"/>
            <a:ext cx="1262548" cy="2549484"/>
          </a:xfrm>
          <a:custGeom>
            <a:avLst/>
            <a:gdLst>
              <a:gd name="connsiteX0" fmla="*/ 631274 w 1262548"/>
              <a:gd name="connsiteY0" fmla="*/ 0 h 2549484"/>
              <a:gd name="connsiteX1" fmla="*/ 677787 w 1262548"/>
              <a:gd name="connsiteY1" fmla="*/ 34782 h 2549484"/>
              <a:gd name="connsiteX2" fmla="*/ 1262548 w 1262548"/>
              <a:gd name="connsiteY2" fmla="*/ 1274742 h 2549484"/>
              <a:gd name="connsiteX3" fmla="*/ 677787 w 1262548"/>
              <a:gd name="connsiteY3" fmla="*/ 2514702 h 2549484"/>
              <a:gd name="connsiteX4" fmla="*/ 631274 w 1262548"/>
              <a:gd name="connsiteY4" fmla="*/ 2549484 h 2549484"/>
              <a:gd name="connsiteX5" fmla="*/ 584761 w 1262548"/>
              <a:gd name="connsiteY5" fmla="*/ 2514702 h 2549484"/>
              <a:gd name="connsiteX6" fmla="*/ 0 w 1262548"/>
              <a:gd name="connsiteY6" fmla="*/ 1274742 h 2549484"/>
              <a:gd name="connsiteX7" fmla="*/ 584761 w 1262548"/>
              <a:gd name="connsiteY7" fmla="*/ 34782 h 2549484"/>
              <a:gd name="connsiteX8" fmla="*/ 631274 w 1262548"/>
              <a:gd name="connsiteY8" fmla="*/ 0 h 2549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2548" h="2549484">
                <a:moveTo>
                  <a:pt x="631274" y="0"/>
                </a:moveTo>
                <a:lnTo>
                  <a:pt x="677787" y="34782"/>
                </a:lnTo>
                <a:cubicBezTo>
                  <a:pt x="1034915" y="329511"/>
                  <a:pt x="1262548" y="775543"/>
                  <a:pt x="1262548" y="1274742"/>
                </a:cubicBezTo>
                <a:cubicBezTo>
                  <a:pt x="1262548" y="1773941"/>
                  <a:pt x="1034915" y="2219974"/>
                  <a:pt x="677787" y="2514702"/>
                </a:cubicBezTo>
                <a:lnTo>
                  <a:pt x="631274" y="2549484"/>
                </a:lnTo>
                <a:lnTo>
                  <a:pt x="584761" y="2514702"/>
                </a:lnTo>
                <a:cubicBezTo>
                  <a:pt x="227633" y="2219974"/>
                  <a:pt x="0" y="1773941"/>
                  <a:pt x="0" y="1274742"/>
                </a:cubicBezTo>
                <a:cubicBezTo>
                  <a:pt x="0" y="775543"/>
                  <a:pt x="227633" y="329511"/>
                  <a:pt x="584761" y="34782"/>
                </a:cubicBezTo>
                <a:lnTo>
                  <a:pt x="631274" y="0"/>
                </a:lnTo>
                <a:close/>
              </a:path>
            </a:pathLst>
          </a:custGeom>
          <a:solidFill>
            <a:srgbClr val="D220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38A6887-C5A3-8E7E-C676-8A6194A4B09F}"/>
              </a:ext>
            </a:extLst>
          </p:cNvPr>
          <p:cNvSpPr/>
          <p:nvPr/>
        </p:nvSpPr>
        <p:spPr>
          <a:xfrm>
            <a:off x="3540944" y="1826142"/>
            <a:ext cx="2582520" cy="3213794"/>
          </a:xfrm>
          <a:custGeom>
            <a:avLst/>
            <a:gdLst>
              <a:gd name="connsiteX0" fmla="*/ 1606897 w 2582520"/>
              <a:gd name="connsiteY0" fmla="*/ 0 h 3213794"/>
              <a:gd name="connsiteX1" fmla="*/ 2505329 w 2582520"/>
              <a:gd name="connsiteY1" fmla="*/ 274433 h 3213794"/>
              <a:gd name="connsiteX2" fmla="*/ 2582520 w 2582520"/>
              <a:gd name="connsiteY2" fmla="*/ 332155 h 3213794"/>
              <a:gd name="connsiteX3" fmla="*/ 2536007 w 2582520"/>
              <a:gd name="connsiteY3" fmla="*/ 366937 h 3213794"/>
              <a:gd name="connsiteX4" fmla="*/ 1951246 w 2582520"/>
              <a:gd name="connsiteY4" fmla="*/ 1606897 h 3213794"/>
              <a:gd name="connsiteX5" fmla="*/ 2536007 w 2582520"/>
              <a:gd name="connsiteY5" fmla="*/ 2846857 h 3213794"/>
              <a:gd name="connsiteX6" fmla="*/ 2582520 w 2582520"/>
              <a:gd name="connsiteY6" fmla="*/ 2881639 h 3213794"/>
              <a:gd name="connsiteX7" fmla="*/ 2505329 w 2582520"/>
              <a:gd name="connsiteY7" fmla="*/ 2939361 h 3213794"/>
              <a:gd name="connsiteX8" fmla="*/ 1606897 w 2582520"/>
              <a:gd name="connsiteY8" fmla="*/ 3213794 h 3213794"/>
              <a:gd name="connsiteX9" fmla="*/ 0 w 2582520"/>
              <a:gd name="connsiteY9" fmla="*/ 1606897 h 3213794"/>
              <a:gd name="connsiteX10" fmla="*/ 1606897 w 2582520"/>
              <a:gd name="connsiteY10" fmla="*/ 0 h 321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82520" h="3213794">
                <a:moveTo>
                  <a:pt x="1606897" y="0"/>
                </a:moveTo>
                <a:cubicBezTo>
                  <a:pt x="1939696" y="0"/>
                  <a:pt x="2248866" y="101170"/>
                  <a:pt x="2505329" y="274433"/>
                </a:cubicBezTo>
                <a:lnTo>
                  <a:pt x="2582520" y="332155"/>
                </a:lnTo>
                <a:lnTo>
                  <a:pt x="2536007" y="366937"/>
                </a:lnTo>
                <a:cubicBezTo>
                  <a:pt x="2178879" y="661666"/>
                  <a:pt x="1951246" y="1107698"/>
                  <a:pt x="1951246" y="1606897"/>
                </a:cubicBezTo>
                <a:cubicBezTo>
                  <a:pt x="1951246" y="2106096"/>
                  <a:pt x="2178879" y="2552129"/>
                  <a:pt x="2536007" y="2846857"/>
                </a:cubicBezTo>
                <a:lnTo>
                  <a:pt x="2582520" y="2881639"/>
                </a:lnTo>
                <a:lnTo>
                  <a:pt x="2505329" y="2939361"/>
                </a:lnTo>
                <a:cubicBezTo>
                  <a:pt x="2248866" y="3112624"/>
                  <a:pt x="1939696" y="3213794"/>
                  <a:pt x="1606897" y="3213794"/>
                </a:cubicBezTo>
                <a:cubicBezTo>
                  <a:pt x="719432" y="3213794"/>
                  <a:pt x="0" y="2494362"/>
                  <a:pt x="0" y="1606897"/>
                </a:cubicBezTo>
                <a:cubicBezTo>
                  <a:pt x="0" y="719432"/>
                  <a:pt x="719432" y="0"/>
                  <a:pt x="1606897" y="0"/>
                </a:cubicBezTo>
                <a:close/>
              </a:path>
            </a:pathLst>
          </a:custGeom>
          <a:solidFill>
            <a:srgbClr val="2B5D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0" rtlCol="0" anchor="ctr">
            <a:noAutofit/>
          </a:bodyPr>
          <a:lstStyle/>
          <a:p>
            <a:r>
              <a:rPr lang="en-MY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9C6290A-08FD-E5D6-204A-747CE83E2820}"/>
              </a:ext>
            </a:extLst>
          </p:cNvPr>
          <p:cNvSpPr/>
          <p:nvPr/>
        </p:nvSpPr>
        <p:spPr>
          <a:xfrm>
            <a:off x="6123464" y="1826142"/>
            <a:ext cx="2582520" cy="3213794"/>
          </a:xfrm>
          <a:custGeom>
            <a:avLst/>
            <a:gdLst>
              <a:gd name="connsiteX0" fmla="*/ 975623 w 2582520"/>
              <a:gd name="connsiteY0" fmla="*/ 0 h 3213794"/>
              <a:gd name="connsiteX1" fmla="*/ 2582520 w 2582520"/>
              <a:gd name="connsiteY1" fmla="*/ 1606897 h 3213794"/>
              <a:gd name="connsiteX2" fmla="*/ 975623 w 2582520"/>
              <a:gd name="connsiteY2" fmla="*/ 3213794 h 3213794"/>
              <a:gd name="connsiteX3" fmla="*/ 77191 w 2582520"/>
              <a:gd name="connsiteY3" fmla="*/ 2939361 h 3213794"/>
              <a:gd name="connsiteX4" fmla="*/ 0 w 2582520"/>
              <a:gd name="connsiteY4" fmla="*/ 2881639 h 3213794"/>
              <a:gd name="connsiteX5" fmla="*/ 46513 w 2582520"/>
              <a:gd name="connsiteY5" fmla="*/ 2846857 h 3213794"/>
              <a:gd name="connsiteX6" fmla="*/ 631274 w 2582520"/>
              <a:gd name="connsiteY6" fmla="*/ 1606897 h 3213794"/>
              <a:gd name="connsiteX7" fmla="*/ 46513 w 2582520"/>
              <a:gd name="connsiteY7" fmla="*/ 366937 h 3213794"/>
              <a:gd name="connsiteX8" fmla="*/ 0 w 2582520"/>
              <a:gd name="connsiteY8" fmla="*/ 332155 h 3213794"/>
              <a:gd name="connsiteX9" fmla="*/ 77191 w 2582520"/>
              <a:gd name="connsiteY9" fmla="*/ 274433 h 3213794"/>
              <a:gd name="connsiteX10" fmla="*/ 975623 w 2582520"/>
              <a:gd name="connsiteY10" fmla="*/ 0 h 321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82520" h="3213794">
                <a:moveTo>
                  <a:pt x="975623" y="0"/>
                </a:moveTo>
                <a:cubicBezTo>
                  <a:pt x="1863088" y="0"/>
                  <a:pt x="2582520" y="719432"/>
                  <a:pt x="2582520" y="1606897"/>
                </a:cubicBezTo>
                <a:cubicBezTo>
                  <a:pt x="2582520" y="2494362"/>
                  <a:pt x="1863088" y="3213794"/>
                  <a:pt x="975623" y="3213794"/>
                </a:cubicBezTo>
                <a:cubicBezTo>
                  <a:pt x="642824" y="3213794"/>
                  <a:pt x="333654" y="3112624"/>
                  <a:pt x="77191" y="2939361"/>
                </a:cubicBezTo>
                <a:lnTo>
                  <a:pt x="0" y="2881639"/>
                </a:lnTo>
                <a:lnTo>
                  <a:pt x="46513" y="2846857"/>
                </a:lnTo>
                <a:cubicBezTo>
                  <a:pt x="403641" y="2552129"/>
                  <a:pt x="631274" y="2106096"/>
                  <a:pt x="631274" y="1606897"/>
                </a:cubicBezTo>
                <a:cubicBezTo>
                  <a:pt x="631274" y="1107698"/>
                  <a:pt x="403641" y="661666"/>
                  <a:pt x="46513" y="366937"/>
                </a:cubicBezTo>
                <a:lnTo>
                  <a:pt x="0" y="332155"/>
                </a:lnTo>
                <a:lnTo>
                  <a:pt x="77191" y="274433"/>
                </a:lnTo>
                <a:cubicBezTo>
                  <a:pt x="333654" y="101170"/>
                  <a:pt x="642824" y="0"/>
                  <a:pt x="975623" y="0"/>
                </a:cubicBezTo>
                <a:close/>
              </a:path>
            </a:pathLst>
          </a:custGeom>
          <a:solidFill>
            <a:srgbClr val="11AF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rIns="360000" rtlCol="0" anchor="ctr">
            <a:noAutofit/>
          </a:bodyPr>
          <a:lstStyle/>
          <a:p>
            <a:pPr algn="r"/>
            <a:r>
              <a:rPr lang="en-MY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 Positive Mindset</a:t>
            </a:r>
          </a:p>
        </p:txBody>
      </p:sp>
      <p:pic>
        <p:nvPicPr>
          <p:cNvPr id="5" name="Graphic 4" descr="Head with gears with solid fill">
            <a:extLst>
              <a:ext uri="{FF2B5EF4-FFF2-40B4-BE49-F238E27FC236}">
                <a16:creationId xmlns:a16="http://schemas.microsoft.com/office/drawing/2014/main" id="{550D9AC2-FCC6-68F8-09B8-CD685936C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1865" y="2945821"/>
            <a:ext cx="979715" cy="9797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DFDFED-63C6-90F5-9729-112FA844D6BE}"/>
              </a:ext>
            </a:extLst>
          </p:cNvPr>
          <p:cNvSpPr txBox="1"/>
          <p:nvPr/>
        </p:nvSpPr>
        <p:spPr>
          <a:xfrm>
            <a:off x="1518381" y="863276"/>
            <a:ext cx="1888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Busy airport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AFBE5-3F0D-CE54-CF9E-8C803AF59CF6}"/>
              </a:ext>
            </a:extLst>
          </p:cNvPr>
          <p:cNvSpPr txBox="1"/>
          <p:nvPr/>
        </p:nvSpPr>
        <p:spPr>
          <a:xfrm>
            <a:off x="457350" y="2312970"/>
            <a:ext cx="1888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8E6DB-872D-B78D-C402-BA4D69D49240}"/>
              </a:ext>
            </a:extLst>
          </p:cNvPr>
          <p:cNvSpPr txBox="1"/>
          <p:nvPr/>
        </p:nvSpPr>
        <p:spPr>
          <a:xfrm>
            <a:off x="436826" y="4012279"/>
            <a:ext cx="19093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Frustrated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Travellers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1730-32A8-0A1D-6275-3897EA95A943}"/>
              </a:ext>
            </a:extLst>
          </p:cNvPr>
          <p:cNvSpPr txBox="1"/>
          <p:nvPr/>
        </p:nvSpPr>
        <p:spPr>
          <a:xfrm>
            <a:off x="1518381" y="5601604"/>
            <a:ext cx="1888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74272-0D7E-5C45-6BEF-A347CA1933A3}"/>
              </a:ext>
            </a:extLst>
          </p:cNvPr>
          <p:cNvSpPr txBox="1"/>
          <p:nvPr/>
        </p:nvSpPr>
        <p:spPr>
          <a:xfrm>
            <a:off x="8806544" y="726882"/>
            <a:ext cx="2313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“I can handle this calmly.”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0DE7F-2620-FE15-9AA1-423657BA23DD}"/>
              </a:ext>
            </a:extLst>
          </p:cNvPr>
          <p:cNvSpPr txBox="1"/>
          <p:nvPr/>
        </p:nvSpPr>
        <p:spPr>
          <a:xfrm>
            <a:off x="9941469" y="2979244"/>
            <a:ext cx="21502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“They’re upset at the situation - not at me.”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725B45-68CE-C59C-80C1-A30D9D2B4CBF}"/>
              </a:ext>
            </a:extLst>
          </p:cNvPr>
          <p:cNvSpPr txBox="1"/>
          <p:nvPr/>
        </p:nvSpPr>
        <p:spPr>
          <a:xfrm>
            <a:off x="8806544" y="5465490"/>
            <a:ext cx="2313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“I’m here to help solve it.”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058752-ED94-DAC4-2CB2-DD987E676736}"/>
              </a:ext>
            </a:extLst>
          </p:cNvPr>
          <p:cNvGrpSpPr/>
          <p:nvPr/>
        </p:nvGrpSpPr>
        <p:grpSpPr>
          <a:xfrm>
            <a:off x="8273745" y="1074840"/>
            <a:ext cx="1638893" cy="4721688"/>
            <a:chOff x="8273745" y="1265765"/>
            <a:chExt cx="1638893" cy="472168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7BE0B88-3721-9770-CE3D-1AF948FE4ACC}"/>
                </a:ext>
              </a:extLst>
            </p:cNvPr>
            <p:cNvSpPr/>
            <p:nvPr/>
          </p:nvSpPr>
          <p:spPr>
            <a:xfrm>
              <a:off x="8302576" y="1265765"/>
              <a:ext cx="1610062" cy="4721688"/>
            </a:xfrm>
            <a:custGeom>
              <a:avLst/>
              <a:gdLst>
                <a:gd name="connsiteX0" fmla="*/ 275269 w 1610062"/>
                <a:gd name="connsiteY0" fmla="*/ 3940340 h 4721688"/>
                <a:gd name="connsiteX1" fmla="*/ 239704 w 1610062"/>
                <a:gd name="connsiteY1" fmla="*/ 3979472 h 4721688"/>
                <a:gd name="connsiteX2" fmla="*/ 77147 w 1610062"/>
                <a:gd name="connsiteY2" fmla="*/ 4127214 h 4721688"/>
                <a:gd name="connsiteX3" fmla="*/ 41740 w 1610062"/>
                <a:gd name="connsiteY3" fmla="*/ 4153691 h 4721688"/>
                <a:gd name="connsiteX4" fmla="*/ 41740 w 1610062"/>
                <a:gd name="connsiteY4" fmla="*/ 4153691 h 4721688"/>
                <a:gd name="connsiteX5" fmla="*/ 41740 w 1610062"/>
                <a:gd name="connsiteY5" fmla="*/ 4153691 h 4721688"/>
                <a:gd name="connsiteX6" fmla="*/ 77147 w 1610062"/>
                <a:gd name="connsiteY6" fmla="*/ 4127214 h 4721688"/>
                <a:gd name="connsiteX7" fmla="*/ 239704 w 1610062"/>
                <a:gd name="connsiteY7" fmla="*/ 3979472 h 4721688"/>
                <a:gd name="connsiteX8" fmla="*/ 544022 w 1610062"/>
                <a:gd name="connsiteY8" fmla="*/ 1121815 h 4721688"/>
                <a:gd name="connsiteX9" fmla="*/ 633881 w 1610062"/>
                <a:gd name="connsiteY9" fmla="*/ 1269729 h 4721688"/>
                <a:gd name="connsiteX10" fmla="*/ 633882 w 1610062"/>
                <a:gd name="connsiteY10" fmla="*/ 1269729 h 4721688"/>
                <a:gd name="connsiteX11" fmla="*/ 71245 w 1610062"/>
                <a:gd name="connsiteY11" fmla="*/ 527389 h 4721688"/>
                <a:gd name="connsiteX12" fmla="*/ 155339 w 1610062"/>
                <a:gd name="connsiteY12" fmla="*/ 595948 h 4721688"/>
                <a:gd name="connsiteX13" fmla="*/ 957196 w 1610062"/>
                <a:gd name="connsiteY13" fmla="*/ 2210945 h 4721688"/>
                <a:gd name="connsiteX14" fmla="*/ 961171 w 1610062"/>
                <a:gd name="connsiteY14" fmla="*/ 2336762 h 4721688"/>
                <a:gd name="connsiteX15" fmla="*/ 908946 w 1610062"/>
                <a:gd name="connsiteY15" fmla="*/ 2336762 h 4721688"/>
                <a:gd name="connsiteX16" fmla="*/ 898344 w 1610062"/>
                <a:gd name="connsiteY16" fmla="*/ 2126797 h 4721688"/>
                <a:gd name="connsiteX17" fmla="*/ 730274 w 1610062"/>
                <a:gd name="connsiteY17" fmla="*/ 1469828 h 4721688"/>
                <a:gd name="connsiteX18" fmla="*/ 655036 w 1610062"/>
                <a:gd name="connsiteY18" fmla="*/ 1313642 h 4721688"/>
                <a:gd name="connsiteX19" fmla="*/ 730274 w 1610062"/>
                <a:gd name="connsiteY19" fmla="*/ 1469828 h 4721688"/>
                <a:gd name="connsiteX20" fmla="*/ 898344 w 1610062"/>
                <a:gd name="connsiteY20" fmla="*/ 2126798 h 4721688"/>
                <a:gd name="connsiteX21" fmla="*/ 908946 w 1610062"/>
                <a:gd name="connsiteY21" fmla="*/ 2336763 h 4721688"/>
                <a:gd name="connsiteX22" fmla="*/ 908947 w 1610062"/>
                <a:gd name="connsiteY22" fmla="*/ 2336763 h 4721688"/>
                <a:gd name="connsiteX23" fmla="*/ 961171 w 1610062"/>
                <a:gd name="connsiteY23" fmla="*/ 2336763 h 4721688"/>
                <a:gd name="connsiteX24" fmla="*/ 1610062 w 1610062"/>
                <a:gd name="connsiteY24" fmla="*/ 2336763 h 4721688"/>
                <a:gd name="connsiteX25" fmla="*/ 1610062 w 1610062"/>
                <a:gd name="connsiteY25" fmla="*/ 2384928 h 4721688"/>
                <a:gd name="connsiteX26" fmla="*/ 961171 w 1610062"/>
                <a:gd name="connsiteY26" fmla="*/ 2384928 h 4721688"/>
                <a:gd name="connsiteX27" fmla="*/ 957196 w 1610062"/>
                <a:gd name="connsiteY27" fmla="*/ 2510741 h 4721688"/>
                <a:gd name="connsiteX28" fmla="*/ 155339 w 1610062"/>
                <a:gd name="connsiteY28" fmla="*/ 4125739 h 4721688"/>
                <a:gd name="connsiteX29" fmla="*/ 71245 w 1610062"/>
                <a:gd name="connsiteY29" fmla="*/ 4194299 h 4721688"/>
                <a:gd name="connsiteX30" fmla="*/ 433847 w 1610062"/>
                <a:gd name="connsiteY30" fmla="*/ 4693378 h 4721688"/>
                <a:gd name="connsiteX31" fmla="*/ 394881 w 1610062"/>
                <a:gd name="connsiteY31" fmla="*/ 4721688 h 4721688"/>
                <a:gd name="connsiteX32" fmla="*/ 33271 w 1610062"/>
                <a:gd name="connsiteY32" fmla="*/ 4223975 h 4721688"/>
                <a:gd name="connsiteX33" fmla="*/ 46738 w 1610062"/>
                <a:gd name="connsiteY33" fmla="*/ 4214277 h 4721688"/>
                <a:gd name="connsiteX34" fmla="*/ 71244 w 1610062"/>
                <a:gd name="connsiteY34" fmla="*/ 4194299 h 4721688"/>
                <a:gd name="connsiteX35" fmla="*/ 71243 w 1610062"/>
                <a:gd name="connsiteY35" fmla="*/ 4194297 h 4721688"/>
                <a:gd name="connsiteX36" fmla="*/ 46737 w 1610062"/>
                <a:gd name="connsiteY36" fmla="*/ 4214276 h 4721688"/>
                <a:gd name="connsiteX37" fmla="*/ 33270 w 1610062"/>
                <a:gd name="connsiteY37" fmla="*/ 4223974 h 4721688"/>
                <a:gd name="connsiteX38" fmla="*/ 3163 w 1610062"/>
                <a:gd name="connsiteY38" fmla="*/ 4182535 h 4721688"/>
                <a:gd name="connsiteX39" fmla="*/ 3163 w 1610062"/>
                <a:gd name="connsiteY39" fmla="*/ 4182535 h 4721688"/>
                <a:gd name="connsiteX40" fmla="*/ 0 w 1610062"/>
                <a:gd name="connsiteY40" fmla="*/ 4178181 h 4721688"/>
                <a:gd name="connsiteX41" fmla="*/ 12314 w 1610062"/>
                <a:gd name="connsiteY41" fmla="*/ 4169313 h 4721688"/>
                <a:gd name="connsiteX42" fmla="*/ 37923 w 1610062"/>
                <a:gd name="connsiteY42" fmla="*/ 4148436 h 4721688"/>
                <a:gd name="connsiteX43" fmla="*/ 118282 w 1610062"/>
                <a:gd name="connsiteY43" fmla="*/ 4082922 h 4721688"/>
                <a:gd name="connsiteX44" fmla="*/ 900685 w 1610062"/>
                <a:gd name="connsiteY44" fmla="*/ 2507105 h 4721688"/>
                <a:gd name="connsiteX45" fmla="*/ 904546 w 1610062"/>
                <a:gd name="connsiteY45" fmla="*/ 2384927 h 4721688"/>
                <a:gd name="connsiteX46" fmla="*/ 905307 w 1610062"/>
                <a:gd name="connsiteY46" fmla="*/ 2360844 h 4721688"/>
                <a:gd name="connsiteX47" fmla="*/ 904546 w 1610062"/>
                <a:gd name="connsiteY47" fmla="*/ 2336763 h 4721688"/>
                <a:gd name="connsiteX48" fmla="*/ 900685 w 1610062"/>
                <a:gd name="connsiteY48" fmla="*/ 2214583 h 4721688"/>
                <a:gd name="connsiteX49" fmla="*/ 118282 w 1610062"/>
                <a:gd name="connsiteY49" fmla="*/ 638766 h 4721688"/>
                <a:gd name="connsiteX50" fmla="*/ 37923 w 1610062"/>
                <a:gd name="connsiteY50" fmla="*/ 573253 h 4721688"/>
                <a:gd name="connsiteX51" fmla="*/ 41741 w 1610062"/>
                <a:gd name="connsiteY51" fmla="*/ 567997 h 4721688"/>
                <a:gd name="connsiteX52" fmla="*/ 77147 w 1610062"/>
                <a:gd name="connsiteY52" fmla="*/ 594474 h 4721688"/>
                <a:gd name="connsiteX53" fmla="*/ 223451 w 1610062"/>
                <a:gd name="connsiteY53" fmla="*/ 727444 h 4721688"/>
                <a:gd name="connsiteX54" fmla="*/ 264311 w 1610062"/>
                <a:gd name="connsiteY54" fmla="*/ 769291 h 4721688"/>
                <a:gd name="connsiteX55" fmla="*/ 362784 w 1610062"/>
                <a:gd name="connsiteY55" fmla="*/ 877637 h 4721688"/>
                <a:gd name="connsiteX56" fmla="*/ 400595 w 1610062"/>
                <a:gd name="connsiteY56" fmla="*/ 922357 h 4721688"/>
                <a:gd name="connsiteX57" fmla="*/ 519222 w 1610062"/>
                <a:gd name="connsiteY57" fmla="*/ 1080994 h 4721688"/>
                <a:gd name="connsiteX58" fmla="*/ 519222 w 1610062"/>
                <a:gd name="connsiteY58" fmla="*/ 1080993 h 4721688"/>
                <a:gd name="connsiteX59" fmla="*/ 421932 w 1610062"/>
                <a:gd name="connsiteY59" fmla="*/ 947591 h 4721688"/>
                <a:gd name="connsiteX60" fmla="*/ 400595 w 1610062"/>
                <a:gd name="connsiteY60" fmla="*/ 922357 h 4721688"/>
                <a:gd name="connsiteX61" fmla="*/ 387446 w 1610062"/>
                <a:gd name="connsiteY61" fmla="*/ 904772 h 4721688"/>
                <a:gd name="connsiteX62" fmla="*/ 362784 w 1610062"/>
                <a:gd name="connsiteY62" fmla="*/ 877637 h 4721688"/>
                <a:gd name="connsiteX63" fmla="*/ 315499 w 1610062"/>
                <a:gd name="connsiteY63" fmla="*/ 821713 h 4721688"/>
                <a:gd name="connsiteX64" fmla="*/ 264311 w 1610062"/>
                <a:gd name="connsiteY64" fmla="*/ 769291 h 4721688"/>
                <a:gd name="connsiteX65" fmla="*/ 239704 w 1610062"/>
                <a:gd name="connsiteY65" fmla="*/ 742215 h 4721688"/>
                <a:gd name="connsiteX66" fmla="*/ 223451 w 1610062"/>
                <a:gd name="connsiteY66" fmla="*/ 727444 h 4721688"/>
                <a:gd name="connsiteX67" fmla="*/ 200408 w 1610062"/>
                <a:gd name="connsiteY67" fmla="*/ 703845 h 4721688"/>
                <a:gd name="connsiteX68" fmla="*/ 77147 w 1610062"/>
                <a:gd name="connsiteY68" fmla="*/ 594473 h 4721688"/>
                <a:gd name="connsiteX69" fmla="*/ 41741 w 1610062"/>
                <a:gd name="connsiteY69" fmla="*/ 567997 h 4721688"/>
                <a:gd name="connsiteX70" fmla="*/ 33271 w 1610062"/>
                <a:gd name="connsiteY70" fmla="*/ 497712 h 4721688"/>
                <a:gd name="connsiteX71" fmla="*/ 46737 w 1610062"/>
                <a:gd name="connsiteY71" fmla="*/ 507409 h 4721688"/>
                <a:gd name="connsiteX72" fmla="*/ 71244 w 1610062"/>
                <a:gd name="connsiteY72" fmla="*/ 527389 h 4721688"/>
                <a:gd name="connsiteX73" fmla="*/ 41741 w 1610062"/>
                <a:gd name="connsiteY73" fmla="*/ 567996 h 4721688"/>
                <a:gd name="connsiteX74" fmla="*/ 41741 w 1610062"/>
                <a:gd name="connsiteY74" fmla="*/ 567996 h 4721688"/>
                <a:gd name="connsiteX75" fmla="*/ 37923 w 1610062"/>
                <a:gd name="connsiteY75" fmla="*/ 573252 h 4721688"/>
                <a:gd name="connsiteX76" fmla="*/ 12315 w 1610062"/>
                <a:gd name="connsiteY76" fmla="*/ 552374 h 4721688"/>
                <a:gd name="connsiteX77" fmla="*/ 1 w 1610062"/>
                <a:gd name="connsiteY77" fmla="*/ 543506 h 4721688"/>
                <a:gd name="connsiteX78" fmla="*/ 3164 w 1610062"/>
                <a:gd name="connsiteY78" fmla="*/ 539152 h 4721688"/>
                <a:gd name="connsiteX79" fmla="*/ 3164 w 1610062"/>
                <a:gd name="connsiteY79" fmla="*/ 539151 h 4721688"/>
                <a:gd name="connsiteX80" fmla="*/ 394881 w 1610062"/>
                <a:gd name="connsiteY80" fmla="*/ 0 h 4721688"/>
                <a:gd name="connsiteX81" fmla="*/ 433847 w 1610062"/>
                <a:gd name="connsiteY81" fmla="*/ 28310 h 4721688"/>
                <a:gd name="connsiteX82" fmla="*/ 71245 w 1610062"/>
                <a:gd name="connsiteY82" fmla="*/ 527389 h 4721688"/>
                <a:gd name="connsiteX83" fmla="*/ 46738 w 1610062"/>
                <a:gd name="connsiteY83" fmla="*/ 507409 h 4721688"/>
                <a:gd name="connsiteX84" fmla="*/ 33272 w 1610062"/>
                <a:gd name="connsiteY84" fmla="*/ 497712 h 472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610062" h="4721688">
                  <a:moveTo>
                    <a:pt x="275269" y="3940340"/>
                  </a:moveTo>
                  <a:lnTo>
                    <a:pt x="239704" y="3979472"/>
                  </a:lnTo>
                  <a:cubicBezTo>
                    <a:pt x="187923" y="4031252"/>
                    <a:pt x="133674" y="4080564"/>
                    <a:pt x="77147" y="4127214"/>
                  </a:cubicBezTo>
                  <a:lnTo>
                    <a:pt x="41740" y="4153691"/>
                  </a:lnTo>
                  <a:lnTo>
                    <a:pt x="41740" y="4153691"/>
                  </a:lnTo>
                  <a:lnTo>
                    <a:pt x="41740" y="4153691"/>
                  </a:lnTo>
                  <a:lnTo>
                    <a:pt x="77147" y="4127214"/>
                  </a:lnTo>
                  <a:cubicBezTo>
                    <a:pt x="133674" y="4080564"/>
                    <a:pt x="187923" y="4031253"/>
                    <a:pt x="239704" y="3979472"/>
                  </a:cubicBezTo>
                  <a:close/>
                  <a:moveTo>
                    <a:pt x="544022" y="1121815"/>
                  </a:moveTo>
                  <a:lnTo>
                    <a:pt x="633881" y="1269729"/>
                  </a:lnTo>
                  <a:lnTo>
                    <a:pt x="633882" y="1269729"/>
                  </a:lnTo>
                  <a:close/>
                  <a:moveTo>
                    <a:pt x="71245" y="527389"/>
                  </a:moveTo>
                  <a:lnTo>
                    <a:pt x="155339" y="595948"/>
                  </a:lnTo>
                  <a:cubicBezTo>
                    <a:pt x="614112" y="993351"/>
                    <a:pt x="916358" y="1566645"/>
                    <a:pt x="957196" y="2210945"/>
                  </a:cubicBezTo>
                  <a:lnTo>
                    <a:pt x="961171" y="2336762"/>
                  </a:lnTo>
                  <a:lnTo>
                    <a:pt x="908946" y="2336762"/>
                  </a:lnTo>
                  <a:lnTo>
                    <a:pt x="898344" y="2126797"/>
                  </a:lnTo>
                  <a:cubicBezTo>
                    <a:pt x="874899" y="1895940"/>
                    <a:pt x="817150" y="1675224"/>
                    <a:pt x="730274" y="1469828"/>
                  </a:cubicBezTo>
                  <a:lnTo>
                    <a:pt x="655036" y="1313642"/>
                  </a:lnTo>
                  <a:lnTo>
                    <a:pt x="730274" y="1469828"/>
                  </a:lnTo>
                  <a:cubicBezTo>
                    <a:pt x="817150" y="1675225"/>
                    <a:pt x="874899" y="1895941"/>
                    <a:pt x="898344" y="2126798"/>
                  </a:cubicBezTo>
                  <a:lnTo>
                    <a:pt x="908946" y="2336763"/>
                  </a:lnTo>
                  <a:lnTo>
                    <a:pt x="908947" y="2336763"/>
                  </a:lnTo>
                  <a:lnTo>
                    <a:pt x="961171" y="2336763"/>
                  </a:lnTo>
                  <a:lnTo>
                    <a:pt x="1610062" y="2336763"/>
                  </a:lnTo>
                  <a:lnTo>
                    <a:pt x="1610062" y="2384928"/>
                  </a:lnTo>
                  <a:lnTo>
                    <a:pt x="961171" y="2384928"/>
                  </a:lnTo>
                  <a:lnTo>
                    <a:pt x="957196" y="2510741"/>
                  </a:lnTo>
                  <a:cubicBezTo>
                    <a:pt x="916358" y="3155042"/>
                    <a:pt x="614112" y="3728336"/>
                    <a:pt x="155339" y="4125739"/>
                  </a:cubicBezTo>
                  <a:lnTo>
                    <a:pt x="71245" y="4194299"/>
                  </a:lnTo>
                  <a:lnTo>
                    <a:pt x="433847" y="4693378"/>
                  </a:lnTo>
                  <a:lnTo>
                    <a:pt x="394881" y="4721688"/>
                  </a:lnTo>
                  <a:lnTo>
                    <a:pt x="33271" y="4223975"/>
                  </a:lnTo>
                  <a:lnTo>
                    <a:pt x="46738" y="4214277"/>
                  </a:lnTo>
                  <a:lnTo>
                    <a:pt x="71244" y="4194299"/>
                  </a:lnTo>
                  <a:lnTo>
                    <a:pt x="71243" y="4194297"/>
                  </a:lnTo>
                  <a:lnTo>
                    <a:pt x="46737" y="4214276"/>
                  </a:lnTo>
                  <a:lnTo>
                    <a:pt x="33270" y="4223974"/>
                  </a:lnTo>
                  <a:lnTo>
                    <a:pt x="3163" y="4182535"/>
                  </a:lnTo>
                  <a:lnTo>
                    <a:pt x="3163" y="4182535"/>
                  </a:lnTo>
                  <a:lnTo>
                    <a:pt x="0" y="4178181"/>
                  </a:lnTo>
                  <a:lnTo>
                    <a:pt x="12314" y="4169313"/>
                  </a:lnTo>
                  <a:lnTo>
                    <a:pt x="37923" y="4148436"/>
                  </a:lnTo>
                  <a:lnTo>
                    <a:pt x="118282" y="4082922"/>
                  </a:lnTo>
                  <a:cubicBezTo>
                    <a:pt x="565925" y="3695159"/>
                    <a:pt x="860839" y="3135775"/>
                    <a:pt x="900685" y="2507105"/>
                  </a:cubicBezTo>
                  <a:lnTo>
                    <a:pt x="904546" y="2384927"/>
                  </a:lnTo>
                  <a:lnTo>
                    <a:pt x="905307" y="2360844"/>
                  </a:lnTo>
                  <a:lnTo>
                    <a:pt x="904546" y="2336763"/>
                  </a:lnTo>
                  <a:lnTo>
                    <a:pt x="900685" y="2214583"/>
                  </a:lnTo>
                  <a:cubicBezTo>
                    <a:pt x="860839" y="1585913"/>
                    <a:pt x="565925" y="1026527"/>
                    <a:pt x="118282" y="638766"/>
                  </a:cubicBezTo>
                  <a:lnTo>
                    <a:pt x="37923" y="573253"/>
                  </a:lnTo>
                  <a:lnTo>
                    <a:pt x="41741" y="567997"/>
                  </a:lnTo>
                  <a:lnTo>
                    <a:pt x="77147" y="594474"/>
                  </a:lnTo>
                  <a:lnTo>
                    <a:pt x="223451" y="727444"/>
                  </a:lnTo>
                  <a:lnTo>
                    <a:pt x="264311" y="769291"/>
                  </a:lnTo>
                  <a:lnTo>
                    <a:pt x="362784" y="877637"/>
                  </a:lnTo>
                  <a:lnTo>
                    <a:pt x="400595" y="922357"/>
                  </a:lnTo>
                  <a:lnTo>
                    <a:pt x="519222" y="1080994"/>
                  </a:lnTo>
                  <a:lnTo>
                    <a:pt x="519222" y="1080993"/>
                  </a:lnTo>
                  <a:cubicBezTo>
                    <a:pt x="488369" y="1035326"/>
                    <a:pt x="455912" y="990831"/>
                    <a:pt x="421932" y="947591"/>
                  </a:cubicBezTo>
                  <a:lnTo>
                    <a:pt x="400595" y="922357"/>
                  </a:lnTo>
                  <a:lnTo>
                    <a:pt x="387446" y="904772"/>
                  </a:lnTo>
                  <a:lnTo>
                    <a:pt x="362784" y="877637"/>
                  </a:lnTo>
                  <a:lnTo>
                    <a:pt x="315499" y="821713"/>
                  </a:lnTo>
                  <a:lnTo>
                    <a:pt x="264311" y="769291"/>
                  </a:lnTo>
                  <a:lnTo>
                    <a:pt x="239704" y="742215"/>
                  </a:lnTo>
                  <a:lnTo>
                    <a:pt x="223451" y="727444"/>
                  </a:lnTo>
                  <a:lnTo>
                    <a:pt x="200408" y="703845"/>
                  </a:lnTo>
                  <a:cubicBezTo>
                    <a:pt x="160656" y="665945"/>
                    <a:pt x="119542" y="629461"/>
                    <a:pt x="77147" y="594473"/>
                  </a:cubicBezTo>
                  <a:lnTo>
                    <a:pt x="41741" y="567997"/>
                  </a:lnTo>
                  <a:close/>
                  <a:moveTo>
                    <a:pt x="33271" y="497712"/>
                  </a:moveTo>
                  <a:lnTo>
                    <a:pt x="46737" y="507409"/>
                  </a:lnTo>
                  <a:lnTo>
                    <a:pt x="71244" y="527389"/>
                  </a:lnTo>
                  <a:lnTo>
                    <a:pt x="41741" y="567996"/>
                  </a:lnTo>
                  <a:lnTo>
                    <a:pt x="41741" y="567996"/>
                  </a:lnTo>
                  <a:lnTo>
                    <a:pt x="37923" y="573252"/>
                  </a:lnTo>
                  <a:lnTo>
                    <a:pt x="12315" y="552374"/>
                  </a:lnTo>
                  <a:lnTo>
                    <a:pt x="1" y="543506"/>
                  </a:lnTo>
                  <a:lnTo>
                    <a:pt x="3164" y="539152"/>
                  </a:lnTo>
                  <a:lnTo>
                    <a:pt x="3164" y="539151"/>
                  </a:lnTo>
                  <a:close/>
                  <a:moveTo>
                    <a:pt x="394881" y="0"/>
                  </a:moveTo>
                  <a:lnTo>
                    <a:pt x="433847" y="28310"/>
                  </a:lnTo>
                  <a:lnTo>
                    <a:pt x="71245" y="527389"/>
                  </a:lnTo>
                  <a:lnTo>
                    <a:pt x="46738" y="507409"/>
                  </a:lnTo>
                  <a:lnTo>
                    <a:pt x="33272" y="497712"/>
                  </a:lnTo>
                  <a:close/>
                </a:path>
              </a:pathLst>
            </a:custGeom>
            <a:solidFill>
              <a:srgbClr val="2E8A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A2DA733-D1F8-569C-156E-C060CF656C44}"/>
                </a:ext>
              </a:extLst>
            </p:cNvPr>
            <p:cNvSpPr/>
            <p:nvPr/>
          </p:nvSpPr>
          <p:spPr>
            <a:xfrm>
              <a:off x="8273745" y="1734686"/>
              <a:ext cx="132374" cy="132374"/>
            </a:xfrm>
            <a:prstGeom prst="ellipse">
              <a:avLst/>
            </a:prstGeom>
            <a:solidFill>
              <a:srgbClr val="2571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88997C9-F7B0-B13E-5F64-9A6E12D80DF2}"/>
                </a:ext>
              </a:extLst>
            </p:cNvPr>
            <p:cNvSpPr/>
            <p:nvPr/>
          </p:nvSpPr>
          <p:spPr>
            <a:xfrm>
              <a:off x="9171396" y="3558027"/>
              <a:ext cx="132374" cy="132374"/>
            </a:xfrm>
            <a:prstGeom prst="ellipse">
              <a:avLst/>
            </a:prstGeom>
            <a:solidFill>
              <a:srgbClr val="2571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E9CEB4F-B1DF-8A83-3962-5E4ADF5BBCC4}"/>
                </a:ext>
              </a:extLst>
            </p:cNvPr>
            <p:cNvSpPr/>
            <p:nvPr/>
          </p:nvSpPr>
          <p:spPr>
            <a:xfrm>
              <a:off x="8273745" y="5365336"/>
              <a:ext cx="132374" cy="132374"/>
            </a:xfrm>
            <a:prstGeom prst="ellipse">
              <a:avLst/>
            </a:prstGeom>
            <a:solidFill>
              <a:srgbClr val="2571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873D319-EEA5-2666-44B7-210B730C5100}"/>
              </a:ext>
            </a:extLst>
          </p:cNvPr>
          <p:cNvGrpSpPr/>
          <p:nvPr/>
        </p:nvGrpSpPr>
        <p:grpSpPr>
          <a:xfrm>
            <a:off x="2427076" y="1074840"/>
            <a:ext cx="1489725" cy="4721688"/>
            <a:chOff x="2427076" y="1265765"/>
            <a:chExt cx="1489725" cy="472168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96DA899-E202-F577-3840-BE43A1AE7DCC}"/>
                </a:ext>
              </a:extLst>
            </p:cNvPr>
            <p:cNvSpPr/>
            <p:nvPr/>
          </p:nvSpPr>
          <p:spPr>
            <a:xfrm flipH="1">
              <a:off x="2427076" y="1265765"/>
              <a:ext cx="1475535" cy="4721688"/>
            </a:xfrm>
            <a:custGeom>
              <a:avLst/>
              <a:gdLst>
                <a:gd name="connsiteX0" fmla="*/ 71244 w 1475535"/>
                <a:gd name="connsiteY0" fmla="*/ 4194298 h 4721688"/>
                <a:gd name="connsiteX1" fmla="*/ 46738 w 1475535"/>
                <a:gd name="connsiteY1" fmla="*/ 4214277 h 4721688"/>
                <a:gd name="connsiteX2" fmla="*/ 33271 w 1475535"/>
                <a:gd name="connsiteY2" fmla="*/ 4223975 h 4721688"/>
                <a:gd name="connsiteX3" fmla="*/ 394881 w 1475535"/>
                <a:gd name="connsiteY3" fmla="*/ 4721688 h 4721688"/>
                <a:gd name="connsiteX4" fmla="*/ 433846 w 1475535"/>
                <a:gd name="connsiteY4" fmla="*/ 4693378 h 4721688"/>
                <a:gd name="connsiteX5" fmla="*/ 37923 w 1475535"/>
                <a:gd name="connsiteY5" fmla="*/ 4148436 h 4721688"/>
                <a:gd name="connsiteX6" fmla="*/ 12315 w 1475535"/>
                <a:gd name="connsiteY6" fmla="*/ 4169313 h 4721688"/>
                <a:gd name="connsiteX7" fmla="*/ 0 w 1475535"/>
                <a:gd name="connsiteY7" fmla="*/ 4178182 h 4721688"/>
                <a:gd name="connsiteX8" fmla="*/ 3163 w 1475535"/>
                <a:gd name="connsiteY8" fmla="*/ 4182536 h 4721688"/>
                <a:gd name="connsiteX9" fmla="*/ 3163 w 1475535"/>
                <a:gd name="connsiteY9" fmla="*/ 4182536 h 4721688"/>
                <a:gd name="connsiteX10" fmla="*/ 33270 w 1475535"/>
                <a:gd name="connsiteY10" fmla="*/ 4223974 h 4721688"/>
                <a:gd name="connsiteX11" fmla="*/ 46737 w 1475535"/>
                <a:gd name="connsiteY11" fmla="*/ 4214276 h 4721688"/>
                <a:gd name="connsiteX12" fmla="*/ 71243 w 1475535"/>
                <a:gd name="connsiteY12" fmla="*/ 4194298 h 4721688"/>
                <a:gd name="connsiteX13" fmla="*/ 41740 w 1475535"/>
                <a:gd name="connsiteY13" fmla="*/ 4153691 h 4721688"/>
                <a:gd name="connsiteX14" fmla="*/ 41740 w 1475535"/>
                <a:gd name="connsiteY14" fmla="*/ 4153691 h 4721688"/>
                <a:gd name="connsiteX15" fmla="*/ 813037 w 1475535"/>
                <a:gd name="connsiteY15" fmla="*/ 3019038 h 4721688"/>
                <a:gd name="connsiteX16" fmla="*/ 807249 w 1475535"/>
                <a:gd name="connsiteY16" fmla="*/ 3041548 h 4721688"/>
                <a:gd name="connsiteX17" fmla="*/ 798662 w 1475535"/>
                <a:gd name="connsiteY17" fmla="*/ 3065010 h 4721688"/>
                <a:gd name="connsiteX18" fmla="*/ 798662 w 1475535"/>
                <a:gd name="connsiteY18" fmla="*/ 3065010 h 4721688"/>
                <a:gd name="connsiteX19" fmla="*/ 798662 w 1475535"/>
                <a:gd name="connsiteY19" fmla="*/ 3065011 h 4721688"/>
                <a:gd name="connsiteX20" fmla="*/ 794736 w 1475535"/>
                <a:gd name="connsiteY20" fmla="*/ 3063735 h 4721688"/>
                <a:gd name="connsiteX21" fmla="*/ 794440 w 1475535"/>
                <a:gd name="connsiteY21" fmla="*/ 3064756 h 4721688"/>
                <a:gd name="connsiteX22" fmla="*/ 118282 w 1475535"/>
                <a:gd name="connsiteY22" fmla="*/ 4082922 h 4721688"/>
                <a:gd name="connsiteX23" fmla="*/ 37923 w 1475535"/>
                <a:gd name="connsiteY23" fmla="*/ 4148436 h 4721688"/>
                <a:gd name="connsiteX24" fmla="*/ 41740 w 1475535"/>
                <a:gd name="connsiteY24" fmla="*/ 4153691 h 4721688"/>
                <a:gd name="connsiteX25" fmla="*/ 71244 w 1475535"/>
                <a:gd name="connsiteY25" fmla="*/ 4194298 h 4721688"/>
                <a:gd name="connsiteX26" fmla="*/ 155339 w 1475535"/>
                <a:gd name="connsiteY26" fmla="*/ 4125738 h 4721688"/>
                <a:gd name="connsiteX27" fmla="*/ 848309 w 1475535"/>
                <a:gd name="connsiteY27" fmla="*/ 3082257 h 4721688"/>
                <a:gd name="connsiteX28" fmla="*/ 848605 w 1475535"/>
                <a:gd name="connsiteY28" fmla="*/ 3081238 h 4721688"/>
                <a:gd name="connsiteX29" fmla="*/ 848605 w 1475535"/>
                <a:gd name="connsiteY29" fmla="*/ 3081238 h 4721688"/>
                <a:gd name="connsiteX30" fmla="*/ 1460652 w 1475535"/>
                <a:gd name="connsiteY30" fmla="*/ 3280104 h 4721688"/>
                <a:gd name="connsiteX31" fmla="*/ 1475535 w 1475535"/>
                <a:gd name="connsiteY31" fmla="*/ 3234297 h 4721688"/>
                <a:gd name="connsiteX32" fmla="*/ 862055 w 1475535"/>
                <a:gd name="connsiteY32" fmla="*/ 3034965 h 4721688"/>
                <a:gd name="connsiteX33" fmla="*/ 808185 w 1475535"/>
                <a:gd name="connsiteY33" fmla="*/ 3017462 h 4721688"/>
                <a:gd name="connsiteX34" fmla="*/ 794735 w 1475535"/>
                <a:gd name="connsiteY34" fmla="*/ 3063735 h 4721688"/>
                <a:gd name="connsiteX35" fmla="*/ 798661 w 1475535"/>
                <a:gd name="connsiteY35" fmla="*/ 3065010 h 4721688"/>
                <a:gd name="connsiteX36" fmla="*/ 807248 w 1475535"/>
                <a:gd name="connsiteY36" fmla="*/ 3041547 h 4721688"/>
                <a:gd name="connsiteX37" fmla="*/ 813036 w 1475535"/>
                <a:gd name="connsiteY37" fmla="*/ 3019038 h 4721688"/>
                <a:gd name="connsiteX38" fmla="*/ 1460652 w 1475535"/>
                <a:gd name="connsiteY38" fmla="*/ 1441584 h 4721688"/>
                <a:gd name="connsiteX39" fmla="*/ 848605 w 1475535"/>
                <a:gd name="connsiteY39" fmla="*/ 1640449 h 4721688"/>
                <a:gd name="connsiteX40" fmla="*/ 862056 w 1475535"/>
                <a:gd name="connsiteY40" fmla="*/ 1686723 h 4721688"/>
                <a:gd name="connsiteX41" fmla="*/ 1475535 w 1475535"/>
                <a:gd name="connsiteY41" fmla="*/ 1487392 h 4721688"/>
                <a:gd name="connsiteX42" fmla="*/ 33271 w 1475535"/>
                <a:gd name="connsiteY42" fmla="*/ 497712 h 4721688"/>
                <a:gd name="connsiteX43" fmla="*/ 3164 w 1475535"/>
                <a:gd name="connsiteY43" fmla="*/ 539151 h 4721688"/>
                <a:gd name="connsiteX44" fmla="*/ 3165 w 1475535"/>
                <a:gd name="connsiteY44" fmla="*/ 539151 h 4721688"/>
                <a:gd name="connsiteX45" fmla="*/ 1 w 1475535"/>
                <a:gd name="connsiteY45" fmla="*/ 543507 h 4721688"/>
                <a:gd name="connsiteX46" fmla="*/ 12315 w 1475535"/>
                <a:gd name="connsiteY46" fmla="*/ 552375 h 4721688"/>
                <a:gd name="connsiteX47" fmla="*/ 37923 w 1475535"/>
                <a:gd name="connsiteY47" fmla="*/ 573253 h 4721688"/>
                <a:gd name="connsiteX48" fmla="*/ 41740 w 1475535"/>
                <a:gd name="connsiteY48" fmla="*/ 567997 h 4721688"/>
                <a:gd name="connsiteX49" fmla="*/ 41741 w 1475535"/>
                <a:gd name="connsiteY49" fmla="*/ 567997 h 4721688"/>
                <a:gd name="connsiteX50" fmla="*/ 37923 w 1475535"/>
                <a:gd name="connsiteY50" fmla="*/ 573253 h 4721688"/>
                <a:gd name="connsiteX51" fmla="*/ 118282 w 1475535"/>
                <a:gd name="connsiteY51" fmla="*/ 638767 h 4721688"/>
                <a:gd name="connsiteX52" fmla="*/ 794440 w 1475535"/>
                <a:gd name="connsiteY52" fmla="*/ 1656931 h 4721688"/>
                <a:gd name="connsiteX53" fmla="*/ 794737 w 1475535"/>
                <a:gd name="connsiteY53" fmla="*/ 1657954 h 4721688"/>
                <a:gd name="connsiteX54" fmla="*/ 794736 w 1475535"/>
                <a:gd name="connsiteY54" fmla="*/ 1657954 h 4721688"/>
                <a:gd name="connsiteX55" fmla="*/ 808186 w 1475535"/>
                <a:gd name="connsiteY55" fmla="*/ 1704227 h 4721688"/>
                <a:gd name="connsiteX56" fmla="*/ 813037 w 1475535"/>
                <a:gd name="connsiteY56" fmla="*/ 1702651 h 4721688"/>
                <a:gd name="connsiteX57" fmla="*/ 808187 w 1475535"/>
                <a:gd name="connsiteY57" fmla="*/ 1704227 h 4721688"/>
                <a:gd name="connsiteX58" fmla="*/ 833606 w 1475535"/>
                <a:gd name="connsiteY58" fmla="*/ 1791676 h 4721688"/>
                <a:gd name="connsiteX59" fmla="*/ 905306 w 1475535"/>
                <a:gd name="connsiteY59" fmla="*/ 2360843 h 4721688"/>
                <a:gd name="connsiteX60" fmla="*/ 833606 w 1475535"/>
                <a:gd name="connsiteY60" fmla="*/ 2930010 h 4721688"/>
                <a:gd name="connsiteX61" fmla="*/ 808186 w 1475535"/>
                <a:gd name="connsiteY61" fmla="*/ 3017462 h 4721688"/>
                <a:gd name="connsiteX62" fmla="*/ 813037 w 1475535"/>
                <a:gd name="connsiteY62" fmla="*/ 3019038 h 4721688"/>
                <a:gd name="connsiteX63" fmla="*/ 863656 w 1475535"/>
                <a:gd name="connsiteY63" fmla="*/ 2822174 h 4721688"/>
                <a:gd name="connsiteX64" fmla="*/ 910162 w 1475535"/>
                <a:gd name="connsiteY64" fmla="*/ 2360843 h 4721688"/>
                <a:gd name="connsiteX65" fmla="*/ 863656 w 1475535"/>
                <a:gd name="connsiteY65" fmla="*/ 1899513 h 4721688"/>
                <a:gd name="connsiteX66" fmla="*/ 813038 w 1475535"/>
                <a:gd name="connsiteY66" fmla="*/ 1702652 h 4721688"/>
                <a:gd name="connsiteX67" fmla="*/ 813039 w 1475535"/>
                <a:gd name="connsiteY67" fmla="*/ 1702652 h 4721688"/>
                <a:gd name="connsiteX68" fmla="*/ 863657 w 1475535"/>
                <a:gd name="connsiteY68" fmla="*/ 1899513 h 4721688"/>
                <a:gd name="connsiteX69" fmla="*/ 910163 w 1475535"/>
                <a:gd name="connsiteY69" fmla="*/ 2360843 h 4721688"/>
                <a:gd name="connsiteX70" fmla="*/ 863657 w 1475535"/>
                <a:gd name="connsiteY70" fmla="*/ 2822174 h 4721688"/>
                <a:gd name="connsiteX71" fmla="*/ 813038 w 1475535"/>
                <a:gd name="connsiteY71" fmla="*/ 3019038 h 4721688"/>
                <a:gd name="connsiteX72" fmla="*/ 862056 w 1475535"/>
                <a:gd name="connsiteY72" fmla="*/ 3034965 h 4721688"/>
                <a:gd name="connsiteX73" fmla="*/ 888450 w 1475535"/>
                <a:gd name="connsiteY73" fmla="*/ 2944162 h 4721688"/>
                <a:gd name="connsiteX74" fmla="*/ 961932 w 1475535"/>
                <a:gd name="connsiteY74" fmla="*/ 2360843 h 4721688"/>
                <a:gd name="connsiteX75" fmla="*/ 888450 w 1475535"/>
                <a:gd name="connsiteY75" fmla="*/ 1777525 h 4721688"/>
                <a:gd name="connsiteX76" fmla="*/ 862057 w 1475535"/>
                <a:gd name="connsiteY76" fmla="*/ 1686724 h 4721688"/>
                <a:gd name="connsiteX77" fmla="*/ 862055 w 1475535"/>
                <a:gd name="connsiteY77" fmla="*/ 1686725 h 4721688"/>
                <a:gd name="connsiteX78" fmla="*/ 848604 w 1475535"/>
                <a:gd name="connsiteY78" fmla="*/ 1640451 h 4721688"/>
                <a:gd name="connsiteX79" fmla="*/ 798661 w 1475535"/>
                <a:gd name="connsiteY79" fmla="*/ 1656679 h 4721688"/>
                <a:gd name="connsiteX80" fmla="*/ 798661 w 1475535"/>
                <a:gd name="connsiteY80" fmla="*/ 1656678 h 4721688"/>
                <a:gd name="connsiteX81" fmla="*/ 798662 w 1475535"/>
                <a:gd name="connsiteY81" fmla="*/ 1656678 h 4721688"/>
                <a:gd name="connsiteX82" fmla="*/ 798662 w 1475535"/>
                <a:gd name="connsiteY82" fmla="*/ 1656678 h 4721688"/>
                <a:gd name="connsiteX83" fmla="*/ 848604 w 1475535"/>
                <a:gd name="connsiteY83" fmla="*/ 1640451 h 4721688"/>
                <a:gd name="connsiteX84" fmla="*/ 848308 w 1475535"/>
                <a:gd name="connsiteY84" fmla="*/ 1639430 h 4721688"/>
                <a:gd name="connsiteX85" fmla="*/ 155338 w 1475535"/>
                <a:gd name="connsiteY85" fmla="*/ 595949 h 4721688"/>
                <a:gd name="connsiteX86" fmla="*/ 71244 w 1475535"/>
                <a:gd name="connsiteY86" fmla="*/ 527390 h 4721688"/>
                <a:gd name="connsiteX87" fmla="*/ 41741 w 1475535"/>
                <a:gd name="connsiteY87" fmla="*/ 567996 h 4721688"/>
                <a:gd name="connsiteX88" fmla="*/ 41741 w 1475535"/>
                <a:gd name="connsiteY88" fmla="*/ 567996 h 4721688"/>
                <a:gd name="connsiteX89" fmla="*/ 71244 w 1475535"/>
                <a:gd name="connsiteY89" fmla="*/ 527390 h 4721688"/>
                <a:gd name="connsiteX90" fmla="*/ 46737 w 1475535"/>
                <a:gd name="connsiteY90" fmla="*/ 507409 h 4721688"/>
                <a:gd name="connsiteX91" fmla="*/ 394882 w 1475535"/>
                <a:gd name="connsiteY91" fmla="*/ 0 h 4721688"/>
                <a:gd name="connsiteX92" fmla="*/ 33272 w 1475535"/>
                <a:gd name="connsiteY92" fmla="*/ 497712 h 4721688"/>
                <a:gd name="connsiteX93" fmla="*/ 46738 w 1475535"/>
                <a:gd name="connsiteY93" fmla="*/ 507410 h 4721688"/>
                <a:gd name="connsiteX94" fmla="*/ 71245 w 1475535"/>
                <a:gd name="connsiteY94" fmla="*/ 527390 h 4721688"/>
                <a:gd name="connsiteX95" fmla="*/ 433847 w 1475535"/>
                <a:gd name="connsiteY95" fmla="*/ 28311 h 472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1475535" h="4721688">
                  <a:moveTo>
                    <a:pt x="71244" y="4194298"/>
                  </a:moveTo>
                  <a:lnTo>
                    <a:pt x="46738" y="4214277"/>
                  </a:lnTo>
                  <a:lnTo>
                    <a:pt x="33271" y="4223975"/>
                  </a:lnTo>
                  <a:lnTo>
                    <a:pt x="394881" y="4721688"/>
                  </a:lnTo>
                  <a:lnTo>
                    <a:pt x="433846" y="4693378"/>
                  </a:lnTo>
                  <a:close/>
                  <a:moveTo>
                    <a:pt x="37923" y="4148436"/>
                  </a:moveTo>
                  <a:lnTo>
                    <a:pt x="12315" y="4169313"/>
                  </a:lnTo>
                  <a:lnTo>
                    <a:pt x="0" y="4178182"/>
                  </a:lnTo>
                  <a:lnTo>
                    <a:pt x="3163" y="4182536"/>
                  </a:lnTo>
                  <a:lnTo>
                    <a:pt x="3163" y="4182536"/>
                  </a:lnTo>
                  <a:lnTo>
                    <a:pt x="33270" y="4223974"/>
                  </a:lnTo>
                  <a:lnTo>
                    <a:pt x="46737" y="4214276"/>
                  </a:lnTo>
                  <a:lnTo>
                    <a:pt x="71243" y="4194298"/>
                  </a:lnTo>
                  <a:lnTo>
                    <a:pt x="41740" y="4153691"/>
                  </a:lnTo>
                  <a:lnTo>
                    <a:pt x="41740" y="4153691"/>
                  </a:lnTo>
                  <a:close/>
                  <a:moveTo>
                    <a:pt x="813037" y="3019038"/>
                  </a:moveTo>
                  <a:lnTo>
                    <a:pt x="807249" y="3041548"/>
                  </a:lnTo>
                  <a:lnTo>
                    <a:pt x="798662" y="3065010"/>
                  </a:lnTo>
                  <a:lnTo>
                    <a:pt x="798662" y="3065010"/>
                  </a:lnTo>
                  <a:lnTo>
                    <a:pt x="798662" y="3065011"/>
                  </a:lnTo>
                  <a:lnTo>
                    <a:pt x="794736" y="3063735"/>
                  </a:lnTo>
                  <a:lnTo>
                    <a:pt x="794440" y="3064756"/>
                  </a:lnTo>
                  <a:cubicBezTo>
                    <a:pt x="664894" y="3463763"/>
                    <a:pt x="428189" y="3814471"/>
                    <a:pt x="118282" y="4082922"/>
                  </a:cubicBezTo>
                  <a:lnTo>
                    <a:pt x="37923" y="4148436"/>
                  </a:lnTo>
                  <a:lnTo>
                    <a:pt x="41740" y="4153691"/>
                  </a:lnTo>
                  <a:lnTo>
                    <a:pt x="71244" y="4194298"/>
                  </a:lnTo>
                  <a:lnTo>
                    <a:pt x="155339" y="4125738"/>
                  </a:lnTo>
                  <a:cubicBezTo>
                    <a:pt x="472951" y="3850613"/>
                    <a:pt x="715542" y="3491186"/>
                    <a:pt x="848309" y="3082257"/>
                  </a:cubicBezTo>
                  <a:lnTo>
                    <a:pt x="848605" y="3081238"/>
                  </a:lnTo>
                  <a:lnTo>
                    <a:pt x="848605" y="3081238"/>
                  </a:lnTo>
                  <a:lnTo>
                    <a:pt x="1460652" y="3280104"/>
                  </a:lnTo>
                  <a:lnTo>
                    <a:pt x="1475535" y="3234297"/>
                  </a:lnTo>
                  <a:lnTo>
                    <a:pt x="862055" y="3034965"/>
                  </a:lnTo>
                  <a:close/>
                  <a:moveTo>
                    <a:pt x="808185" y="3017462"/>
                  </a:moveTo>
                  <a:lnTo>
                    <a:pt x="794735" y="3063735"/>
                  </a:lnTo>
                  <a:lnTo>
                    <a:pt x="798661" y="3065010"/>
                  </a:lnTo>
                  <a:lnTo>
                    <a:pt x="807248" y="3041547"/>
                  </a:lnTo>
                  <a:lnTo>
                    <a:pt x="813036" y="3019038"/>
                  </a:lnTo>
                  <a:close/>
                  <a:moveTo>
                    <a:pt x="1460652" y="1441584"/>
                  </a:moveTo>
                  <a:lnTo>
                    <a:pt x="848605" y="1640449"/>
                  </a:lnTo>
                  <a:lnTo>
                    <a:pt x="862056" y="1686723"/>
                  </a:lnTo>
                  <a:lnTo>
                    <a:pt x="1475535" y="1487392"/>
                  </a:lnTo>
                  <a:close/>
                  <a:moveTo>
                    <a:pt x="33271" y="497712"/>
                  </a:moveTo>
                  <a:lnTo>
                    <a:pt x="3164" y="539151"/>
                  </a:lnTo>
                  <a:lnTo>
                    <a:pt x="3165" y="539151"/>
                  </a:lnTo>
                  <a:lnTo>
                    <a:pt x="1" y="543507"/>
                  </a:lnTo>
                  <a:lnTo>
                    <a:pt x="12315" y="552375"/>
                  </a:lnTo>
                  <a:lnTo>
                    <a:pt x="37923" y="573253"/>
                  </a:lnTo>
                  <a:lnTo>
                    <a:pt x="41740" y="567997"/>
                  </a:lnTo>
                  <a:lnTo>
                    <a:pt x="41741" y="567997"/>
                  </a:lnTo>
                  <a:lnTo>
                    <a:pt x="37923" y="573253"/>
                  </a:lnTo>
                  <a:lnTo>
                    <a:pt x="118282" y="638767"/>
                  </a:lnTo>
                  <a:cubicBezTo>
                    <a:pt x="428189" y="907216"/>
                    <a:pt x="664894" y="1257924"/>
                    <a:pt x="794440" y="1656931"/>
                  </a:cubicBezTo>
                  <a:lnTo>
                    <a:pt x="794737" y="1657954"/>
                  </a:lnTo>
                  <a:lnTo>
                    <a:pt x="794736" y="1657954"/>
                  </a:lnTo>
                  <a:lnTo>
                    <a:pt x="808186" y="1704227"/>
                  </a:lnTo>
                  <a:lnTo>
                    <a:pt x="813037" y="1702651"/>
                  </a:lnTo>
                  <a:lnTo>
                    <a:pt x="808187" y="1704227"/>
                  </a:lnTo>
                  <a:lnTo>
                    <a:pt x="833606" y="1791676"/>
                  </a:lnTo>
                  <a:cubicBezTo>
                    <a:pt x="880412" y="1973597"/>
                    <a:pt x="905306" y="2164313"/>
                    <a:pt x="905306" y="2360843"/>
                  </a:cubicBezTo>
                  <a:cubicBezTo>
                    <a:pt x="905306" y="2557374"/>
                    <a:pt x="880412" y="2748090"/>
                    <a:pt x="833606" y="2930010"/>
                  </a:cubicBezTo>
                  <a:lnTo>
                    <a:pt x="808186" y="3017462"/>
                  </a:lnTo>
                  <a:lnTo>
                    <a:pt x="813037" y="3019038"/>
                  </a:lnTo>
                  <a:lnTo>
                    <a:pt x="863656" y="2822174"/>
                  </a:lnTo>
                  <a:cubicBezTo>
                    <a:pt x="894148" y="2673160"/>
                    <a:pt x="910162" y="2518872"/>
                    <a:pt x="910162" y="2360843"/>
                  </a:cubicBezTo>
                  <a:cubicBezTo>
                    <a:pt x="910162" y="2202815"/>
                    <a:pt x="894148" y="2048526"/>
                    <a:pt x="863656" y="1899513"/>
                  </a:cubicBezTo>
                  <a:lnTo>
                    <a:pt x="813038" y="1702652"/>
                  </a:lnTo>
                  <a:lnTo>
                    <a:pt x="813039" y="1702652"/>
                  </a:lnTo>
                  <a:lnTo>
                    <a:pt x="863657" y="1899513"/>
                  </a:lnTo>
                  <a:cubicBezTo>
                    <a:pt x="894149" y="2048526"/>
                    <a:pt x="910163" y="2202815"/>
                    <a:pt x="910163" y="2360843"/>
                  </a:cubicBezTo>
                  <a:cubicBezTo>
                    <a:pt x="910163" y="2518872"/>
                    <a:pt x="894149" y="2673160"/>
                    <a:pt x="863657" y="2822174"/>
                  </a:cubicBezTo>
                  <a:lnTo>
                    <a:pt x="813038" y="3019038"/>
                  </a:lnTo>
                  <a:lnTo>
                    <a:pt x="862056" y="3034965"/>
                  </a:lnTo>
                  <a:lnTo>
                    <a:pt x="888450" y="2944162"/>
                  </a:lnTo>
                  <a:cubicBezTo>
                    <a:pt x="936419" y="2757718"/>
                    <a:pt x="961932" y="2562260"/>
                    <a:pt x="961932" y="2360843"/>
                  </a:cubicBezTo>
                  <a:cubicBezTo>
                    <a:pt x="961932" y="2159426"/>
                    <a:pt x="936419" y="1963968"/>
                    <a:pt x="888450" y="1777525"/>
                  </a:cubicBezTo>
                  <a:lnTo>
                    <a:pt x="862057" y="1686724"/>
                  </a:lnTo>
                  <a:lnTo>
                    <a:pt x="862055" y="1686725"/>
                  </a:lnTo>
                  <a:lnTo>
                    <a:pt x="848604" y="1640451"/>
                  </a:lnTo>
                  <a:lnTo>
                    <a:pt x="798661" y="1656679"/>
                  </a:lnTo>
                  <a:lnTo>
                    <a:pt x="798661" y="1656678"/>
                  </a:lnTo>
                  <a:lnTo>
                    <a:pt x="798662" y="1656678"/>
                  </a:lnTo>
                  <a:lnTo>
                    <a:pt x="798662" y="1656678"/>
                  </a:lnTo>
                  <a:lnTo>
                    <a:pt x="848604" y="1640451"/>
                  </a:lnTo>
                  <a:lnTo>
                    <a:pt x="848308" y="1639430"/>
                  </a:lnTo>
                  <a:cubicBezTo>
                    <a:pt x="715541" y="1230502"/>
                    <a:pt x="472950" y="871074"/>
                    <a:pt x="155338" y="595949"/>
                  </a:cubicBezTo>
                  <a:lnTo>
                    <a:pt x="71244" y="527390"/>
                  </a:lnTo>
                  <a:lnTo>
                    <a:pt x="41741" y="567996"/>
                  </a:lnTo>
                  <a:lnTo>
                    <a:pt x="41741" y="567996"/>
                  </a:lnTo>
                  <a:lnTo>
                    <a:pt x="71244" y="527390"/>
                  </a:lnTo>
                  <a:lnTo>
                    <a:pt x="46737" y="507409"/>
                  </a:lnTo>
                  <a:close/>
                  <a:moveTo>
                    <a:pt x="394882" y="0"/>
                  </a:moveTo>
                  <a:lnTo>
                    <a:pt x="33272" y="497712"/>
                  </a:lnTo>
                  <a:lnTo>
                    <a:pt x="46738" y="507410"/>
                  </a:lnTo>
                  <a:lnTo>
                    <a:pt x="71245" y="527390"/>
                  </a:lnTo>
                  <a:lnTo>
                    <a:pt x="433847" y="28311"/>
                  </a:lnTo>
                  <a:close/>
                </a:path>
              </a:pathLst>
            </a:custGeom>
            <a:solidFill>
              <a:srgbClr val="2B5D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C45C0A7-3A82-F1C2-5FEB-0DDA0877CE96}"/>
                </a:ext>
              </a:extLst>
            </p:cNvPr>
            <p:cNvGrpSpPr/>
            <p:nvPr/>
          </p:nvGrpSpPr>
          <p:grpSpPr>
            <a:xfrm>
              <a:off x="3002984" y="1730771"/>
              <a:ext cx="913817" cy="3766939"/>
              <a:chOff x="3002984" y="1730771"/>
              <a:chExt cx="913817" cy="3766939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7BE03EC-F6B6-07E3-EF59-857A79B9B70D}"/>
                  </a:ext>
                </a:extLst>
              </p:cNvPr>
              <p:cNvSpPr/>
              <p:nvPr/>
            </p:nvSpPr>
            <p:spPr>
              <a:xfrm>
                <a:off x="3784427" y="1730771"/>
                <a:ext cx="132374" cy="132374"/>
              </a:xfrm>
              <a:prstGeom prst="ellipse">
                <a:avLst/>
              </a:prstGeom>
              <a:solidFill>
                <a:srgbClr val="244E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D013A91-3D9E-5CC4-BDB7-152B5893B620}"/>
                  </a:ext>
                </a:extLst>
              </p:cNvPr>
              <p:cNvSpPr/>
              <p:nvPr/>
            </p:nvSpPr>
            <p:spPr>
              <a:xfrm>
                <a:off x="3784427" y="5365336"/>
                <a:ext cx="132374" cy="132374"/>
              </a:xfrm>
              <a:prstGeom prst="ellipse">
                <a:avLst/>
              </a:prstGeom>
              <a:solidFill>
                <a:srgbClr val="244E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E52B0B6-1438-8211-1F38-F50E827F2C5F}"/>
                  </a:ext>
                </a:extLst>
              </p:cNvPr>
              <p:cNvSpPr/>
              <p:nvPr/>
            </p:nvSpPr>
            <p:spPr>
              <a:xfrm>
                <a:off x="3002984" y="4244512"/>
                <a:ext cx="132374" cy="132374"/>
              </a:xfrm>
              <a:prstGeom prst="ellipse">
                <a:avLst/>
              </a:prstGeom>
              <a:solidFill>
                <a:srgbClr val="244E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3F781C3-72BC-466D-3005-1358FBF676B4}"/>
                  </a:ext>
                </a:extLst>
              </p:cNvPr>
              <p:cNvSpPr/>
              <p:nvPr/>
            </p:nvSpPr>
            <p:spPr>
              <a:xfrm>
                <a:off x="3002984" y="2878111"/>
                <a:ext cx="132374" cy="132374"/>
              </a:xfrm>
              <a:prstGeom prst="ellipse">
                <a:avLst/>
              </a:prstGeom>
              <a:solidFill>
                <a:srgbClr val="244E8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5F91FE-C7C9-7FC2-B007-6F5ADCE07D68}"/>
              </a:ext>
            </a:extLst>
          </p:cNvPr>
          <p:cNvSpPr/>
          <p:nvPr/>
        </p:nvSpPr>
        <p:spPr>
          <a:xfrm>
            <a:off x="4094552" y="5216131"/>
            <a:ext cx="4030274" cy="895689"/>
          </a:xfrm>
          <a:prstGeom prst="roundRect">
            <a:avLst>
              <a:gd name="adj" fmla="val 29270"/>
            </a:avLst>
          </a:prstGeom>
          <a:solidFill>
            <a:srgbClr val="83A7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That’s what makes a frontliner not just good—but great.</a:t>
            </a:r>
            <a:endParaRPr lang="en-MY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627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B47F48-8FC5-836A-7429-9FD21C4D1860}"/>
              </a:ext>
            </a:extLst>
          </p:cNvPr>
          <p:cNvGrpSpPr/>
          <p:nvPr/>
        </p:nvGrpSpPr>
        <p:grpSpPr>
          <a:xfrm>
            <a:off x="635820" y="2735163"/>
            <a:ext cx="5470227" cy="1390263"/>
            <a:chOff x="625772" y="2735163"/>
            <a:chExt cx="5470227" cy="1390263"/>
          </a:xfrm>
        </p:grpSpPr>
        <p:sp>
          <p:nvSpPr>
            <p:cNvPr id="3" name="Rectangle: Top Corners Rounded 2">
              <a:extLst>
                <a:ext uri="{FF2B5EF4-FFF2-40B4-BE49-F238E27FC236}">
                  <a16:creationId xmlns:a16="http://schemas.microsoft.com/office/drawing/2014/main" id="{92FD63CE-1E36-00BC-260E-246DD8E0C5A2}"/>
                </a:ext>
              </a:extLst>
            </p:cNvPr>
            <p:cNvSpPr/>
            <p:nvPr/>
          </p:nvSpPr>
          <p:spPr>
            <a:xfrm rot="16200000">
              <a:off x="1473926" y="1887009"/>
              <a:ext cx="1390262" cy="308656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5B40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GB" kern="0" dirty="0">
                  <a:latin typeface="Arial" panose="020B0604020202020204" pitchFamily="34" charset="0"/>
                  <a:cs typeface="Arial" panose="020B0604020202020204" pitchFamily="34" charset="0"/>
                </a:rPr>
                <a:t>Any use of any Psychoactive substance or drugs is </a:t>
              </a:r>
              <a:r>
                <a:rPr lang="en-GB" b="1" kern="0" dirty="0">
                  <a:latin typeface="Arial" panose="020B0604020202020204" pitchFamily="34" charset="0"/>
                  <a:cs typeface="Arial" panose="020B0604020202020204" pitchFamily="34" charset="0"/>
                </a:rPr>
                <a:t>incompatible </a:t>
              </a:r>
              <a:r>
                <a:rPr lang="en-GB" kern="0" dirty="0">
                  <a:latin typeface="Arial" panose="020B0604020202020204" pitchFamily="34" charset="0"/>
                  <a:cs typeface="Arial" panose="020B0604020202020204" pitchFamily="34" charset="0"/>
                </a:rPr>
                <a:t>with Safety. </a:t>
              </a:r>
            </a:p>
          </p:txBody>
        </p:sp>
        <p:sp>
          <p:nvSpPr>
            <p:cNvPr id="4" name="Trapezoid 3">
              <a:extLst>
                <a:ext uri="{FF2B5EF4-FFF2-40B4-BE49-F238E27FC236}">
                  <a16:creationId xmlns:a16="http://schemas.microsoft.com/office/drawing/2014/main" id="{0B61F0DA-4AAC-E530-52CC-8EACF3BD036E}"/>
                </a:ext>
              </a:extLst>
            </p:cNvPr>
            <p:cNvSpPr/>
            <p:nvPr/>
          </p:nvSpPr>
          <p:spPr>
            <a:xfrm rot="5400000">
              <a:off x="4204374" y="2233800"/>
              <a:ext cx="1390262" cy="2392989"/>
            </a:xfrm>
            <a:prstGeom prst="trapezoid">
              <a:avLst>
                <a:gd name="adj" fmla="val 38690"/>
              </a:avLst>
            </a:prstGeom>
            <a:gradFill>
              <a:gsLst>
                <a:gs pos="50000">
                  <a:srgbClr val="36264E"/>
                </a:gs>
                <a:gs pos="0">
                  <a:srgbClr val="583E7E"/>
                </a:gs>
                <a:gs pos="100000">
                  <a:srgbClr val="36264E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AB5E9F9-0BFA-70D3-F2E9-9C17C88EB500}"/>
              </a:ext>
            </a:extLst>
          </p:cNvPr>
          <p:cNvGrpSpPr/>
          <p:nvPr/>
        </p:nvGrpSpPr>
        <p:grpSpPr>
          <a:xfrm>
            <a:off x="6106050" y="2735162"/>
            <a:ext cx="5470225" cy="1390263"/>
            <a:chOff x="6096002" y="2735162"/>
            <a:chExt cx="5470225" cy="1390263"/>
          </a:xfrm>
        </p:grpSpPr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37D21313-5813-7CB3-A669-7C10EB3ADABE}"/>
                </a:ext>
              </a:extLst>
            </p:cNvPr>
            <p:cNvSpPr/>
            <p:nvPr/>
          </p:nvSpPr>
          <p:spPr>
            <a:xfrm rot="5400000" flipH="1">
              <a:off x="9327812" y="1887008"/>
              <a:ext cx="1390262" cy="308656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7837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kern="0" dirty="0">
                  <a:latin typeface="Arial" panose="020B0604020202020204" pitchFamily="34" charset="0"/>
                  <a:cs typeface="Arial" panose="020B0604020202020204" pitchFamily="34" charset="0"/>
                </a:rPr>
                <a:t>Even the so-called soft drugs can affect your performance, mood and health.</a:t>
              </a:r>
            </a:p>
          </p:txBody>
        </p:sp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CE3E3531-4B78-095E-E93A-49E54A5E6C73}"/>
                </a:ext>
              </a:extLst>
            </p:cNvPr>
            <p:cNvSpPr/>
            <p:nvPr/>
          </p:nvSpPr>
          <p:spPr>
            <a:xfrm rot="16200000" flipH="1">
              <a:off x="6597366" y="2233799"/>
              <a:ext cx="1390262" cy="2392989"/>
            </a:xfrm>
            <a:prstGeom prst="trapezoid">
              <a:avLst>
                <a:gd name="adj" fmla="val 38690"/>
              </a:avLst>
            </a:prstGeom>
            <a:gradFill>
              <a:gsLst>
                <a:gs pos="50000">
                  <a:srgbClr val="472142"/>
                </a:gs>
                <a:gs pos="0">
                  <a:srgbClr val="713368"/>
                </a:gs>
                <a:gs pos="100000">
                  <a:srgbClr val="472142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4A928B7-245A-4A88-E5D8-D855C2A81A24}"/>
              </a:ext>
            </a:extLst>
          </p:cNvPr>
          <p:cNvGrpSpPr/>
          <p:nvPr/>
        </p:nvGrpSpPr>
        <p:grpSpPr>
          <a:xfrm>
            <a:off x="4730422" y="2054666"/>
            <a:ext cx="2751250" cy="2751250"/>
            <a:chOff x="5195592" y="1856784"/>
            <a:chExt cx="1800814" cy="180081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6F55D9F-3DAB-E0B5-BDF7-F5C2686F5230}"/>
                </a:ext>
              </a:extLst>
            </p:cNvPr>
            <p:cNvSpPr/>
            <p:nvPr/>
          </p:nvSpPr>
          <p:spPr>
            <a:xfrm>
              <a:off x="5195592" y="1856784"/>
              <a:ext cx="1800814" cy="1800814"/>
            </a:xfrm>
            <a:prstGeom prst="ellipse">
              <a:avLst/>
            </a:pr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2310150-47B8-E862-34F8-08F3250F00D8}"/>
                </a:ext>
              </a:extLst>
            </p:cNvPr>
            <p:cNvSpPr/>
            <p:nvPr/>
          </p:nvSpPr>
          <p:spPr>
            <a:xfrm>
              <a:off x="5344886" y="2006078"/>
              <a:ext cx="1502227" cy="150222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MY" sz="2400" b="1" dirty="0">
                  <a:solidFill>
                    <a:schemeClr val="tx1"/>
                  </a:solidFill>
                  <a:latin typeface="Daytona Condensed" panose="020B0506030503040204" pitchFamily="34" charset="0"/>
                </a:rPr>
                <a:t>Psychoactive Substances or Drugs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403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18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984DED0-CB4E-7B63-33F0-3B0318634575}"/>
              </a:ext>
            </a:extLst>
          </p:cNvPr>
          <p:cNvGrpSpPr/>
          <p:nvPr/>
        </p:nvGrpSpPr>
        <p:grpSpPr>
          <a:xfrm>
            <a:off x="4863776" y="2975570"/>
            <a:ext cx="4854340" cy="1698171"/>
            <a:chOff x="4093405" y="2996952"/>
            <a:chExt cx="4854340" cy="169817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587FAAB-6889-D7A9-6429-98100BE4F6DD}"/>
                </a:ext>
              </a:extLst>
            </p:cNvPr>
            <p:cNvSpPr/>
            <p:nvPr/>
          </p:nvSpPr>
          <p:spPr>
            <a:xfrm rot="10800000">
              <a:off x="4093405" y="2996952"/>
              <a:ext cx="4854340" cy="1698171"/>
            </a:xfrm>
            <a:custGeom>
              <a:avLst/>
              <a:gdLst>
                <a:gd name="connsiteX0" fmla="*/ 602341 w 4854340"/>
                <a:gd name="connsiteY0" fmla="*/ 0 h 1698171"/>
                <a:gd name="connsiteX1" fmla="*/ 4811488 w 4854340"/>
                <a:gd name="connsiteY1" fmla="*/ 0 h 1698171"/>
                <a:gd name="connsiteX2" fmla="*/ 4854340 w 4854340"/>
                <a:gd name="connsiteY2" fmla="*/ 4320 h 1698171"/>
                <a:gd name="connsiteX3" fmla="*/ 3160489 w 4854340"/>
                <a:gd name="connsiteY3" fmla="*/ 1698171 h 1698171"/>
                <a:gd name="connsiteX4" fmla="*/ 602341 w 4854340"/>
                <a:gd name="connsiteY4" fmla="*/ 1698171 h 1698171"/>
                <a:gd name="connsiteX5" fmla="*/ 0 w 4854340"/>
                <a:gd name="connsiteY5" fmla="*/ 1095830 h 1698171"/>
                <a:gd name="connsiteX6" fmla="*/ 0 w 4854340"/>
                <a:gd name="connsiteY6" fmla="*/ 602341 h 1698171"/>
                <a:gd name="connsiteX7" fmla="*/ 602341 w 4854340"/>
                <a:gd name="connsiteY7" fmla="*/ 0 h 169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4340" h="1698171">
                  <a:moveTo>
                    <a:pt x="602341" y="0"/>
                  </a:moveTo>
                  <a:lnTo>
                    <a:pt x="4811488" y="0"/>
                  </a:lnTo>
                  <a:lnTo>
                    <a:pt x="4854340" y="4320"/>
                  </a:lnTo>
                  <a:lnTo>
                    <a:pt x="3160489" y="1698171"/>
                  </a:lnTo>
                  <a:lnTo>
                    <a:pt x="602341" y="1698171"/>
                  </a:lnTo>
                  <a:cubicBezTo>
                    <a:pt x="269677" y="1698171"/>
                    <a:pt x="0" y="1428494"/>
                    <a:pt x="0" y="1095830"/>
                  </a:cubicBezTo>
                  <a:lnTo>
                    <a:pt x="0" y="602341"/>
                  </a:lnTo>
                  <a:cubicBezTo>
                    <a:pt x="0" y="269677"/>
                    <a:pt x="269677" y="0"/>
                    <a:pt x="602341" y="0"/>
                  </a:cubicBezTo>
                  <a:close/>
                </a:path>
              </a:pathLst>
            </a:custGeom>
            <a:solidFill>
              <a:srgbClr val="D61A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3B2D334-619D-47A7-2F7A-F0B102ADE8D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09976" y="3550805"/>
              <a:ext cx="3456384" cy="58623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None/>
                <a:defRPr/>
              </a:pPr>
              <a:r>
                <a:rPr lang="en-US" sz="18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Longer lists are hard to navigate.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10B3245-F125-7AA7-0409-271C9E73CB37}"/>
              </a:ext>
            </a:extLst>
          </p:cNvPr>
          <p:cNvGrpSpPr/>
          <p:nvPr/>
        </p:nvGrpSpPr>
        <p:grpSpPr>
          <a:xfrm>
            <a:off x="2473883" y="2213278"/>
            <a:ext cx="4854340" cy="1698171"/>
            <a:chOff x="1703512" y="2234660"/>
            <a:chExt cx="4854340" cy="169817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7C0DAB2-60E8-0BE3-9B0F-5398FFFBC1C5}"/>
                </a:ext>
              </a:extLst>
            </p:cNvPr>
            <p:cNvSpPr/>
            <p:nvPr/>
          </p:nvSpPr>
          <p:spPr>
            <a:xfrm>
              <a:off x="1703512" y="2234660"/>
              <a:ext cx="4854340" cy="1698171"/>
            </a:xfrm>
            <a:custGeom>
              <a:avLst/>
              <a:gdLst>
                <a:gd name="connsiteX0" fmla="*/ 602341 w 4854340"/>
                <a:gd name="connsiteY0" fmla="*/ 0 h 1698171"/>
                <a:gd name="connsiteX1" fmla="*/ 4811488 w 4854340"/>
                <a:gd name="connsiteY1" fmla="*/ 0 h 1698171"/>
                <a:gd name="connsiteX2" fmla="*/ 4854340 w 4854340"/>
                <a:gd name="connsiteY2" fmla="*/ 4320 h 1698171"/>
                <a:gd name="connsiteX3" fmla="*/ 3160489 w 4854340"/>
                <a:gd name="connsiteY3" fmla="*/ 1698171 h 1698171"/>
                <a:gd name="connsiteX4" fmla="*/ 602341 w 4854340"/>
                <a:gd name="connsiteY4" fmla="*/ 1698171 h 1698171"/>
                <a:gd name="connsiteX5" fmla="*/ 0 w 4854340"/>
                <a:gd name="connsiteY5" fmla="*/ 1095830 h 1698171"/>
                <a:gd name="connsiteX6" fmla="*/ 0 w 4854340"/>
                <a:gd name="connsiteY6" fmla="*/ 602341 h 1698171"/>
                <a:gd name="connsiteX7" fmla="*/ 602341 w 4854340"/>
                <a:gd name="connsiteY7" fmla="*/ 0 h 1698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4340" h="1698171">
                  <a:moveTo>
                    <a:pt x="602341" y="0"/>
                  </a:moveTo>
                  <a:lnTo>
                    <a:pt x="4811488" y="0"/>
                  </a:lnTo>
                  <a:lnTo>
                    <a:pt x="4854340" y="4320"/>
                  </a:lnTo>
                  <a:lnTo>
                    <a:pt x="3160489" y="1698171"/>
                  </a:lnTo>
                  <a:lnTo>
                    <a:pt x="602341" y="1698171"/>
                  </a:lnTo>
                  <a:cubicBezTo>
                    <a:pt x="269677" y="1698171"/>
                    <a:pt x="0" y="1428494"/>
                    <a:pt x="0" y="1095830"/>
                  </a:cubicBezTo>
                  <a:lnTo>
                    <a:pt x="0" y="602341"/>
                  </a:lnTo>
                  <a:cubicBezTo>
                    <a:pt x="0" y="269677"/>
                    <a:pt x="269677" y="0"/>
                    <a:pt x="602341" y="0"/>
                  </a:cubicBezTo>
                  <a:close/>
                </a:path>
              </a:pathLst>
            </a:custGeom>
            <a:solidFill>
              <a:srgbClr val="3B3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16000" rIns="720000" rtlCol="0" anchor="ctr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AC367556-5CEC-26B0-5B51-DC0B6E0A10E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869245" y="2643066"/>
              <a:ext cx="3681536" cy="88135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spcAft>
                  <a:spcPts val="0"/>
                </a:spcAft>
                <a:buNone/>
                <a:defRPr/>
              </a:pPr>
              <a:r>
                <a:rPr lang="en-US" sz="18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Research suggests that seven items are the maximum that work well in a list. 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532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584807-0577-FB43-AC19-483346370E5A}"/>
              </a:ext>
            </a:extLst>
          </p:cNvPr>
          <p:cNvGrpSpPr/>
          <p:nvPr/>
        </p:nvGrpSpPr>
        <p:grpSpPr>
          <a:xfrm>
            <a:off x="1443781" y="1524947"/>
            <a:ext cx="6148670" cy="3065476"/>
            <a:chOff x="1559496" y="1916832"/>
            <a:chExt cx="6148670" cy="306547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73C1A68-CD6D-827C-F53A-3A2FC26C85CC}"/>
                </a:ext>
              </a:extLst>
            </p:cNvPr>
            <p:cNvSpPr/>
            <p:nvPr/>
          </p:nvSpPr>
          <p:spPr>
            <a:xfrm>
              <a:off x="1559496" y="1916832"/>
              <a:ext cx="6148670" cy="3065476"/>
            </a:xfrm>
            <a:custGeom>
              <a:avLst/>
              <a:gdLst>
                <a:gd name="connsiteX0" fmla="*/ 1005051 w 5424904"/>
                <a:gd name="connsiteY0" fmla="*/ 0 h 3451411"/>
                <a:gd name="connsiteX1" fmla="*/ 5424904 w 5424904"/>
                <a:gd name="connsiteY1" fmla="*/ 0 h 3451411"/>
                <a:gd name="connsiteX2" fmla="*/ 3018896 w 5424904"/>
                <a:gd name="connsiteY2" fmla="*/ 3451411 h 3451411"/>
                <a:gd name="connsiteX3" fmla="*/ 1005051 w 5424904"/>
                <a:gd name="connsiteY3" fmla="*/ 3451411 h 3451411"/>
                <a:gd name="connsiteX4" fmla="*/ 0 w 5424904"/>
                <a:gd name="connsiteY4" fmla="*/ 2446360 h 3451411"/>
                <a:gd name="connsiteX5" fmla="*/ 0 w 5424904"/>
                <a:gd name="connsiteY5" fmla="*/ 1005051 h 3451411"/>
                <a:gd name="connsiteX6" fmla="*/ 1005051 w 5424904"/>
                <a:gd name="connsiteY6" fmla="*/ 0 h 345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4904" h="3451411">
                  <a:moveTo>
                    <a:pt x="1005051" y="0"/>
                  </a:moveTo>
                  <a:lnTo>
                    <a:pt x="5424904" y="0"/>
                  </a:lnTo>
                  <a:lnTo>
                    <a:pt x="3018896" y="3451411"/>
                  </a:lnTo>
                  <a:lnTo>
                    <a:pt x="1005051" y="3451411"/>
                  </a:lnTo>
                  <a:cubicBezTo>
                    <a:pt x="449977" y="3451411"/>
                    <a:pt x="0" y="3001434"/>
                    <a:pt x="0" y="2446360"/>
                  </a:cubicBezTo>
                  <a:lnTo>
                    <a:pt x="0" y="1005051"/>
                  </a:lnTo>
                  <a:cubicBezTo>
                    <a:pt x="0" y="449977"/>
                    <a:pt x="449977" y="0"/>
                    <a:pt x="1005051" y="0"/>
                  </a:cubicBezTo>
                  <a:close/>
                </a:path>
              </a:pathLst>
            </a:custGeom>
            <a:solidFill>
              <a:srgbClr val="7837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2000" rtlCol="0" anchor="ctr">
              <a:noAutofit/>
            </a:bodyPr>
            <a:lstStyle/>
            <a:p>
              <a:endParaRPr lang="en-GB" sz="20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AB2AA2-17D9-0D61-3374-B70C519FBD65}"/>
                </a:ext>
              </a:extLst>
            </p:cNvPr>
            <p:cNvSpPr txBox="1"/>
            <p:nvPr/>
          </p:nvSpPr>
          <p:spPr>
            <a:xfrm>
              <a:off x="1779636" y="2633960"/>
              <a:ext cx="441960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Scientists have recently discovered </a:t>
              </a:r>
            </a:p>
            <a:p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that alcohol is absorbed into the </a:t>
              </a:r>
            </a:p>
            <a:p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fluid of the inner ear and stays </a:t>
              </a:r>
            </a:p>
            <a:p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there after it has gone from the </a:t>
              </a:r>
            </a:p>
            <a:p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blood and brain.</a:t>
              </a:r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6A2D180-BF5D-B6E1-84EE-920D55C58AE9}"/>
              </a:ext>
            </a:extLst>
          </p:cNvPr>
          <p:cNvSpPr/>
          <p:nvPr/>
        </p:nvSpPr>
        <p:spPr>
          <a:xfrm rot="10800000">
            <a:off x="4861493" y="1516067"/>
            <a:ext cx="7392712" cy="3065476"/>
          </a:xfrm>
          <a:custGeom>
            <a:avLst/>
            <a:gdLst>
              <a:gd name="connsiteX0" fmla="*/ 4665705 w 7392712"/>
              <a:gd name="connsiteY0" fmla="*/ 3065476 h 3065476"/>
              <a:gd name="connsiteX1" fmla="*/ 3361130 w 7392712"/>
              <a:gd name="connsiteY1" fmla="*/ 3065476 h 3065476"/>
              <a:gd name="connsiteX2" fmla="*/ 2383182 w 7392712"/>
              <a:gd name="connsiteY2" fmla="*/ 3065476 h 3065476"/>
              <a:gd name="connsiteX3" fmla="*/ 0 w 7392712"/>
              <a:gd name="connsiteY3" fmla="*/ 3065476 h 3065476"/>
              <a:gd name="connsiteX4" fmla="*/ 0 w 7392712"/>
              <a:gd name="connsiteY4" fmla="*/ 0 h 3065476"/>
              <a:gd name="connsiteX5" fmla="*/ 2383182 w 7392712"/>
              <a:gd name="connsiteY5" fmla="*/ 0 h 3065476"/>
              <a:gd name="connsiteX6" fmla="*/ 3361130 w 7392712"/>
              <a:gd name="connsiteY6" fmla="*/ 0 h 3065476"/>
              <a:gd name="connsiteX7" fmla="*/ 7392712 w 7392712"/>
              <a:gd name="connsiteY7" fmla="*/ 0 h 306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92712" h="3065476">
                <a:moveTo>
                  <a:pt x="4665705" y="3065476"/>
                </a:moveTo>
                <a:lnTo>
                  <a:pt x="3361130" y="3065476"/>
                </a:lnTo>
                <a:lnTo>
                  <a:pt x="2383182" y="3065476"/>
                </a:lnTo>
                <a:lnTo>
                  <a:pt x="0" y="3065476"/>
                </a:lnTo>
                <a:lnTo>
                  <a:pt x="0" y="0"/>
                </a:lnTo>
                <a:lnTo>
                  <a:pt x="2383182" y="0"/>
                </a:lnTo>
                <a:lnTo>
                  <a:pt x="3361130" y="0"/>
                </a:lnTo>
                <a:lnTo>
                  <a:pt x="73927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endParaRPr lang="en-MY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7628D69-4C26-EFAB-C576-F86A31A97CAB}"/>
              </a:ext>
            </a:extLst>
          </p:cNvPr>
          <p:cNvSpPr/>
          <p:nvPr/>
        </p:nvSpPr>
        <p:spPr>
          <a:xfrm>
            <a:off x="3513532" y="720403"/>
            <a:ext cx="4932137" cy="5391692"/>
          </a:xfrm>
          <a:prstGeom prst="parallelogram">
            <a:avLst>
              <a:gd name="adj" fmla="val 96918"/>
            </a:avLst>
          </a:prstGeom>
          <a:solidFill>
            <a:schemeClr val="bg1">
              <a:alpha val="73000"/>
            </a:schemeClr>
          </a:solidFill>
          <a:ln>
            <a:noFill/>
          </a:ln>
          <a:effectLst>
            <a:outerShdw blurRad="88900" dist="76200" dir="10800000" algn="r" rotWithShape="0">
              <a:prstClr val="black">
                <a:alpha val="3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18C6D8C-3655-645E-C18F-9B8FEC07CF00}"/>
              </a:ext>
            </a:extLst>
          </p:cNvPr>
          <p:cNvGrpSpPr/>
          <p:nvPr/>
        </p:nvGrpSpPr>
        <p:grpSpPr>
          <a:xfrm>
            <a:off x="4211506" y="2242075"/>
            <a:ext cx="6148670" cy="3065476"/>
            <a:chOff x="4976530" y="1916831"/>
            <a:chExt cx="6148670" cy="306547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6367C7F-8B14-D7CD-D5F9-6F3BB8E86059}"/>
                </a:ext>
              </a:extLst>
            </p:cNvPr>
            <p:cNvSpPr/>
            <p:nvPr/>
          </p:nvSpPr>
          <p:spPr>
            <a:xfrm rot="10800000">
              <a:off x="4976530" y="1916831"/>
              <a:ext cx="6148670" cy="3065476"/>
            </a:xfrm>
            <a:custGeom>
              <a:avLst/>
              <a:gdLst>
                <a:gd name="connsiteX0" fmla="*/ 1005051 w 5424904"/>
                <a:gd name="connsiteY0" fmla="*/ 0 h 3451411"/>
                <a:gd name="connsiteX1" fmla="*/ 5424904 w 5424904"/>
                <a:gd name="connsiteY1" fmla="*/ 0 h 3451411"/>
                <a:gd name="connsiteX2" fmla="*/ 3018896 w 5424904"/>
                <a:gd name="connsiteY2" fmla="*/ 3451411 h 3451411"/>
                <a:gd name="connsiteX3" fmla="*/ 1005051 w 5424904"/>
                <a:gd name="connsiteY3" fmla="*/ 3451411 h 3451411"/>
                <a:gd name="connsiteX4" fmla="*/ 0 w 5424904"/>
                <a:gd name="connsiteY4" fmla="*/ 2446360 h 3451411"/>
                <a:gd name="connsiteX5" fmla="*/ 0 w 5424904"/>
                <a:gd name="connsiteY5" fmla="*/ 1005051 h 3451411"/>
                <a:gd name="connsiteX6" fmla="*/ 1005051 w 5424904"/>
                <a:gd name="connsiteY6" fmla="*/ 0 h 3451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4904" h="3451411">
                  <a:moveTo>
                    <a:pt x="1005051" y="0"/>
                  </a:moveTo>
                  <a:lnTo>
                    <a:pt x="5424904" y="0"/>
                  </a:lnTo>
                  <a:lnTo>
                    <a:pt x="3018896" y="3451411"/>
                  </a:lnTo>
                  <a:lnTo>
                    <a:pt x="1005051" y="3451411"/>
                  </a:lnTo>
                  <a:cubicBezTo>
                    <a:pt x="449977" y="3451411"/>
                    <a:pt x="0" y="3001434"/>
                    <a:pt x="0" y="2446360"/>
                  </a:cubicBezTo>
                  <a:lnTo>
                    <a:pt x="0" y="1005051"/>
                  </a:lnTo>
                  <a:cubicBezTo>
                    <a:pt x="0" y="449977"/>
                    <a:pt x="449977" y="0"/>
                    <a:pt x="1005051" y="0"/>
                  </a:cubicBezTo>
                  <a:close/>
                </a:path>
              </a:pathLst>
            </a:custGeom>
            <a:solidFill>
              <a:srgbClr val="0D46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en-MY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352645-7077-5DFD-11D8-BFDFB9E780D9}"/>
                </a:ext>
              </a:extLst>
            </p:cNvPr>
            <p:cNvSpPr txBox="1"/>
            <p:nvPr/>
          </p:nvSpPr>
          <p:spPr>
            <a:xfrm>
              <a:off x="5465226" y="2510849"/>
              <a:ext cx="5450409" cy="18774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base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Since the inner ear monitors;</a:t>
              </a:r>
            </a:p>
            <a:p>
              <a:pPr algn="r" fontAlgn="base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balance, alcohol there can be </a:t>
              </a:r>
            </a:p>
            <a:p>
              <a:pPr algn="r" fontAlgn="base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responsible for incorrect balance</a:t>
              </a:r>
            </a:p>
            <a:p>
              <a:pPr algn="r" fontAlgn="base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information and possibly spatial </a:t>
              </a:r>
            </a:p>
            <a:p>
              <a:pPr algn="r" fontAlgn="base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en-GB" sz="20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disorientation.</a:t>
              </a:r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3BC0A58-910A-FD4A-F9CA-1F8D10A75A11}"/>
              </a:ext>
            </a:extLst>
          </p:cNvPr>
          <p:cNvSpPr/>
          <p:nvPr/>
        </p:nvSpPr>
        <p:spPr>
          <a:xfrm rot="10800000">
            <a:off x="4175796" y="2119093"/>
            <a:ext cx="7793052" cy="3231482"/>
          </a:xfrm>
          <a:custGeom>
            <a:avLst/>
            <a:gdLst>
              <a:gd name="connsiteX0" fmla="*/ 4665705 w 7392712"/>
              <a:gd name="connsiteY0" fmla="*/ 3065476 h 3065476"/>
              <a:gd name="connsiteX1" fmla="*/ 3361130 w 7392712"/>
              <a:gd name="connsiteY1" fmla="*/ 3065476 h 3065476"/>
              <a:gd name="connsiteX2" fmla="*/ 2383182 w 7392712"/>
              <a:gd name="connsiteY2" fmla="*/ 3065476 h 3065476"/>
              <a:gd name="connsiteX3" fmla="*/ 0 w 7392712"/>
              <a:gd name="connsiteY3" fmla="*/ 3065476 h 3065476"/>
              <a:gd name="connsiteX4" fmla="*/ 0 w 7392712"/>
              <a:gd name="connsiteY4" fmla="*/ 0 h 3065476"/>
              <a:gd name="connsiteX5" fmla="*/ 2383182 w 7392712"/>
              <a:gd name="connsiteY5" fmla="*/ 0 h 3065476"/>
              <a:gd name="connsiteX6" fmla="*/ 3361130 w 7392712"/>
              <a:gd name="connsiteY6" fmla="*/ 0 h 3065476"/>
              <a:gd name="connsiteX7" fmla="*/ 7392712 w 7392712"/>
              <a:gd name="connsiteY7" fmla="*/ 0 h 306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92712" h="3065476">
                <a:moveTo>
                  <a:pt x="4665705" y="3065476"/>
                </a:moveTo>
                <a:lnTo>
                  <a:pt x="3361130" y="3065476"/>
                </a:lnTo>
                <a:lnTo>
                  <a:pt x="2383182" y="3065476"/>
                </a:lnTo>
                <a:lnTo>
                  <a:pt x="0" y="3065476"/>
                </a:lnTo>
                <a:lnTo>
                  <a:pt x="0" y="0"/>
                </a:lnTo>
                <a:lnTo>
                  <a:pt x="2383182" y="0"/>
                </a:lnTo>
                <a:lnTo>
                  <a:pt x="3361130" y="0"/>
                </a:lnTo>
                <a:lnTo>
                  <a:pt x="739271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endParaRPr lang="en-MY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9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xit" presetSubtype="2" fill="hold" grpId="0" nodeType="withEffect">
                                  <p:stCondLst>
                                    <p:cond delay="178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850B6F8F-B16B-B7E1-D45D-3A261F9D221F}"/>
              </a:ext>
            </a:extLst>
          </p:cNvPr>
          <p:cNvSpPr/>
          <p:nvPr/>
        </p:nvSpPr>
        <p:spPr>
          <a:xfrm rot="16200000">
            <a:off x="468029" y="428475"/>
            <a:ext cx="5255193" cy="6000751"/>
          </a:xfrm>
          <a:prstGeom prst="round2SameRect">
            <a:avLst>
              <a:gd name="adj1" fmla="val 11798"/>
              <a:gd name="adj2" fmla="val 0"/>
            </a:avLst>
          </a:prstGeom>
          <a:solidFill>
            <a:srgbClr val="1B3D6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145E85E3-0B1D-2172-5889-BFC8F9130A22}"/>
              </a:ext>
            </a:extLst>
          </p:cNvPr>
          <p:cNvSpPr/>
          <p:nvPr/>
        </p:nvSpPr>
        <p:spPr>
          <a:xfrm rot="5400000" flipH="1">
            <a:off x="6468779" y="428476"/>
            <a:ext cx="5255193" cy="6000752"/>
          </a:xfrm>
          <a:prstGeom prst="round2SameRect">
            <a:avLst>
              <a:gd name="adj1" fmla="val 11798"/>
              <a:gd name="adj2" fmla="val 0"/>
            </a:avLst>
          </a:prstGeom>
          <a:solidFill>
            <a:srgbClr val="0E828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9756B03-912D-28B5-EAEA-561C3B7D50FA}"/>
              </a:ext>
            </a:extLst>
          </p:cNvPr>
          <p:cNvSpPr/>
          <p:nvPr/>
        </p:nvSpPr>
        <p:spPr>
          <a:xfrm>
            <a:off x="4667249" y="2210956"/>
            <a:ext cx="1440674" cy="2857500"/>
          </a:xfrm>
          <a:custGeom>
            <a:avLst/>
            <a:gdLst>
              <a:gd name="connsiteX0" fmla="*/ 836933 w 1440674"/>
              <a:gd name="connsiteY0" fmla="*/ 0 h 2857500"/>
              <a:gd name="connsiteX1" fmla="*/ 1440674 w 1440674"/>
              <a:gd name="connsiteY1" fmla="*/ 0 h 2857500"/>
              <a:gd name="connsiteX2" fmla="*/ 1440674 w 1440674"/>
              <a:gd name="connsiteY2" fmla="*/ 2857500 h 2857500"/>
              <a:gd name="connsiteX3" fmla="*/ 836933 w 1440674"/>
              <a:gd name="connsiteY3" fmla="*/ 2857500 h 2857500"/>
              <a:gd name="connsiteX4" fmla="*/ 0 w 1440674"/>
              <a:gd name="connsiteY4" fmla="*/ 2020567 h 2857500"/>
              <a:gd name="connsiteX5" fmla="*/ 0 w 1440674"/>
              <a:gd name="connsiteY5" fmla="*/ 836933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0674" h="2857500">
                <a:moveTo>
                  <a:pt x="836933" y="0"/>
                </a:moveTo>
                <a:lnTo>
                  <a:pt x="1440674" y="0"/>
                </a:lnTo>
                <a:lnTo>
                  <a:pt x="1440674" y="2857500"/>
                </a:lnTo>
                <a:lnTo>
                  <a:pt x="836933" y="2857500"/>
                </a:lnTo>
                <a:lnTo>
                  <a:pt x="0" y="2020567"/>
                </a:lnTo>
                <a:lnTo>
                  <a:pt x="0" y="8369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8695245-0686-8DF2-9B78-A2BAE51DF18A}"/>
              </a:ext>
            </a:extLst>
          </p:cNvPr>
          <p:cNvSpPr/>
          <p:nvPr/>
        </p:nvSpPr>
        <p:spPr>
          <a:xfrm>
            <a:off x="5132153" y="2675861"/>
            <a:ext cx="975770" cy="1927692"/>
          </a:xfrm>
          <a:custGeom>
            <a:avLst/>
            <a:gdLst>
              <a:gd name="connsiteX0" fmla="*/ 564602 w 975770"/>
              <a:gd name="connsiteY0" fmla="*/ 0 h 1927692"/>
              <a:gd name="connsiteX1" fmla="*/ 975770 w 975770"/>
              <a:gd name="connsiteY1" fmla="*/ 0 h 1927692"/>
              <a:gd name="connsiteX2" fmla="*/ 975770 w 975770"/>
              <a:gd name="connsiteY2" fmla="*/ 1927692 h 1927692"/>
              <a:gd name="connsiteX3" fmla="*/ 564602 w 975770"/>
              <a:gd name="connsiteY3" fmla="*/ 1927692 h 1927692"/>
              <a:gd name="connsiteX4" fmla="*/ 0 w 975770"/>
              <a:gd name="connsiteY4" fmla="*/ 1363090 h 1927692"/>
              <a:gd name="connsiteX5" fmla="*/ 0 w 975770"/>
              <a:gd name="connsiteY5" fmla="*/ 564602 h 1927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5770" h="1927692">
                <a:moveTo>
                  <a:pt x="564602" y="0"/>
                </a:moveTo>
                <a:lnTo>
                  <a:pt x="975770" y="0"/>
                </a:lnTo>
                <a:lnTo>
                  <a:pt x="975770" y="1927692"/>
                </a:lnTo>
                <a:lnTo>
                  <a:pt x="564602" y="1927692"/>
                </a:lnTo>
                <a:lnTo>
                  <a:pt x="0" y="1363090"/>
                </a:lnTo>
                <a:lnTo>
                  <a:pt x="0" y="564602"/>
                </a:lnTo>
                <a:close/>
              </a:path>
            </a:pathLst>
          </a:custGeom>
          <a:solidFill>
            <a:srgbClr val="82A7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3BCE97D-5EE6-6031-5A0A-DEED717ACB1C}"/>
              </a:ext>
            </a:extLst>
          </p:cNvPr>
          <p:cNvSpPr/>
          <p:nvPr/>
        </p:nvSpPr>
        <p:spPr>
          <a:xfrm flipH="1">
            <a:off x="6096811" y="2210956"/>
            <a:ext cx="1440674" cy="2857500"/>
          </a:xfrm>
          <a:custGeom>
            <a:avLst/>
            <a:gdLst>
              <a:gd name="connsiteX0" fmla="*/ 836933 w 1440674"/>
              <a:gd name="connsiteY0" fmla="*/ 0 h 2857500"/>
              <a:gd name="connsiteX1" fmla="*/ 1440674 w 1440674"/>
              <a:gd name="connsiteY1" fmla="*/ 0 h 2857500"/>
              <a:gd name="connsiteX2" fmla="*/ 1440674 w 1440674"/>
              <a:gd name="connsiteY2" fmla="*/ 2857500 h 2857500"/>
              <a:gd name="connsiteX3" fmla="*/ 836933 w 1440674"/>
              <a:gd name="connsiteY3" fmla="*/ 2857500 h 2857500"/>
              <a:gd name="connsiteX4" fmla="*/ 0 w 1440674"/>
              <a:gd name="connsiteY4" fmla="*/ 2020567 h 2857500"/>
              <a:gd name="connsiteX5" fmla="*/ 0 w 1440674"/>
              <a:gd name="connsiteY5" fmla="*/ 836933 h 28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0674" h="2857500">
                <a:moveTo>
                  <a:pt x="836933" y="0"/>
                </a:moveTo>
                <a:lnTo>
                  <a:pt x="1440674" y="0"/>
                </a:lnTo>
                <a:lnTo>
                  <a:pt x="1440674" y="2857500"/>
                </a:lnTo>
                <a:lnTo>
                  <a:pt x="836933" y="2857500"/>
                </a:lnTo>
                <a:lnTo>
                  <a:pt x="0" y="2020567"/>
                </a:lnTo>
                <a:lnTo>
                  <a:pt x="0" y="8369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B58DE34-C236-15A1-7D34-DF3246F12101}"/>
              </a:ext>
            </a:extLst>
          </p:cNvPr>
          <p:cNvSpPr/>
          <p:nvPr/>
        </p:nvSpPr>
        <p:spPr>
          <a:xfrm flipH="1">
            <a:off x="6096811" y="2675861"/>
            <a:ext cx="975770" cy="1927692"/>
          </a:xfrm>
          <a:custGeom>
            <a:avLst/>
            <a:gdLst>
              <a:gd name="connsiteX0" fmla="*/ 564602 w 975770"/>
              <a:gd name="connsiteY0" fmla="*/ 0 h 1927692"/>
              <a:gd name="connsiteX1" fmla="*/ 975770 w 975770"/>
              <a:gd name="connsiteY1" fmla="*/ 0 h 1927692"/>
              <a:gd name="connsiteX2" fmla="*/ 975770 w 975770"/>
              <a:gd name="connsiteY2" fmla="*/ 1927692 h 1927692"/>
              <a:gd name="connsiteX3" fmla="*/ 564602 w 975770"/>
              <a:gd name="connsiteY3" fmla="*/ 1927692 h 1927692"/>
              <a:gd name="connsiteX4" fmla="*/ 0 w 975770"/>
              <a:gd name="connsiteY4" fmla="*/ 1363090 h 1927692"/>
              <a:gd name="connsiteX5" fmla="*/ 0 w 975770"/>
              <a:gd name="connsiteY5" fmla="*/ 564602 h 1927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5770" h="1927692">
                <a:moveTo>
                  <a:pt x="564602" y="0"/>
                </a:moveTo>
                <a:lnTo>
                  <a:pt x="975770" y="0"/>
                </a:lnTo>
                <a:lnTo>
                  <a:pt x="975770" y="1927692"/>
                </a:lnTo>
                <a:lnTo>
                  <a:pt x="564602" y="1927692"/>
                </a:lnTo>
                <a:lnTo>
                  <a:pt x="0" y="1363090"/>
                </a:lnTo>
                <a:lnTo>
                  <a:pt x="0" y="564602"/>
                </a:lnTo>
                <a:close/>
              </a:path>
            </a:pathLst>
          </a:custGeom>
          <a:solidFill>
            <a:srgbClr val="0FB7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5B57B02-149E-92E1-65B7-74BB9444EE16}"/>
              </a:ext>
            </a:extLst>
          </p:cNvPr>
          <p:cNvGrpSpPr/>
          <p:nvPr/>
        </p:nvGrpSpPr>
        <p:grpSpPr>
          <a:xfrm>
            <a:off x="8084127" y="3343131"/>
            <a:ext cx="3178421" cy="646331"/>
            <a:chOff x="8084127" y="3503900"/>
            <a:chExt cx="3178421" cy="64633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977112-C9BB-F28F-05DB-6E84516F566F}"/>
                </a:ext>
              </a:extLst>
            </p:cNvPr>
            <p:cNvSpPr txBox="1"/>
            <p:nvPr/>
          </p:nvSpPr>
          <p:spPr>
            <a:xfrm>
              <a:off x="8581084" y="3503900"/>
              <a:ext cx="2681464" cy="64633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Drink water slowly from a glass</a:t>
              </a:r>
              <a:endParaRPr lang="en-MY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B3DB840-BA42-33D3-1384-45AE614B0E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4127" y="3848300"/>
              <a:ext cx="423129" cy="0"/>
            </a:xfrm>
            <a:prstGeom prst="line">
              <a:avLst/>
            </a:prstGeom>
            <a:ln w="25400"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5276B8-0BB8-ADFB-CE8E-DDD17756A250}"/>
              </a:ext>
            </a:extLst>
          </p:cNvPr>
          <p:cNvGrpSpPr/>
          <p:nvPr/>
        </p:nvGrpSpPr>
        <p:grpSpPr>
          <a:xfrm>
            <a:off x="7450282" y="1881958"/>
            <a:ext cx="3892427" cy="646331"/>
            <a:chOff x="7450282" y="2042727"/>
            <a:chExt cx="3892427" cy="64633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21076AA-ACE7-8402-77E6-52EA40E921B9}"/>
                </a:ext>
              </a:extLst>
            </p:cNvPr>
            <p:cNvSpPr txBox="1"/>
            <p:nvPr/>
          </p:nvSpPr>
          <p:spPr>
            <a:xfrm>
              <a:off x="8268743" y="2042727"/>
              <a:ext cx="3073966" cy="64633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Ask the victim to sit quietly and hold the breath</a:t>
              </a:r>
              <a:endParaRPr lang="en-MY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0094C27-96B9-1F27-A8FF-7C8EE067AFD0}"/>
                </a:ext>
              </a:extLst>
            </p:cNvPr>
            <p:cNvCxnSpPr>
              <a:cxnSpLocks/>
            </p:cNvCxnSpPr>
            <p:nvPr/>
          </p:nvCxnSpPr>
          <p:spPr>
            <a:xfrm>
              <a:off x="7450282" y="2371725"/>
              <a:ext cx="730109" cy="0"/>
            </a:xfrm>
            <a:prstGeom prst="line">
              <a:avLst/>
            </a:prstGeom>
            <a:ln w="25400"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22691D8-32F7-04FC-7B8B-30B89CFFB87E}"/>
              </a:ext>
            </a:extLst>
          </p:cNvPr>
          <p:cNvGrpSpPr/>
          <p:nvPr/>
        </p:nvGrpSpPr>
        <p:grpSpPr>
          <a:xfrm>
            <a:off x="7450282" y="4609816"/>
            <a:ext cx="3790481" cy="923330"/>
            <a:chOff x="7450282" y="4770585"/>
            <a:chExt cx="3790481" cy="923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7519A7-2F56-D9A5-6F22-79D2E24D8631}"/>
                </a:ext>
              </a:extLst>
            </p:cNvPr>
            <p:cNvSpPr txBox="1"/>
            <p:nvPr/>
          </p:nvSpPr>
          <p:spPr>
            <a:xfrm>
              <a:off x="8268743" y="4770585"/>
              <a:ext cx="2972020" cy="92333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Breathe in and out through an airsickness bag covering nose and mouth</a:t>
              </a:r>
              <a:endParaRPr lang="en-MY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D9E6409-27CF-D075-AE91-900FD0AB47ED}"/>
                </a:ext>
              </a:extLst>
            </p:cNvPr>
            <p:cNvCxnSpPr>
              <a:cxnSpLocks/>
            </p:cNvCxnSpPr>
            <p:nvPr/>
          </p:nvCxnSpPr>
          <p:spPr>
            <a:xfrm>
              <a:off x="7450282" y="5229225"/>
              <a:ext cx="730109" cy="0"/>
            </a:xfrm>
            <a:prstGeom prst="line">
              <a:avLst/>
            </a:prstGeom>
            <a:ln w="25400"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E53E0D-A2F0-54E9-1B2D-0F9FE319FFF9}"/>
              </a:ext>
            </a:extLst>
          </p:cNvPr>
          <p:cNvGrpSpPr/>
          <p:nvPr/>
        </p:nvGrpSpPr>
        <p:grpSpPr>
          <a:xfrm>
            <a:off x="888891" y="3333192"/>
            <a:ext cx="3214138" cy="646331"/>
            <a:chOff x="888891" y="3493961"/>
            <a:chExt cx="3214138" cy="6463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0FD2211-0498-9BFB-0D35-40DE45C0384F}"/>
                </a:ext>
              </a:extLst>
            </p:cNvPr>
            <p:cNvSpPr txBox="1"/>
            <p:nvPr/>
          </p:nvSpPr>
          <p:spPr>
            <a:xfrm>
              <a:off x="888891" y="3493961"/>
              <a:ext cx="2681464" cy="646331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pPr algn="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Uncomfortable feeling in the abdomen</a:t>
              </a:r>
              <a:endParaRPr lang="en-MY" dirty="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6A2219F-F050-DDAC-EABC-6BBFB946E284}"/>
                </a:ext>
              </a:extLst>
            </p:cNvPr>
            <p:cNvCxnSpPr>
              <a:cxnSpLocks/>
            </p:cNvCxnSpPr>
            <p:nvPr/>
          </p:nvCxnSpPr>
          <p:spPr>
            <a:xfrm>
              <a:off x="3679900" y="3848300"/>
              <a:ext cx="423129" cy="0"/>
            </a:xfrm>
            <a:prstGeom prst="line">
              <a:avLst/>
            </a:prstGeom>
            <a:ln w="25400">
              <a:solidFill>
                <a:srgbClr val="1B3D66"/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DDDA3CE-5CAD-9954-8C0F-2354698D65E1}"/>
              </a:ext>
            </a:extLst>
          </p:cNvPr>
          <p:cNvGrpSpPr/>
          <p:nvPr/>
        </p:nvGrpSpPr>
        <p:grpSpPr>
          <a:xfrm>
            <a:off x="1241793" y="2010391"/>
            <a:ext cx="3495081" cy="369332"/>
            <a:chOff x="1241793" y="2171160"/>
            <a:chExt cx="3495081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7850B5-8143-6C4C-3E8A-6A272ADF88F6}"/>
                </a:ext>
              </a:extLst>
            </p:cNvPr>
            <p:cNvSpPr txBox="1"/>
            <p:nvPr/>
          </p:nvSpPr>
          <p:spPr>
            <a:xfrm>
              <a:off x="1241793" y="2171160"/>
              <a:ext cx="2681464" cy="369332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pPr algn="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Noisy intake of air</a:t>
              </a:r>
              <a:endParaRPr lang="en-MY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759EEBB-06C0-B6DE-D6AD-C5D5A1C43E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6765" y="2371725"/>
              <a:ext cx="730109" cy="0"/>
            </a:xfrm>
            <a:prstGeom prst="line">
              <a:avLst/>
            </a:prstGeom>
            <a:ln w="25400">
              <a:solidFill>
                <a:srgbClr val="1B3D66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8BFDAB2-07FE-6828-D7F5-A55D86459FD3}"/>
              </a:ext>
            </a:extLst>
          </p:cNvPr>
          <p:cNvGrpSpPr/>
          <p:nvPr/>
        </p:nvGrpSpPr>
        <p:grpSpPr>
          <a:xfrm>
            <a:off x="951237" y="4883790"/>
            <a:ext cx="3785637" cy="369332"/>
            <a:chOff x="951237" y="5044559"/>
            <a:chExt cx="3785637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C74915-63A7-ACF0-81E7-E99E03988D3F}"/>
                </a:ext>
              </a:extLst>
            </p:cNvPr>
            <p:cNvSpPr txBox="1"/>
            <p:nvPr/>
          </p:nvSpPr>
          <p:spPr>
            <a:xfrm>
              <a:off x="951237" y="5044559"/>
              <a:ext cx="2972020" cy="369332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pPr algn="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Stomach pain if prolonged</a:t>
              </a:r>
              <a:endParaRPr lang="en-MY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1AE8585-23CB-15B8-8542-A202245D19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6765" y="5229225"/>
              <a:ext cx="730109" cy="0"/>
            </a:xfrm>
            <a:prstGeom prst="line">
              <a:avLst/>
            </a:prstGeom>
            <a:ln w="25400">
              <a:solidFill>
                <a:srgbClr val="1B3D66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84B528-11F1-5D7C-5D0E-9EA3E49F6486}"/>
              </a:ext>
            </a:extLst>
          </p:cNvPr>
          <p:cNvGrpSpPr/>
          <p:nvPr/>
        </p:nvGrpSpPr>
        <p:grpSpPr>
          <a:xfrm>
            <a:off x="3906790" y="1583350"/>
            <a:ext cx="4391154" cy="4036703"/>
            <a:chOff x="3906790" y="1744119"/>
            <a:chExt cx="4391154" cy="403670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C4AF677-DD1B-0861-08A9-E801BC26288D}"/>
                </a:ext>
              </a:extLst>
            </p:cNvPr>
            <p:cNvGrpSpPr/>
            <p:nvPr/>
          </p:nvGrpSpPr>
          <p:grpSpPr>
            <a:xfrm>
              <a:off x="3906790" y="1744119"/>
              <a:ext cx="4391154" cy="4036703"/>
              <a:chOff x="3906790" y="1744119"/>
              <a:chExt cx="4391154" cy="4036703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11ADA6C-71D2-B0AB-6B9D-5A0F468913DC}"/>
                  </a:ext>
                </a:extLst>
              </p:cNvPr>
              <p:cNvGrpSpPr/>
              <p:nvPr/>
            </p:nvGrpSpPr>
            <p:grpSpPr>
              <a:xfrm>
                <a:off x="3906790" y="1744119"/>
                <a:ext cx="2439822" cy="4036703"/>
                <a:chOff x="3906790" y="1744119"/>
                <a:chExt cx="2439822" cy="4036703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FB8DDD4B-0A15-4F88-E405-ECCC1E0F12E1}"/>
                    </a:ext>
                  </a:extLst>
                </p:cNvPr>
                <p:cNvSpPr/>
                <p:nvPr/>
              </p:nvSpPr>
              <p:spPr>
                <a:xfrm rot="20239991">
                  <a:off x="5580799" y="1744119"/>
                  <a:ext cx="716627" cy="1383170"/>
                </a:xfrm>
                <a:custGeom>
                  <a:avLst/>
                  <a:gdLst>
                    <a:gd name="connsiteX0" fmla="*/ 165943 w 716627"/>
                    <a:gd name="connsiteY0" fmla="*/ 46390 h 1383170"/>
                    <a:gd name="connsiteX1" fmla="*/ 190860 w 716627"/>
                    <a:gd name="connsiteY1" fmla="*/ 59562 h 1383170"/>
                    <a:gd name="connsiteX2" fmla="*/ 184216 w 716627"/>
                    <a:gd name="connsiteY2" fmla="*/ 54385 h 1383170"/>
                    <a:gd name="connsiteX3" fmla="*/ 716627 w 716627"/>
                    <a:gd name="connsiteY3" fmla="*/ 271662 h 1383170"/>
                    <a:gd name="connsiteX4" fmla="*/ 632347 w 716627"/>
                    <a:gd name="connsiteY4" fmla="*/ 473469 h 1383170"/>
                    <a:gd name="connsiteX5" fmla="*/ 619448 w 716627"/>
                    <a:gd name="connsiteY5" fmla="*/ 473418 h 1383170"/>
                    <a:gd name="connsiteX6" fmla="*/ 632347 w 716627"/>
                    <a:gd name="connsiteY6" fmla="*/ 473469 h 1383170"/>
                    <a:gd name="connsiteX7" fmla="*/ 252430 w 716627"/>
                    <a:gd name="connsiteY7" fmla="*/ 1383170 h 1383170"/>
                    <a:gd name="connsiteX8" fmla="*/ 0 w 716627"/>
                    <a:gd name="connsiteY8" fmla="*/ 1277747 h 1383170"/>
                    <a:gd name="connsiteX9" fmla="*/ 0 w 716627"/>
                    <a:gd name="connsiteY9" fmla="*/ 0 h 1383170"/>
                    <a:gd name="connsiteX10" fmla="*/ 19317 w 716627"/>
                    <a:gd name="connsiteY10" fmla="*/ 498 h 1383170"/>
                    <a:gd name="connsiteX11" fmla="*/ 131505 w 716627"/>
                    <a:gd name="connsiteY11" fmla="*/ 28183 h 1383170"/>
                    <a:gd name="connsiteX12" fmla="*/ 139706 w 716627"/>
                    <a:gd name="connsiteY12" fmla="*/ 32520 h 1383170"/>
                    <a:gd name="connsiteX13" fmla="*/ 143350 w 716627"/>
                    <a:gd name="connsiteY13" fmla="*/ 32246 h 1383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716627" h="1383170">
                      <a:moveTo>
                        <a:pt x="165943" y="46390"/>
                      </a:moveTo>
                      <a:lnTo>
                        <a:pt x="190860" y="59562"/>
                      </a:lnTo>
                      <a:lnTo>
                        <a:pt x="184216" y="54385"/>
                      </a:lnTo>
                      <a:close/>
                      <a:moveTo>
                        <a:pt x="716627" y="271662"/>
                      </a:moveTo>
                      <a:lnTo>
                        <a:pt x="632347" y="473469"/>
                      </a:lnTo>
                      <a:lnTo>
                        <a:pt x="619448" y="473418"/>
                      </a:lnTo>
                      <a:lnTo>
                        <a:pt x="632347" y="473469"/>
                      </a:lnTo>
                      <a:lnTo>
                        <a:pt x="252430" y="1383170"/>
                      </a:lnTo>
                      <a:lnTo>
                        <a:pt x="0" y="1277747"/>
                      </a:lnTo>
                      <a:lnTo>
                        <a:pt x="0" y="0"/>
                      </a:lnTo>
                      <a:lnTo>
                        <a:pt x="19317" y="498"/>
                      </a:lnTo>
                      <a:cubicBezTo>
                        <a:pt x="57577" y="4233"/>
                        <a:pt x="95400" y="13463"/>
                        <a:pt x="131505" y="28183"/>
                      </a:cubicBezTo>
                      <a:lnTo>
                        <a:pt x="139706" y="32520"/>
                      </a:lnTo>
                      <a:lnTo>
                        <a:pt x="143350" y="32246"/>
                      </a:lnTo>
                      <a:close/>
                    </a:path>
                  </a:pathLst>
                </a:custGeom>
                <a:solidFill>
                  <a:srgbClr val="CEDEF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EC159B6F-AB23-BCD8-E33E-2E36C7FF275C}"/>
                    </a:ext>
                  </a:extLst>
                </p:cNvPr>
                <p:cNvSpPr/>
                <p:nvPr/>
              </p:nvSpPr>
              <p:spPr>
                <a:xfrm rot="20239991">
                  <a:off x="4255479" y="2162440"/>
                  <a:ext cx="1382140" cy="1476565"/>
                </a:xfrm>
                <a:custGeom>
                  <a:avLst/>
                  <a:gdLst>
                    <a:gd name="connsiteX0" fmla="*/ 1382140 w 1382140"/>
                    <a:gd name="connsiteY0" fmla="*/ 0 h 1476565"/>
                    <a:gd name="connsiteX1" fmla="*/ 1382140 w 1382140"/>
                    <a:gd name="connsiteY1" fmla="*/ 1279479 h 1476565"/>
                    <a:gd name="connsiteX2" fmla="*/ 902386 w 1382140"/>
                    <a:gd name="connsiteY2" fmla="*/ 1476565 h 1476565"/>
                    <a:gd name="connsiteX3" fmla="*/ 0 w 1382140"/>
                    <a:gd name="connsiteY3" fmla="*/ 574178 h 1476565"/>
                    <a:gd name="connsiteX4" fmla="*/ 46746 w 1382140"/>
                    <a:gd name="connsiteY4" fmla="*/ 534016 h 1476565"/>
                    <a:gd name="connsiteX5" fmla="*/ 111200 w 1382140"/>
                    <a:gd name="connsiteY5" fmla="*/ 499358 h 1476565"/>
                    <a:gd name="connsiteX6" fmla="*/ 111198 w 1382140"/>
                    <a:gd name="connsiteY6" fmla="*/ 499359 h 1476565"/>
                    <a:gd name="connsiteX7" fmla="*/ 114874 w 1382140"/>
                    <a:gd name="connsiteY7" fmla="*/ 497382 h 1476565"/>
                    <a:gd name="connsiteX8" fmla="*/ 119327 w 1382140"/>
                    <a:gd name="connsiteY8" fmla="*/ 496019 h 1476565"/>
                    <a:gd name="connsiteX9" fmla="*/ 119328 w 1382140"/>
                    <a:gd name="connsiteY9" fmla="*/ 496019 h 1476565"/>
                    <a:gd name="connsiteX10" fmla="*/ 119333 w 1382140"/>
                    <a:gd name="connsiteY10" fmla="*/ 496018 h 1476565"/>
                    <a:gd name="connsiteX11" fmla="*/ 1254033 w 1382140"/>
                    <a:gd name="connsiteY11" fmla="*/ 29875 h 1476565"/>
                    <a:gd name="connsiteX12" fmla="*/ 1188477 w 1382140"/>
                    <a:gd name="connsiteY12" fmla="*/ 64214 h 1476565"/>
                    <a:gd name="connsiteX13" fmla="*/ 1125597 w 1382140"/>
                    <a:gd name="connsiteY13" fmla="*/ 115380 h 1476565"/>
                    <a:gd name="connsiteX14" fmla="*/ 771127 w 1382140"/>
                    <a:gd name="connsiteY14" fmla="*/ 468507 h 1476565"/>
                    <a:gd name="connsiteX15" fmla="*/ 771128 w 1382140"/>
                    <a:gd name="connsiteY15" fmla="*/ 468507 h 1476565"/>
                    <a:gd name="connsiteX16" fmla="*/ 1125597 w 1382140"/>
                    <a:gd name="connsiteY16" fmla="*/ 115381 h 1476565"/>
                    <a:gd name="connsiteX17" fmla="*/ 1188478 w 1382140"/>
                    <a:gd name="connsiteY17" fmla="*/ 64216 h 1476565"/>
                    <a:gd name="connsiteX18" fmla="*/ 1254033 w 1382140"/>
                    <a:gd name="connsiteY18" fmla="*/ 29875 h 1476565"/>
                    <a:gd name="connsiteX19" fmla="*/ 1262161 w 1382140"/>
                    <a:gd name="connsiteY19" fmla="*/ 26537 h 1476565"/>
                    <a:gd name="connsiteX20" fmla="*/ 1332365 w 1382140"/>
                    <a:gd name="connsiteY20" fmla="*/ 5877 h 1476565"/>
                    <a:gd name="connsiteX21" fmla="*/ 1382140 w 1382140"/>
                    <a:gd name="connsiteY21" fmla="*/ 0 h 14765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382140" h="1476565">
                      <a:moveTo>
                        <a:pt x="1382140" y="0"/>
                      </a:moveTo>
                      <a:lnTo>
                        <a:pt x="1382140" y="1279479"/>
                      </a:lnTo>
                      <a:lnTo>
                        <a:pt x="902386" y="1476565"/>
                      </a:lnTo>
                      <a:lnTo>
                        <a:pt x="0" y="574178"/>
                      </a:lnTo>
                      <a:lnTo>
                        <a:pt x="46746" y="534016"/>
                      </a:lnTo>
                      <a:lnTo>
                        <a:pt x="111200" y="499358"/>
                      </a:lnTo>
                      <a:lnTo>
                        <a:pt x="111198" y="499359"/>
                      </a:lnTo>
                      <a:lnTo>
                        <a:pt x="114874" y="497382"/>
                      </a:lnTo>
                      <a:lnTo>
                        <a:pt x="119327" y="496019"/>
                      </a:lnTo>
                      <a:lnTo>
                        <a:pt x="119328" y="496019"/>
                      </a:lnTo>
                      <a:lnTo>
                        <a:pt x="119333" y="496018"/>
                      </a:lnTo>
                      <a:lnTo>
                        <a:pt x="1254033" y="29875"/>
                      </a:lnTo>
                      <a:lnTo>
                        <a:pt x="1188477" y="64214"/>
                      </a:lnTo>
                      <a:cubicBezTo>
                        <a:pt x="1166258" y="78825"/>
                        <a:pt x="1145171" y="95880"/>
                        <a:pt x="1125597" y="115380"/>
                      </a:cubicBezTo>
                      <a:lnTo>
                        <a:pt x="771127" y="468507"/>
                      </a:lnTo>
                      <a:lnTo>
                        <a:pt x="771128" y="468507"/>
                      </a:lnTo>
                      <a:lnTo>
                        <a:pt x="1125597" y="115381"/>
                      </a:lnTo>
                      <a:cubicBezTo>
                        <a:pt x="1145171" y="95881"/>
                        <a:pt x="1166258" y="78825"/>
                        <a:pt x="1188478" y="64216"/>
                      </a:cubicBezTo>
                      <a:lnTo>
                        <a:pt x="1254033" y="29875"/>
                      </a:lnTo>
                      <a:lnTo>
                        <a:pt x="1262161" y="26537"/>
                      </a:lnTo>
                      <a:lnTo>
                        <a:pt x="1332365" y="5877"/>
                      </a:lnTo>
                      <a:lnTo>
                        <a:pt x="1382140" y="0"/>
                      </a:lnTo>
                      <a:close/>
                    </a:path>
                  </a:pathLst>
                </a:custGeom>
                <a:solidFill>
                  <a:srgbClr val="1B3D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57DBF08-2D43-D328-F728-F29C32AFEFC8}"/>
                    </a:ext>
                  </a:extLst>
                </p:cNvPr>
                <p:cNvSpPr/>
                <p:nvPr/>
              </p:nvSpPr>
              <p:spPr>
                <a:xfrm rot="20239991">
                  <a:off x="3906790" y="2940755"/>
                  <a:ext cx="1478535" cy="1382621"/>
                </a:xfrm>
                <a:custGeom>
                  <a:avLst/>
                  <a:gdLst>
                    <a:gd name="connsiteX0" fmla="*/ 574511 w 1478535"/>
                    <a:gd name="connsiteY0" fmla="*/ 0 h 1382621"/>
                    <a:gd name="connsiteX1" fmla="*/ 1478535 w 1478535"/>
                    <a:gd name="connsiteY1" fmla="*/ 904025 h 1382621"/>
                    <a:gd name="connsiteX2" fmla="*/ 1278660 w 1478535"/>
                    <a:gd name="connsiteY2" fmla="*/ 1382621 h 1382621"/>
                    <a:gd name="connsiteX3" fmla="*/ 11 w 1478535"/>
                    <a:gd name="connsiteY3" fmla="*/ 1382620 h 1382621"/>
                    <a:gd name="connsiteX4" fmla="*/ 0 w 1478535"/>
                    <a:gd name="connsiteY4" fmla="*/ 1382467 h 1382621"/>
                    <a:gd name="connsiteX5" fmla="*/ 16207 w 1478535"/>
                    <a:gd name="connsiteY5" fmla="*/ 1287748 h 1382621"/>
                    <a:gd name="connsiteX6" fmla="*/ 24833 w 1478535"/>
                    <a:gd name="connsiteY6" fmla="*/ 1268032 h 1382621"/>
                    <a:gd name="connsiteX7" fmla="*/ 24931 w 1478535"/>
                    <a:gd name="connsiteY7" fmla="*/ 1258970 h 1382621"/>
                    <a:gd name="connsiteX8" fmla="*/ 512073 w 1478535"/>
                    <a:gd name="connsiteY8" fmla="*/ 92524 h 1382621"/>
                    <a:gd name="connsiteX9" fmla="*/ 517839 w 1478535"/>
                    <a:gd name="connsiteY9" fmla="*/ 87492 h 1382621"/>
                    <a:gd name="connsiteX10" fmla="*/ 525364 w 1478535"/>
                    <a:gd name="connsiteY10" fmla="*/ 68585 h 1382621"/>
                    <a:gd name="connsiteX11" fmla="*/ 574511 w 1478535"/>
                    <a:gd name="connsiteY11" fmla="*/ 0 h 13826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478535" h="1382621">
                      <a:moveTo>
                        <a:pt x="574511" y="0"/>
                      </a:moveTo>
                      <a:lnTo>
                        <a:pt x="1478535" y="904025"/>
                      </a:lnTo>
                      <a:lnTo>
                        <a:pt x="1278660" y="1382621"/>
                      </a:lnTo>
                      <a:lnTo>
                        <a:pt x="11" y="1382620"/>
                      </a:lnTo>
                      <a:lnTo>
                        <a:pt x="0" y="1382467"/>
                      </a:lnTo>
                      <a:cubicBezTo>
                        <a:pt x="1587" y="1350491"/>
                        <a:pt x="6990" y="1318671"/>
                        <a:pt x="16207" y="1287748"/>
                      </a:cubicBezTo>
                      <a:lnTo>
                        <a:pt x="24833" y="1268032"/>
                      </a:lnTo>
                      <a:lnTo>
                        <a:pt x="24931" y="1258970"/>
                      </a:lnTo>
                      <a:lnTo>
                        <a:pt x="512073" y="92524"/>
                      </a:lnTo>
                      <a:lnTo>
                        <a:pt x="517839" y="87492"/>
                      </a:lnTo>
                      <a:lnTo>
                        <a:pt x="525364" y="68585"/>
                      </a:lnTo>
                      <a:lnTo>
                        <a:pt x="574511" y="0"/>
                      </a:lnTo>
                      <a:close/>
                    </a:path>
                  </a:pathLst>
                </a:custGeom>
                <a:solidFill>
                  <a:srgbClr val="1B3D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790D5099-3EC0-4D59-8726-4787E8B7BB6F}"/>
                    </a:ext>
                  </a:extLst>
                </p:cNvPr>
                <p:cNvSpPr/>
                <p:nvPr/>
              </p:nvSpPr>
              <p:spPr>
                <a:xfrm rot="20239991">
                  <a:off x="4460518" y="4258345"/>
                  <a:ext cx="1474170" cy="1383448"/>
                </a:xfrm>
                <a:custGeom>
                  <a:avLst/>
                  <a:gdLst>
                    <a:gd name="connsiteX0" fmla="*/ 1277084 w 1474170"/>
                    <a:gd name="connsiteY0" fmla="*/ 0 h 1383448"/>
                    <a:gd name="connsiteX1" fmla="*/ 1474170 w 1474170"/>
                    <a:gd name="connsiteY1" fmla="*/ 479753 h 1383448"/>
                    <a:gd name="connsiteX2" fmla="*/ 903679 w 1474170"/>
                    <a:gd name="connsiteY2" fmla="*/ 1050245 h 1383448"/>
                    <a:gd name="connsiteX3" fmla="*/ 570475 w 1474170"/>
                    <a:gd name="connsiteY3" fmla="*/ 1383448 h 1383448"/>
                    <a:gd name="connsiteX4" fmla="*/ 531621 w 1474170"/>
                    <a:gd name="connsiteY4" fmla="*/ 1335395 h 1383448"/>
                    <a:gd name="connsiteX5" fmla="*/ 496958 w 1474170"/>
                    <a:gd name="connsiteY5" fmla="*/ 1270929 h 1383448"/>
                    <a:gd name="connsiteX6" fmla="*/ 493630 w 1474170"/>
                    <a:gd name="connsiteY6" fmla="*/ 1262828 h 1383448"/>
                    <a:gd name="connsiteX7" fmla="*/ 493629 w 1474170"/>
                    <a:gd name="connsiteY7" fmla="*/ 1262827 h 1383448"/>
                    <a:gd name="connsiteX8" fmla="*/ 493629 w 1474170"/>
                    <a:gd name="connsiteY8" fmla="*/ 1262827 h 1383448"/>
                    <a:gd name="connsiteX9" fmla="*/ 493629 w 1474170"/>
                    <a:gd name="connsiteY9" fmla="*/ 1262827 h 1383448"/>
                    <a:gd name="connsiteX10" fmla="*/ 27478 w 1474170"/>
                    <a:gd name="connsiteY10" fmla="*/ 128107 h 1383448"/>
                    <a:gd name="connsiteX11" fmla="*/ 27476 w 1474170"/>
                    <a:gd name="connsiteY11" fmla="*/ 128103 h 1383448"/>
                    <a:gd name="connsiteX12" fmla="*/ 27476 w 1474170"/>
                    <a:gd name="connsiteY12" fmla="*/ 128102 h 1383448"/>
                    <a:gd name="connsiteX13" fmla="*/ 25319 w 1474170"/>
                    <a:gd name="connsiteY13" fmla="*/ 123982 h 1383448"/>
                    <a:gd name="connsiteX14" fmla="*/ 24142 w 1474170"/>
                    <a:gd name="connsiteY14" fmla="*/ 119986 h 1383448"/>
                    <a:gd name="connsiteX15" fmla="*/ 24142 w 1474170"/>
                    <a:gd name="connsiteY15" fmla="*/ 119987 h 1383448"/>
                    <a:gd name="connsiteX16" fmla="*/ 24138 w 1474170"/>
                    <a:gd name="connsiteY16" fmla="*/ 119972 h 1383448"/>
                    <a:gd name="connsiteX17" fmla="*/ 18731 w 1474170"/>
                    <a:gd name="connsiteY17" fmla="*/ 106810 h 1383448"/>
                    <a:gd name="connsiteX18" fmla="*/ 18785 w 1474170"/>
                    <a:gd name="connsiteY18" fmla="*/ 101782 h 1383448"/>
                    <a:gd name="connsiteX19" fmla="*/ 3480 w 1474170"/>
                    <a:gd name="connsiteY19" fmla="*/ 49779 h 1383448"/>
                    <a:gd name="connsiteX20" fmla="*/ 0 w 1474170"/>
                    <a:gd name="connsiteY20" fmla="*/ 0 h 1383448"/>
                    <a:gd name="connsiteX21" fmla="*/ 1277084 w 1474170"/>
                    <a:gd name="connsiteY21" fmla="*/ 0 h 1383448"/>
                    <a:gd name="connsiteX22" fmla="*/ 466113 w 1474170"/>
                    <a:gd name="connsiteY22" fmla="*/ 611016 h 1383448"/>
                    <a:gd name="connsiteX23" fmla="*/ 466113 w 1474170"/>
                    <a:gd name="connsiteY23" fmla="*/ 611017 h 1383448"/>
                    <a:gd name="connsiteX24" fmla="*/ 464149 w 1474170"/>
                    <a:gd name="connsiteY24" fmla="*/ 1111361 h 1383448"/>
                    <a:gd name="connsiteX25" fmla="*/ 466113 w 1474170"/>
                    <a:gd name="connsiteY25" fmla="*/ 611016 h 1383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474170" h="1383448">
                      <a:moveTo>
                        <a:pt x="1277084" y="0"/>
                      </a:moveTo>
                      <a:lnTo>
                        <a:pt x="1474170" y="479753"/>
                      </a:lnTo>
                      <a:lnTo>
                        <a:pt x="903679" y="1050245"/>
                      </a:lnTo>
                      <a:lnTo>
                        <a:pt x="570475" y="1383448"/>
                      </a:lnTo>
                      <a:lnTo>
                        <a:pt x="531621" y="1335395"/>
                      </a:lnTo>
                      <a:lnTo>
                        <a:pt x="496958" y="1270929"/>
                      </a:lnTo>
                      <a:lnTo>
                        <a:pt x="493630" y="1262828"/>
                      </a:lnTo>
                      <a:lnTo>
                        <a:pt x="493629" y="1262827"/>
                      </a:lnTo>
                      <a:lnTo>
                        <a:pt x="493629" y="1262827"/>
                      </a:lnTo>
                      <a:lnTo>
                        <a:pt x="493629" y="1262827"/>
                      </a:lnTo>
                      <a:lnTo>
                        <a:pt x="27478" y="128107"/>
                      </a:lnTo>
                      <a:lnTo>
                        <a:pt x="27476" y="128103"/>
                      </a:lnTo>
                      <a:lnTo>
                        <a:pt x="27476" y="128102"/>
                      </a:lnTo>
                      <a:lnTo>
                        <a:pt x="25319" y="123982"/>
                      </a:lnTo>
                      <a:lnTo>
                        <a:pt x="24142" y="119986"/>
                      </a:lnTo>
                      <a:lnTo>
                        <a:pt x="24142" y="119987"/>
                      </a:lnTo>
                      <a:lnTo>
                        <a:pt x="24138" y="119972"/>
                      </a:lnTo>
                      <a:lnTo>
                        <a:pt x="18731" y="106810"/>
                      </a:lnTo>
                      <a:lnTo>
                        <a:pt x="18785" y="101782"/>
                      </a:lnTo>
                      <a:lnTo>
                        <a:pt x="3480" y="49779"/>
                      </a:lnTo>
                      <a:lnTo>
                        <a:pt x="0" y="0"/>
                      </a:lnTo>
                      <a:lnTo>
                        <a:pt x="1277084" y="0"/>
                      </a:lnTo>
                      <a:close/>
                      <a:moveTo>
                        <a:pt x="466113" y="611016"/>
                      </a:moveTo>
                      <a:lnTo>
                        <a:pt x="466113" y="611017"/>
                      </a:lnTo>
                      <a:lnTo>
                        <a:pt x="464149" y="1111361"/>
                      </a:lnTo>
                      <a:lnTo>
                        <a:pt x="466113" y="611016"/>
                      </a:lnTo>
                      <a:close/>
                    </a:path>
                  </a:pathLst>
                </a:custGeom>
                <a:solidFill>
                  <a:srgbClr val="1B3D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A97C564-F551-F961-5DC5-BCE20281B84A}"/>
                    </a:ext>
                  </a:extLst>
                </p:cNvPr>
                <p:cNvSpPr/>
                <p:nvPr/>
              </p:nvSpPr>
              <p:spPr>
                <a:xfrm rot="20239991">
                  <a:off x="5194687" y="4565670"/>
                  <a:ext cx="1151925" cy="1215152"/>
                </a:xfrm>
                <a:custGeom>
                  <a:avLst/>
                  <a:gdLst>
                    <a:gd name="connsiteX0" fmla="*/ 903758 w 1151925"/>
                    <a:gd name="connsiteY0" fmla="*/ 0 h 1215152"/>
                    <a:gd name="connsiteX1" fmla="*/ 1151925 w 1151925"/>
                    <a:gd name="connsiteY1" fmla="*/ 103642 h 1215152"/>
                    <a:gd name="connsiteX2" fmla="*/ 687727 w 1151925"/>
                    <a:gd name="connsiteY2" fmla="*/ 1215152 h 1215152"/>
                    <a:gd name="connsiteX3" fmla="*/ 130476 w 1151925"/>
                    <a:gd name="connsiteY3" fmla="*/ 982428 h 1215152"/>
                    <a:gd name="connsiteX4" fmla="*/ 133057 w 1151925"/>
                    <a:gd name="connsiteY4" fmla="*/ 979843 h 1215152"/>
                    <a:gd name="connsiteX5" fmla="*/ 158924 w 1151925"/>
                    <a:gd name="connsiteY5" fmla="*/ 989235 h 1215152"/>
                    <a:gd name="connsiteX6" fmla="*/ 197807 w 1151925"/>
                    <a:gd name="connsiteY6" fmla="*/ 994287 h 1215152"/>
                    <a:gd name="connsiteX7" fmla="*/ 158925 w 1151925"/>
                    <a:gd name="connsiteY7" fmla="*/ 989234 h 1215152"/>
                    <a:gd name="connsiteX8" fmla="*/ 133702 w 1151925"/>
                    <a:gd name="connsiteY8" fmla="*/ 979197 h 1215152"/>
                    <a:gd name="connsiteX9" fmla="*/ 133057 w 1151925"/>
                    <a:gd name="connsiteY9" fmla="*/ 979843 h 1215152"/>
                    <a:gd name="connsiteX10" fmla="*/ 89920 w 1151925"/>
                    <a:gd name="connsiteY10" fmla="*/ 964179 h 1215152"/>
                    <a:gd name="connsiteX11" fmla="*/ 27504 w 1151925"/>
                    <a:gd name="connsiteY11" fmla="*/ 927479 h 1215152"/>
                    <a:gd name="connsiteX12" fmla="*/ 0 w 1151925"/>
                    <a:gd name="connsiteY12" fmla="*/ 903757 h 1215152"/>
                    <a:gd name="connsiteX13" fmla="*/ 332046 w 1151925"/>
                    <a:gd name="connsiteY13" fmla="*/ 571711 h 1215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151925" h="1215152">
                      <a:moveTo>
                        <a:pt x="903758" y="0"/>
                      </a:moveTo>
                      <a:lnTo>
                        <a:pt x="1151925" y="103642"/>
                      </a:lnTo>
                      <a:lnTo>
                        <a:pt x="687727" y="1215152"/>
                      </a:lnTo>
                      <a:lnTo>
                        <a:pt x="130476" y="982428"/>
                      </a:lnTo>
                      <a:lnTo>
                        <a:pt x="133057" y="979843"/>
                      </a:lnTo>
                      <a:lnTo>
                        <a:pt x="158924" y="989235"/>
                      </a:lnTo>
                      <a:lnTo>
                        <a:pt x="197807" y="994287"/>
                      </a:lnTo>
                      <a:lnTo>
                        <a:pt x="158925" y="989234"/>
                      </a:lnTo>
                      <a:lnTo>
                        <a:pt x="133702" y="979197"/>
                      </a:lnTo>
                      <a:lnTo>
                        <a:pt x="133057" y="979843"/>
                      </a:lnTo>
                      <a:lnTo>
                        <a:pt x="89920" y="964179"/>
                      </a:lnTo>
                      <a:cubicBezTo>
                        <a:pt x="67943" y="953813"/>
                        <a:pt x="47064" y="941506"/>
                        <a:pt x="27504" y="927479"/>
                      </a:cubicBezTo>
                      <a:lnTo>
                        <a:pt x="0" y="903757"/>
                      </a:lnTo>
                      <a:lnTo>
                        <a:pt x="332046" y="571711"/>
                      </a:lnTo>
                      <a:close/>
                    </a:path>
                  </a:pathLst>
                </a:custGeom>
                <a:solidFill>
                  <a:srgbClr val="CEDEF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861DC599-377E-301F-6459-C2F0F48E1FA6}"/>
                  </a:ext>
                </a:extLst>
              </p:cNvPr>
              <p:cNvGrpSpPr/>
              <p:nvPr/>
            </p:nvGrpSpPr>
            <p:grpSpPr>
              <a:xfrm>
                <a:off x="5858122" y="1744119"/>
                <a:ext cx="2439822" cy="4036703"/>
                <a:chOff x="5858122" y="1744119"/>
                <a:chExt cx="2439822" cy="4036703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30022F44-3614-D521-AE6E-86BC7E479664}"/>
                    </a:ext>
                  </a:extLst>
                </p:cNvPr>
                <p:cNvSpPr/>
                <p:nvPr/>
              </p:nvSpPr>
              <p:spPr>
                <a:xfrm rot="1360009" flipH="1">
                  <a:off x="5907308" y="1744119"/>
                  <a:ext cx="716627" cy="1383170"/>
                </a:xfrm>
                <a:custGeom>
                  <a:avLst/>
                  <a:gdLst>
                    <a:gd name="connsiteX0" fmla="*/ 165943 w 716627"/>
                    <a:gd name="connsiteY0" fmla="*/ 46390 h 1383170"/>
                    <a:gd name="connsiteX1" fmla="*/ 190860 w 716627"/>
                    <a:gd name="connsiteY1" fmla="*/ 59562 h 1383170"/>
                    <a:gd name="connsiteX2" fmla="*/ 184216 w 716627"/>
                    <a:gd name="connsiteY2" fmla="*/ 54385 h 1383170"/>
                    <a:gd name="connsiteX3" fmla="*/ 716627 w 716627"/>
                    <a:gd name="connsiteY3" fmla="*/ 271662 h 1383170"/>
                    <a:gd name="connsiteX4" fmla="*/ 632347 w 716627"/>
                    <a:gd name="connsiteY4" fmla="*/ 473469 h 1383170"/>
                    <a:gd name="connsiteX5" fmla="*/ 619448 w 716627"/>
                    <a:gd name="connsiteY5" fmla="*/ 473418 h 1383170"/>
                    <a:gd name="connsiteX6" fmla="*/ 632347 w 716627"/>
                    <a:gd name="connsiteY6" fmla="*/ 473469 h 1383170"/>
                    <a:gd name="connsiteX7" fmla="*/ 252430 w 716627"/>
                    <a:gd name="connsiteY7" fmla="*/ 1383170 h 1383170"/>
                    <a:gd name="connsiteX8" fmla="*/ 0 w 716627"/>
                    <a:gd name="connsiteY8" fmla="*/ 1277747 h 1383170"/>
                    <a:gd name="connsiteX9" fmla="*/ 0 w 716627"/>
                    <a:gd name="connsiteY9" fmla="*/ 0 h 1383170"/>
                    <a:gd name="connsiteX10" fmla="*/ 19317 w 716627"/>
                    <a:gd name="connsiteY10" fmla="*/ 498 h 1383170"/>
                    <a:gd name="connsiteX11" fmla="*/ 131505 w 716627"/>
                    <a:gd name="connsiteY11" fmla="*/ 28183 h 1383170"/>
                    <a:gd name="connsiteX12" fmla="*/ 139706 w 716627"/>
                    <a:gd name="connsiteY12" fmla="*/ 32520 h 1383170"/>
                    <a:gd name="connsiteX13" fmla="*/ 143350 w 716627"/>
                    <a:gd name="connsiteY13" fmla="*/ 32246 h 1383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716627" h="1383170">
                      <a:moveTo>
                        <a:pt x="165943" y="46390"/>
                      </a:moveTo>
                      <a:lnTo>
                        <a:pt x="190860" y="59562"/>
                      </a:lnTo>
                      <a:lnTo>
                        <a:pt x="184216" y="54385"/>
                      </a:lnTo>
                      <a:close/>
                      <a:moveTo>
                        <a:pt x="716627" y="271662"/>
                      </a:moveTo>
                      <a:lnTo>
                        <a:pt x="632347" y="473469"/>
                      </a:lnTo>
                      <a:lnTo>
                        <a:pt x="619448" y="473418"/>
                      </a:lnTo>
                      <a:lnTo>
                        <a:pt x="632347" y="473469"/>
                      </a:lnTo>
                      <a:lnTo>
                        <a:pt x="252430" y="1383170"/>
                      </a:lnTo>
                      <a:lnTo>
                        <a:pt x="0" y="1277747"/>
                      </a:lnTo>
                      <a:lnTo>
                        <a:pt x="0" y="0"/>
                      </a:lnTo>
                      <a:lnTo>
                        <a:pt x="19317" y="498"/>
                      </a:lnTo>
                      <a:cubicBezTo>
                        <a:pt x="57577" y="4233"/>
                        <a:pt x="95400" y="13463"/>
                        <a:pt x="131505" y="28183"/>
                      </a:cubicBezTo>
                      <a:lnTo>
                        <a:pt x="139706" y="32520"/>
                      </a:lnTo>
                      <a:lnTo>
                        <a:pt x="143350" y="32246"/>
                      </a:lnTo>
                      <a:close/>
                    </a:path>
                  </a:pathLst>
                </a:custGeom>
                <a:solidFill>
                  <a:srgbClr val="C7F4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E9EE555F-B810-89BA-9822-79B6742D4B41}"/>
                    </a:ext>
                  </a:extLst>
                </p:cNvPr>
                <p:cNvSpPr/>
                <p:nvPr/>
              </p:nvSpPr>
              <p:spPr>
                <a:xfrm rot="1360009" flipH="1">
                  <a:off x="6567115" y="2162440"/>
                  <a:ext cx="1382140" cy="1476565"/>
                </a:xfrm>
                <a:custGeom>
                  <a:avLst/>
                  <a:gdLst>
                    <a:gd name="connsiteX0" fmla="*/ 1382140 w 1382140"/>
                    <a:gd name="connsiteY0" fmla="*/ 0 h 1476565"/>
                    <a:gd name="connsiteX1" fmla="*/ 1382140 w 1382140"/>
                    <a:gd name="connsiteY1" fmla="*/ 1279479 h 1476565"/>
                    <a:gd name="connsiteX2" fmla="*/ 902386 w 1382140"/>
                    <a:gd name="connsiteY2" fmla="*/ 1476565 h 1476565"/>
                    <a:gd name="connsiteX3" fmla="*/ 0 w 1382140"/>
                    <a:gd name="connsiteY3" fmla="*/ 574178 h 1476565"/>
                    <a:gd name="connsiteX4" fmla="*/ 46746 w 1382140"/>
                    <a:gd name="connsiteY4" fmla="*/ 534016 h 1476565"/>
                    <a:gd name="connsiteX5" fmla="*/ 111200 w 1382140"/>
                    <a:gd name="connsiteY5" fmla="*/ 499358 h 1476565"/>
                    <a:gd name="connsiteX6" fmla="*/ 111198 w 1382140"/>
                    <a:gd name="connsiteY6" fmla="*/ 499359 h 1476565"/>
                    <a:gd name="connsiteX7" fmla="*/ 114874 w 1382140"/>
                    <a:gd name="connsiteY7" fmla="*/ 497382 h 1476565"/>
                    <a:gd name="connsiteX8" fmla="*/ 119327 w 1382140"/>
                    <a:gd name="connsiteY8" fmla="*/ 496019 h 1476565"/>
                    <a:gd name="connsiteX9" fmla="*/ 119328 w 1382140"/>
                    <a:gd name="connsiteY9" fmla="*/ 496019 h 1476565"/>
                    <a:gd name="connsiteX10" fmla="*/ 119333 w 1382140"/>
                    <a:gd name="connsiteY10" fmla="*/ 496018 h 1476565"/>
                    <a:gd name="connsiteX11" fmla="*/ 1254033 w 1382140"/>
                    <a:gd name="connsiteY11" fmla="*/ 29875 h 1476565"/>
                    <a:gd name="connsiteX12" fmla="*/ 1188477 w 1382140"/>
                    <a:gd name="connsiteY12" fmla="*/ 64214 h 1476565"/>
                    <a:gd name="connsiteX13" fmla="*/ 1125597 w 1382140"/>
                    <a:gd name="connsiteY13" fmla="*/ 115380 h 1476565"/>
                    <a:gd name="connsiteX14" fmla="*/ 771127 w 1382140"/>
                    <a:gd name="connsiteY14" fmla="*/ 468507 h 1476565"/>
                    <a:gd name="connsiteX15" fmla="*/ 771128 w 1382140"/>
                    <a:gd name="connsiteY15" fmla="*/ 468507 h 1476565"/>
                    <a:gd name="connsiteX16" fmla="*/ 1125597 w 1382140"/>
                    <a:gd name="connsiteY16" fmla="*/ 115381 h 1476565"/>
                    <a:gd name="connsiteX17" fmla="*/ 1188478 w 1382140"/>
                    <a:gd name="connsiteY17" fmla="*/ 64216 h 1476565"/>
                    <a:gd name="connsiteX18" fmla="*/ 1254033 w 1382140"/>
                    <a:gd name="connsiteY18" fmla="*/ 29875 h 1476565"/>
                    <a:gd name="connsiteX19" fmla="*/ 1262161 w 1382140"/>
                    <a:gd name="connsiteY19" fmla="*/ 26537 h 1476565"/>
                    <a:gd name="connsiteX20" fmla="*/ 1332365 w 1382140"/>
                    <a:gd name="connsiteY20" fmla="*/ 5877 h 1476565"/>
                    <a:gd name="connsiteX21" fmla="*/ 1382140 w 1382140"/>
                    <a:gd name="connsiteY21" fmla="*/ 0 h 14765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382140" h="1476565">
                      <a:moveTo>
                        <a:pt x="1382140" y="0"/>
                      </a:moveTo>
                      <a:lnTo>
                        <a:pt x="1382140" y="1279479"/>
                      </a:lnTo>
                      <a:lnTo>
                        <a:pt x="902386" y="1476565"/>
                      </a:lnTo>
                      <a:lnTo>
                        <a:pt x="0" y="574178"/>
                      </a:lnTo>
                      <a:lnTo>
                        <a:pt x="46746" y="534016"/>
                      </a:lnTo>
                      <a:lnTo>
                        <a:pt x="111200" y="499358"/>
                      </a:lnTo>
                      <a:lnTo>
                        <a:pt x="111198" y="499359"/>
                      </a:lnTo>
                      <a:lnTo>
                        <a:pt x="114874" y="497382"/>
                      </a:lnTo>
                      <a:lnTo>
                        <a:pt x="119327" y="496019"/>
                      </a:lnTo>
                      <a:lnTo>
                        <a:pt x="119328" y="496019"/>
                      </a:lnTo>
                      <a:lnTo>
                        <a:pt x="119333" y="496018"/>
                      </a:lnTo>
                      <a:lnTo>
                        <a:pt x="1254033" y="29875"/>
                      </a:lnTo>
                      <a:lnTo>
                        <a:pt x="1188477" y="64214"/>
                      </a:lnTo>
                      <a:cubicBezTo>
                        <a:pt x="1166258" y="78825"/>
                        <a:pt x="1145171" y="95880"/>
                        <a:pt x="1125597" y="115380"/>
                      </a:cubicBezTo>
                      <a:lnTo>
                        <a:pt x="771127" y="468507"/>
                      </a:lnTo>
                      <a:lnTo>
                        <a:pt x="771128" y="468507"/>
                      </a:lnTo>
                      <a:lnTo>
                        <a:pt x="1125597" y="115381"/>
                      </a:lnTo>
                      <a:cubicBezTo>
                        <a:pt x="1145171" y="95881"/>
                        <a:pt x="1166258" y="78825"/>
                        <a:pt x="1188478" y="64216"/>
                      </a:cubicBezTo>
                      <a:lnTo>
                        <a:pt x="1254033" y="29875"/>
                      </a:lnTo>
                      <a:lnTo>
                        <a:pt x="1262161" y="26537"/>
                      </a:lnTo>
                      <a:lnTo>
                        <a:pt x="1332365" y="5877"/>
                      </a:lnTo>
                      <a:lnTo>
                        <a:pt x="1382140" y="0"/>
                      </a:lnTo>
                      <a:close/>
                    </a:path>
                  </a:pathLst>
                </a:custGeom>
                <a:solidFill>
                  <a:srgbClr val="0E828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09A185EB-7947-7F31-308F-D10CA7BD42B9}"/>
                    </a:ext>
                  </a:extLst>
                </p:cNvPr>
                <p:cNvSpPr/>
                <p:nvPr/>
              </p:nvSpPr>
              <p:spPr>
                <a:xfrm rot="1360009" flipH="1">
                  <a:off x="6819409" y="2940755"/>
                  <a:ext cx="1478535" cy="1382621"/>
                </a:xfrm>
                <a:custGeom>
                  <a:avLst/>
                  <a:gdLst>
                    <a:gd name="connsiteX0" fmla="*/ 574511 w 1478535"/>
                    <a:gd name="connsiteY0" fmla="*/ 0 h 1382621"/>
                    <a:gd name="connsiteX1" fmla="*/ 1478535 w 1478535"/>
                    <a:gd name="connsiteY1" fmla="*/ 904025 h 1382621"/>
                    <a:gd name="connsiteX2" fmla="*/ 1278660 w 1478535"/>
                    <a:gd name="connsiteY2" fmla="*/ 1382621 h 1382621"/>
                    <a:gd name="connsiteX3" fmla="*/ 11 w 1478535"/>
                    <a:gd name="connsiteY3" fmla="*/ 1382620 h 1382621"/>
                    <a:gd name="connsiteX4" fmla="*/ 0 w 1478535"/>
                    <a:gd name="connsiteY4" fmla="*/ 1382467 h 1382621"/>
                    <a:gd name="connsiteX5" fmla="*/ 16207 w 1478535"/>
                    <a:gd name="connsiteY5" fmla="*/ 1287748 h 1382621"/>
                    <a:gd name="connsiteX6" fmla="*/ 24833 w 1478535"/>
                    <a:gd name="connsiteY6" fmla="*/ 1268032 h 1382621"/>
                    <a:gd name="connsiteX7" fmla="*/ 24931 w 1478535"/>
                    <a:gd name="connsiteY7" fmla="*/ 1258970 h 1382621"/>
                    <a:gd name="connsiteX8" fmla="*/ 512073 w 1478535"/>
                    <a:gd name="connsiteY8" fmla="*/ 92524 h 1382621"/>
                    <a:gd name="connsiteX9" fmla="*/ 517839 w 1478535"/>
                    <a:gd name="connsiteY9" fmla="*/ 87492 h 1382621"/>
                    <a:gd name="connsiteX10" fmla="*/ 525364 w 1478535"/>
                    <a:gd name="connsiteY10" fmla="*/ 68585 h 1382621"/>
                    <a:gd name="connsiteX11" fmla="*/ 574511 w 1478535"/>
                    <a:gd name="connsiteY11" fmla="*/ 0 h 13826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478535" h="1382621">
                      <a:moveTo>
                        <a:pt x="574511" y="0"/>
                      </a:moveTo>
                      <a:lnTo>
                        <a:pt x="1478535" y="904025"/>
                      </a:lnTo>
                      <a:lnTo>
                        <a:pt x="1278660" y="1382621"/>
                      </a:lnTo>
                      <a:lnTo>
                        <a:pt x="11" y="1382620"/>
                      </a:lnTo>
                      <a:lnTo>
                        <a:pt x="0" y="1382467"/>
                      </a:lnTo>
                      <a:cubicBezTo>
                        <a:pt x="1587" y="1350491"/>
                        <a:pt x="6990" y="1318671"/>
                        <a:pt x="16207" y="1287748"/>
                      </a:cubicBezTo>
                      <a:lnTo>
                        <a:pt x="24833" y="1268032"/>
                      </a:lnTo>
                      <a:lnTo>
                        <a:pt x="24931" y="1258970"/>
                      </a:lnTo>
                      <a:lnTo>
                        <a:pt x="512073" y="92524"/>
                      </a:lnTo>
                      <a:lnTo>
                        <a:pt x="517839" y="87492"/>
                      </a:lnTo>
                      <a:lnTo>
                        <a:pt x="525364" y="68585"/>
                      </a:lnTo>
                      <a:lnTo>
                        <a:pt x="574511" y="0"/>
                      </a:lnTo>
                      <a:close/>
                    </a:path>
                  </a:pathLst>
                </a:custGeom>
                <a:solidFill>
                  <a:srgbClr val="0E828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FD8EBA7-CB8B-7B2E-6DB4-F61E9A9FAFEC}"/>
                    </a:ext>
                  </a:extLst>
                </p:cNvPr>
                <p:cNvSpPr/>
                <p:nvPr/>
              </p:nvSpPr>
              <p:spPr>
                <a:xfrm rot="1360009" flipH="1">
                  <a:off x="6270046" y="4258345"/>
                  <a:ext cx="1474170" cy="1383448"/>
                </a:xfrm>
                <a:custGeom>
                  <a:avLst/>
                  <a:gdLst>
                    <a:gd name="connsiteX0" fmla="*/ 1277084 w 1474170"/>
                    <a:gd name="connsiteY0" fmla="*/ 0 h 1383448"/>
                    <a:gd name="connsiteX1" fmla="*/ 1474170 w 1474170"/>
                    <a:gd name="connsiteY1" fmla="*/ 479753 h 1383448"/>
                    <a:gd name="connsiteX2" fmla="*/ 903679 w 1474170"/>
                    <a:gd name="connsiteY2" fmla="*/ 1050245 h 1383448"/>
                    <a:gd name="connsiteX3" fmla="*/ 570475 w 1474170"/>
                    <a:gd name="connsiteY3" fmla="*/ 1383448 h 1383448"/>
                    <a:gd name="connsiteX4" fmla="*/ 531621 w 1474170"/>
                    <a:gd name="connsiteY4" fmla="*/ 1335395 h 1383448"/>
                    <a:gd name="connsiteX5" fmla="*/ 496958 w 1474170"/>
                    <a:gd name="connsiteY5" fmla="*/ 1270929 h 1383448"/>
                    <a:gd name="connsiteX6" fmla="*/ 493630 w 1474170"/>
                    <a:gd name="connsiteY6" fmla="*/ 1262828 h 1383448"/>
                    <a:gd name="connsiteX7" fmla="*/ 493629 w 1474170"/>
                    <a:gd name="connsiteY7" fmla="*/ 1262827 h 1383448"/>
                    <a:gd name="connsiteX8" fmla="*/ 493629 w 1474170"/>
                    <a:gd name="connsiteY8" fmla="*/ 1262827 h 1383448"/>
                    <a:gd name="connsiteX9" fmla="*/ 493629 w 1474170"/>
                    <a:gd name="connsiteY9" fmla="*/ 1262827 h 1383448"/>
                    <a:gd name="connsiteX10" fmla="*/ 27478 w 1474170"/>
                    <a:gd name="connsiteY10" fmla="*/ 128107 h 1383448"/>
                    <a:gd name="connsiteX11" fmla="*/ 27476 w 1474170"/>
                    <a:gd name="connsiteY11" fmla="*/ 128103 h 1383448"/>
                    <a:gd name="connsiteX12" fmla="*/ 27476 w 1474170"/>
                    <a:gd name="connsiteY12" fmla="*/ 128102 h 1383448"/>
                    <a:gd name="connsiteX13" fmla="*/ 25319 w 1474170"/>
                    <a:gd name="connsiteY13" fmla="*/ 123982 h 1383448"/>
                    <a:gd name="connsiteX14" fmla="*/ 24142 w 1474170"/>
                    <a:gd name="connsiteY14" fmla="*/ 119986 h 1383448"/>
                    <a:gd name="connsiteX15" fmla="*/ 24142 w 1474170"/>
                    <a:gd name="connsiteY15" fmla="*/ 119987 h 1383448"/>
                    <a:gd name="connsiteX16" fmla="*/ 24138 w 1474170"/>
                    <a:gd name="connsiteY16" fmla="*/ 119972 h 1383448"/>
                    <a:gd name="connsiteX17" fmla="*/ 18731 w 1474170"/>
                    <a:gd name="connsiteY17" fmla="*/ 106810 h 1383448"/>
                    <a:gd name="connsiteX18" fmla="*/ 18785 w 1474170"/>
                    <a:gd name="connsiteY18" fmla="*/ 101782 h 1383448"/>
                    <a:gd name="connsiteX19" fmla="*/ 3480 w 1474170"/>
                    <a:gd name="connsiteY19" fmla="*/ 49779 h 1383448"/>
                    <a:gd name="connsiteX20" fmla="*/ 0 w 1474170"/>
                    <a:gd name="connsiteY20" fmla="*/ 0 h 1383448"/>
                    <a:gd name="connsiteX21" fmla="*/ 1277084 w 1474170"/>
                    <a:gd name="connsiteY21" fmla="*/ 0 h 1383448"/>
                    <a:gd name="connsiteX22" fmla="*/ 466113 w 1474170"/>
                    <a:gd name="connsiteY22" fmla="*/ 611016 h 1383448"/>
                    <a:gd name="connsiteX23" fmla="*/ 466113 w 1474170"/>
                    <a:gd name="connsiteY23" fmla="*/ 611017 h 1383448"/>
                    <a:gd name="connsiteX24" fmla="*/ 464149 w 1474170"/>
                    <a:gd name="connsiteY24" fmla="*/ 1111361 h 1383448"/>
                    <a:gd name="connsiteX25" fmla="*/ 466113 w 1474170"/>
                    <a:gd name="connsiteY25" fmla="*/ 611016 h 1383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474170" h="1383448">
                      <a:moveTo>
                        <a:pt x="1277084" y="0"/>
                      </a:moveTo>
                      <a:lnTo>
                        <a:pt x="1474170" y="479753"/>
                      </a:lnTo>
                      <a:lnTo>
                        <a:pt x="903679" y="1050245"/>
                      </a:lnTo>
                      <a:lnTo>
                        <a:pt x="570475" y="1383448"/>
                      </a:lnTo>
                      <a:lnTo>
                        <a:pt x="531621" y="1335395"/>
                      </a:lnTo>
                      <a:lnTo>
                        <a:pt x="496958" y="1270929"/>
                      </a:lnTo>
                      <a:lnTo>
                        <a:pt x="493630" y="1262828"/>
                      </a:lnTo>
                      <a:lnTo>
                        <a:pt x="493629" y="1262827"/>
                      </a:lnTo>
                      <a:lnTo>
                        <a:pt x="493629" y="1262827"/>
                      </a:lnTo>
                      <a:lnTo>
                        <a:pt x="493629" y="1262827"/>
                      </a:lnTo>
                      <a:lnTo>
                        <a:pt x="27478" y="128107"/>
                      </a:lnTo>
                      <a:lnTo>
                        <a:pt x="27476" y="128103"/>
                      </a:lnTo>
                      <a:lnTo>
                        <a:pt x="27476" y="128102"/>
                      </a:lnTo>
                      <a:lnTo>
                        <a:pt x="25319" y="123982"/>
                      </a:lnTo>
                      <a:lnTo>
                        <a:pt x="24142" y="119986"/>
                      </a:lnTo>
                      <a:lnTo>
                        <a:pt x="24142" y="119987"/>
                      </a:lnTo>
                      <a:lnTo>
                        <a:pt x="24138" y="119972"/>
                      </a:lnTo>
                      <a:lnTo>
                        <a:pt x="18731" y="106810"/>
                      </a:lnTo>
                      <a:lnTo>
                        <a:pt x="18785" y="101782"/>
                      </a:lnTo>
                      <a:lnTo>
                        <a:pt x="3480" y="49779"/>
                      </a:lnTo>
                      <a:lnTo>
                        <a:pt x="0" y="0"/>
                      </a:lnTo>
                      <a:lnTo>
                        <a:pt x="1277084" y="0"/>
                      </a:lnTo>
                      <a:close/>
                      <a:moveTo>
                        <a:pt x="466113" y="611016"/>
                      </a:moveTo>
                      <a:lnTo>
                        <a:pt x="466113" y="611017"/>
                      </a:lnTo>
                      <a:lnTo>
                        <a:pt x="464149" y="1111361"/>
                      </a:lnTo>
                      <a:lnTo>
                        <a:pt x="466113" y="611016"/>
                      </a:lnTo>
                      <a:close/>
                    </a:path>
                  </a:pathLst>
                </a:custGeom>
                <a:solidFill>
                  <a:srgbClr val="0E828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B042F2B3-3DB0-DAE9-544E-AD13C4B7E988}"/>
                    </a:ext>
                  </a:extLst>
                </p:cNvPr>
                <p:cNvSpPr/>
                <p:nvPr/>
              </p:nvSpPr>
              <p:spPr>
                <a:xfrm rot="1360009" flipH="1">
                  <a:off x="5858122" y="4565670"/>
                  <a:ext cx="1151925" cy="1215152"/>
                </a:xfrm>
                <a:custGeom>
                  <a:avLst/>
                  <a:gdLst>
                    <a:gd name="connsiteX0" fmla="*/ 903758 w 1151925"/>
                    <a:gd name="connsiteY0" fmla="*/ 0 h 1215152"/>
                    <a:gd name="connsiteX1" fmla="*/ 1151925 w 1151925"/>
                    <a:gd name="connsiteY1" fmla="*/ 103642 h 1215152"/>
                    <a:gd name="connsiteX2" fmla="*/ 687727 w 1151925"/>
                    <a:gd name="connsiteY2" fmla="*/ 1215152 h 1215152"/>
                    <a:gd name="connsiteX3" fmla="*/ 130476 w 1151925"/>
                    <a:gd name="connsiteY3" fmla="*/ 982428 h 1215152"/>
                    <a:gd name="connsiteX4" fmla="*/ 133057 w 1151925"/>
                    <a:gd name="connsiteY4" fmla="*/ 979843 h 1215152"/>
                    <a:gd name="connsiteX5" fmla="*/ 158924 w 1151925"/>
                    <a:gd name="connsiteY5" fmla="*/ 989235 h 1215152"/>
                    <a:gd name="connsiteX6" fmla="*/ 197807 w 1151925"/>
                    <a:gd name="connsiteY6" fmla="*/ 994287 h 1215152"/>
                    <a:gd name="connsiteX7" fmla="*/ 158925 w 1151925"/>
                    <a:gd name="connsiteY7" fmla="*/ 989234 h 1215152"/>
                    <a:gd name="connsiteX8" fmla="*/ 133702 w 1151925"/>
                    <a:gd name="connsiteY8" fmla="*/ 979197 h 1215152"/>
                    <a:gd name="connsiteX9" fmla="*/ 133057 w 1151925"/>
                    <a:gd name="connsiteY9" fmla="*/ 979843 h 1215152"/>
                    <a:gd name="connsiteX10" fmla="*/ 89920 w 1151925"/>
                    <a:gd name="connsiteY10" fmla="*/ 964179 h 1215152"/>
                    <a:gd name="connsiteX11" fmla="*/ 27504 w 1151925"/>
                    <a:gd name="connsiteY11" fmla="*/ 927479 h 1215152"/>
                    <a:gd name="connsiteX12" fmla="*/ 0 w 1151925"/>
                    <a:gd name="connsiteY12" fmla="*/ 903757 h 1215152"/>
                    <a:gd name="connsiteX13" fmla="*/ 332046 w 1151925"/>
                    <a:gd name="connsiteY13" fmla="*/ 571711 h 1215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151925" h="1215152">
                      <a:moveTo>
                        <a:pt x="903758" y="0"/>
                      </a:moveTo>
                      <a:lnTo>
                        <a:pt x="1151925" y="103642"/>
                      </a:lnTo>
                      <a:lnTo>
                        <a:pt x="687727" y="1215152"/>
                      </a:lnTo>
                      <a:lnTo>
                        <a:pt x="130476" y="982428"/>
                      </a:lnTo>
                      <a:lnTo>
                        <a:pt x="133057" y="979843"/>
                      </a:lnTo>
                      <a:lnTo>
                        <a:pt x="158924" y="989235"/>
                      </a:lnTo>
                      <a:lnTo>
                        <a:pt x="197807" y="994287"/>
                      </a:lnTo>
                      <a:lnTo>
                        <a:pt x="158925" y="989234"/>
                      </a:lnTo>
                      <a:lnTo>
                        <a:pt x="133702" y="979197"/>
                      </a:lnTo>
                      <a:lnTo>
                        <a:pt x="133057" y="979843"/>
                      </a:lnTo>
                      <a:lnTo>
                        <a:pt x="89920" y="964179"/>
                      </a:lnTo>
                      <a:cubicBezTo>
                        <a:pt x="67943" y="953813"/>
                        <a:pt x="47064" y="941506"/>
                        <a:pt x="27504" y="927479"/>
                      </a:cubicBezTo>
                      <a:lnTo>
                        <a:pt x="0" y="903757"/>
                      </a:lnTo>
                      <a:lnTo>
                        <a:pt x="332046" y="571711"/>
                      </a:lnTo>
                      <a:close/>
                    </a:path>
                  </a:pathLst>
                </a:custGeom>
                <a:solidFill>
                  <a:srgbClr val="C7F4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MY"/>
                </a:p>
              </p:txBody>
            </p:sp>
          </p:grpSp>
        </p:grpSp>
        <p:sp>
          <p:nvSpPr>
            <p:cNvPr id="28" name="Octagon 27">
              <a:extLst>
                <a:ext uri="{FF2B5EF4-FFF2-40B4-BE49-F238E27FC236}">
                  <a16:creationId xmlns:a16="http://schemas.microsoft.com/office/drawing/2014/main" id="{6F20E772-3932-C5B4-666F-6FB6805A7E7E}"/>
                </a:ext>
              </a:extLst>
            </p:cNvPr>
            <p:cNvSpPr/>
            <p:nvPr/>
          </p:nvSpPr>
          <p:spPr>
            <a:xfrm>
              <a:off x="5151620" y="2836630"/>
              <a:ext cx="1927694" cy="1927692"/>
            </a:xfrm>
            <a:prstGeom prst="octagon">
              <a:avLst/>
            </a:prstGeom>
            <a:blipFill>
              <a:blip r:embed="rId3"/>
              <a:srcRect/>
              <a:stretch>
                <a:fillRect l="-42995" r="-711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DA41623-37C2-04E6-39EC-96D63ED8A4F5}"/>
              </a:ext>
            </a:extLst>
          </p:cNvPr>
          <p:cNvGrpSpPr/>
          <p:nvPr/>
        </p:nvGrpSpPr>
        <p:grpSpPr>
          <a:xfrm>
            <a:off x="6095998" y="805448"/>
            <a:ext cx="5995713" cy="536979"/>
            <a:chOff x="6105937" y="966217"/>
            <a:chExt cx="5995713" cy="536979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AE4A9F2-0F3F-3603-5016-D48D1E27EBE0}"/>
                </a:ext>
              </a:extLst>
            </p:cNvPr>
            <p:cNvSpPr/>
            <p:nvPr/>
          </p:nvSpPr>
          <p:spPr>
            <a:xfrm rot="5400000" flipH="1">
              <a:off x="8835304" y="-1763150"/>
              <a:ext cx="536979" cy="5995713"/>
            </a:xfrm>
            <a:custGeom>
              <a:avLst/>
              <a:gdLst>
                <a:gd name="connsiteX0" fmla="*/ 536979 w 536979"/>
                <a:gd name="connsiteY0" fmla="*/ 611638 h 5992381"/>
                <a:gd name="connsiteX1" fmla="*/ 536979 w 536979"/>
                <a:gd name="connsiteY1" fmla="*/ 5992381 h 5992381"/>
                <a:gd name="connsiteX2" fmla="*/ 0 w 536979"/>
                <a:gd name="connsiteY2" fmla="*/ 5992381 h 5992381"/>
                <a:gd name="connsiteX3" fmla="*/ 0 w 536979"/>
                <a:gd name="connsiteY3" fmla="*/ 0 h 5992381"/>
                <a:gd name="connsiteX4" fmla="*/ 41924 w 536979"/>
                <a:gd name="connsiteY4" fmla="*/ 4227 h 5992381"/>
                <a:gd name="connsiteX5" fmla="*/ 536979 w 536979"/>
                <a:gd name="connsiteY5" fmla="*/ 611638 h 59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6979" h="5992381">
                  <a:moveTo>
                    <a:pt x="536979" y="611638"/>
                  </a:moveTo>
                  <a:lnTo>
                    <a:pt x="536979" y="5992381"/>
                  </a:lnTo>
                  <a:lnTo>
                    <a:pt x="0" y="5992381"/>
                  </a:lnTo>
                  <a:lnTo>
                    <a:pt x="0" y="0"/>
                  </a:lnTo>
                  <a:lnTo>
                    <a:pt x="41924" y="4227"/>
                  </a:lnTo>
                  <a:cubicBezTo>
                    <a:pt x="324451" y="62040"/>
                    <a:pt x="536979" y="312020"/>
                    <a:pt x="536979" y="611638"/>
                  </a:cubicBezTo>
                  <a:close/>
                </a:path>
              </a:pathLst>
            </a:custGeom>
            <a:solidFill>
              <a:srgbClr val="0E828E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F993DE2-6F96-82AA-62D4-AF7847C3A9E2}"/>
                </a:ext>
              </a:extLst>
            </p:cNvPr>
            <p:cNvSpPr txBox="1"/>
            <p:nvPr/>
          </p:nvSpPr>
          <p:spPr>
            <a:xfrm>
              <a:off x="7534275" y="1047750"/>
              <a:ext cx="3124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Treatment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71477E-B12A-0338-AD6F-8B116C445B8F}"/>
              </a:ext>
            </a:extLst>
          </p:cNvPr>
          <p:cNvGrpSpPr/>
          <p:nvPr/>
        </p:nvGrpSpPr>
        <p:grpSpPr>
          <a:xfrm>
            <a:off x="105603" y="805449"/>
            <a:ext cx="5992381" cy="536979"/>
            <a:chOff x="105603" y="966218"/>
            <a:chExt cx="5992381" cy="53697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133FA38-63FE-40DA-47A2-6AA1F4F86EBC}"/>
                </a:ext>
              </a:extLst>
            </p:cNvPr>
            <p:cNvSpPr/>
            <p:nvPr/>
          </p:nvSpPr>
          <p:spPr>
            <a:xfrm rot="16200000">
              <a:off x="2833304" y="-1761483"/>
              <a:ext cx="536979" cy="5992381"/>
            </a:xfrm>
            <a:custGeom>
              <a:avLst/>
              <a:gdLst>
                <a:gd name="connsiteX0" fmla="*/ 536979 w 536979"/>
                <a:gd name="connsiteY0" fmla="*/ 611638 h 5992381"/>
                <a:gd name="connsiteX1" fmla="*/ 536979 w 536979"/>
                <a:gd name="connsiteY1" fmla="*/ 5992381 h 5992381"/>
                <a:gd name="connsiteX2" fmla="*/ 0 w 536979"/>
                <a:gd name="connsiteY2" fmla="*/ 5992381 h 5992381"/>
                <a:gd name="connsiteX3" fmla="*/ 0 w 536979"/>
                <a:gd name="connsiteY3" fmla="*/ 0 h 5992381"/>
                <a:gd name="connsiteX4" fmla="*/ 41924 w 536979"/>
                <a:gd name="connsiteY4" fmla="*/ 4227 h 5992381"/>
                <a:gd name="connsiteX5" fmla="*/ 536979 w 536979"/>
                <a:gd name="connsiteY5" fmla="*/ 611638 h 59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6979" h="5992381">
                  <a:moveTo>
                    <a:pt x="536979" y="611638"/>
                  </a:moveTo>
                  <a:lnTo>
                    <a:pt x="536979" y="5992381"/>
                  </a:lnTo>
                  <a:lnTo>
                    <a:pt x="0" y="5992381"/>
                  </a:lnTo>
                  <a:lnTo>
                    <a:pt x="0" y="0"/>
                  </a:lnTo>
                  <a:lnTo>
                    <a:pt x="41924" y="4227"/>
                  </a:lnTo>
                  <a:cubicBezTo>
                    <a:pt x="324451" y="62040"/>
                    <a:pt x="536979" y="312020"/>
                    <a:pt x="536979" y="611638"/>
                  </a:cubicBezTo>
                  <a:close/>
                </a:path>
              </a:pathLst>
            </a:custGeom>
            <a:solidFill>
              <a:srgbClr val="1B3D66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578FEAA-0D62-FB68-E589-0956235FA308}"/>
                </a:ext>
              </a:extLst>
            </p:cNvPr>
            <p:cNvSpPr txBox="1"/>
            <p:nvPr/>
          </p:nvSpPr>
          <p:spPr>
            <a:xfrm>
              <a:off x="1533525" y="1047750"/>
              <a:ext cx="3124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Signs and Symptoms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8772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57C9BF-ABA6-554E-3A61-A506694E85B5}"/>
              </a:ext>
            </a:extLst>
          </p:cNvPr>
          <p:cNvSpPr/>
          <p:nvPr/>
        </p:nvSpPr>
        <p:spPr>
          <a:xfrm>
            <a:off x="5491540" y="1010514"/>
            <a:ext cx="6700459" cy="4775711"/>
          </a:xfrm>
          <a:prstGeom prst="rect">
            <a:avLst/>
          </a:prstGeom>
          <a:solidFill>
            <a:srgbClr val="CED9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2F8000-ADB7-8494-9808-3992BCFC3359}"/>
              </a:ext>
            </a:extLst>
          </p:cNvPr>
          <p:cNvGrpSpPr/>
          <p:nvPr/>
        </p:nvGrpSpPr>
        <p:grpSpPr>
          <a:xfrm>
            <a:off x="976690" y="1010515"/>
            <a:ext cx="6700460" cy="4775710"/>
            <a:chOff x="976690" y="1110995"/>
            <a:chExt cx="6700460" cy="477571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3E39C97-A398-CA0C-5A59-7C8C482F941E}"/>
                </a:ext>
              </a:extLst>
            </p:cNvPr>
            <p:cNvSpPr/>
            <p:nvPr/>
          </p:nvSpPr>
          <p:spPr>
            <a:xfrm>
              <a:off x="976690" y="1110995"/>
              <a:ext cx="6700459" cy="2340864"/>
            </a:xfrm>
            <a:custGeom>
              <a:avLst/>
              <a:gdLst>
                <a:gd name="connsiteX0" fmla="*/ 4519289 w 6700459"/>
                <a:gd name="connsiteY0" fmla="*/ 0 h 2340864"/>
                <a:gd name="connsiteX1" fmla="*/ 6700459 w 6700459"/>
                <a:gd name="connsiteY1" fmla="*/ 2340864 h 2340864"/>
                <a:gd name="connsiteX2" fmla="*/ 0 w 6700459"/>
                <a:gd name="connsiteY2" fmla="*/ 2340864 h 2340864"/>
                <a:gd name="connsiteX3" fmla="*/ 0 w 6700459"/>
                <a:gd name="connsiteY3" fmla="*/ 585635 h 2340864"/>
                <a:gd name="connsiteX4" fmla="*/ 4519289 w 6700459"/>
                <a:gd name="connsiteY4" fmla="*/ 585635 h 2340864"/>
                <a:gd name="connsiteX5" fmla="*/ 4519289 w 6700459"/>
                <a:gd name="connsiteY5" fmla="*/ 0 h 2340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0459" h="2340864">
                  <a:moveTo>
                    <a:pt x="4519289" y="0"/>
                  </a:moveTo>
                  <a:lnTo>
                    <a:pt x="6700459" y="2340864"/>
                  </a:lnTo>
                  <a:lnTo>
                    <a:pt x="0" y="2340864"/>
                  </a:lnTo>
                  <a:lnTo>
                    <a:pt x="0" y="585635"/>
                  </a:lnTo>
                  <a:lnTo>
                    <a:pt x="4519289" y="585635"/>
                  </a:lnTo>
                  <a:lnTo>
                    <a:pt x="4519289" y="0"/>
                  </a:lnTo>
                  <a:close/>
                </a:path>
              </a:pathLst>
            </a:custGeom>
            <a:solidFill>
              <a:srgbClr val="1B3D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79DAF3A-1918-17B6-9DFC-15C62CD60069}"/>
                </a:ext>
              </a:extLst>
            </p:cNvPr>
            <p:cNvSpPr/>
            <p:nvPr/>
          </p:nvSpPr>
          <p:spPr>
            <a:xfrm>
              <a:off x="976691" y="3545841"/>
              <a:ext cx="6700459" cy="2340864"/>
            </a:xfrm>
            <a:custGeom>
              <a:avLst/>
              <a:gdLst>
                <a:gd name="connsiteX0" fmla="*/ 0 w 6700459"/>
                <a:gd name="connsiteY0" fmla="*/ 0 h 2340864"/>
                <a:gd name="connsiteX1" fmla="*/ 6700459 w 6700459"/>
                <a:gd name="connsiteY1" fmla="*/ 0 h 2340864"/>
                <a:gd name="connsiteX2" fmla="*/ 4519289 w 6700459"/>
                <a:gd name="connsiteY2" fmla="*/ 2340864 h 2340864"/>
                <a:gd name="connsiteX3" fmla="*/ 4519289 w 6700459"/>
                <a:gd name="connsiteY3" fmla="*/ 1755229 h 2340864"/>
                <a:gd name="connsiteX4" fmla="*/ 0 w 6700459"/>
                <a:gd name="connsiteY4" fmla="*/ 1755229 h 2340864"/>
                <a:gd name="connsiteX5" fmla="*/ 0 w 6700459"/>
                <a:gd name="connsiteY5" fmla="*/ 0 h 2340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00459" h="2340864">
                  <a:moveTo>
                    <a:pt x="0" y="0"/>
                  </a:moveTo>
                  <a:lnTo>
                    <a:pt x="6700459" y="0"/>
                  </a:lnTo>
                  <a:lnTo>
                    <a:pt x="4519289" y="2340864"/>
                  </a:lnTo>
                  <a:lnTo>
                    <a:pt x="4519289" y="1755229"/>
                  </a:lnTo>
                  <a:lnTo>
                    <a:pt x="0" y="1755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A7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3D68EF6-3F1B-4DF3-C474-B0F5CE387688}"/>
              </a:ext>
            </a:extLst>
          </p:cNvPr>
          <p:cNvSpPr txBox="1"/>
          <p:nvPr/>
        </p:nvSpPr>
        <p:spPr>
          <a:xfrm>
            <a:off x="1243457" y="3821024"/>
            <a:ext cx="51876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victim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tells you about his / her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condition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chest pain, headache, nausea, thirst, cold, fever,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1B4BE-0D45-61D7-9B42-3D831EF89D2B}"/>
              </a:ext>
            </a:extLst>
          </p:cNvPr>
          <p:cNvSpPr txBox="1"/>
          <p:nvPr/>
        </p:nvSpPr>
        <p:spPr>
          <a:xfrm>
            <a:off x="1243457" y="1910975"/>
            <a:ext cx="56021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Symptoms - something that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victim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experiences / unpleasant sensation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or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complaints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that the victim is having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C586A5-2855-5912-A0A3-7F08AD6EB170}"/>
              </a:ext>
            </a:extLst>
          </p:cNvPr>
          <p:cNvGrpSpPr/>
          <p:nvPr/>
        </p:nvGrpSpPr>
        <p:grpSpPr>
          <a:xfrm>
            <a:off x="8131860" y="1162614"/>
            <a:ext cx="3068304" cy="4471512"/>
            <a:chOff x="8131860" y="1263094"/>
            <a:chExt cx="3068304" cy="447151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335147-EC65-3C1B-508B-0704698945B4}"/>
                </a:ext>
              </a:extLst>
            </p:cNvPr>
            <p:cNvSpPr/>
            <p:nvPr/>
          </p:nvSpPr>
          <p:spPr>
            <a:xfrm>
              <a:off x="8131860" y="1263094"/>
              <a:ext cx="3068304" cy="2167025"/>
            </a:xfrm>
            <a:prstGeom prst="rect">
              <a:avLst/>
            </a:prstGeom>
            <a:blipFill>
              <a:blip r:embed="rId3"/>
              <a:srcRect/>
              <a:stretch>
                <a:fillRect l="-2388" r="-2388"/>
              </a:stretch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F04C67-C21D-D777-0B7C-9EF8709DBA7F}"/>
                </a:ext>
              </a:extLst>
            </p:cNvPr>
            <p:cNvSpPr/>
            <p:nvPr/>
          </p:nvSpPr>
          <p:spPr>
            <a:xfrm>
              <a:off x="8131860" y="3567581"/>
              <a:ext cx="3068304" cy="2167025"/>
            </a:xfrm>
            <a:prstGeom prst="rect">
              <a:avLst/>
            </a:prstGeom>
            <a:blipFill>
              <a:blip r:embed="rId4"/>
              <a:srcRect/>
              <a:stretch>
                <a:fillRect t="-1232" b="-1232"/>
              </a:stretch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6155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allAtOnce"/>
      <p:bldP spid="7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39882A-7310-DA2B-177B-A10CD8533080}"/>
              </a:ext>
            </a:extLst>
          </p:cNvPr>
          <p:cNvGrpSpPr/>
          <p:nvPr/>
        </p:nvGrpSpPr>
        <p:grpSpPr>
          <a:xfrm>
            <a:off x="3699468" y="784744"/>
            <a:ext cx="4793063" cy="5288512"/>
            <a:chOff x="0" y="961564"/>
            <a:chExt cx="4793063" cy="52885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244E538-2868-DAC2-383F-718301390EA2}"/>
                </a:ext>
              </a:extLst>
            </p:cNvPr>
            <p:cNvSpPr/>
            <p:nvPr/>
          </p:nvSpPr>
          <p:spPr>
            <a:xfrm>
              <a:off x="0" y="961564"/>
              <a:ext cx="4793063" cy="52885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394C8B-EDCA-8285-DA0A-A37A5260AF5C}"/>
                </a:ext>
              </a:extLst>
            </p:cNvPr>
            <p:cNvSpPr txBox="1"/>
            <p:nvPr/>
          </p:nvSpPr>
          <p:spPr>
            <a:xfrm>
              <a:off x="89157" y="2460009"/>
              <a:ext cx="46235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57200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Lifestyle modification, which consists of 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E8C03A1-C7B2-64E1-19F4-6A0151A2B125}"/>
                </a:ext>
              </a:extLst>
            </p:cNvPr>
            <p:cNvGrpSpPr/>
            <p:nvPr/>
          </p:nvGrpSpPr>
          <p:grpSpPr>
            <a:xfrm>
              <a:off x="821736" y="2949082"/>
              <a:ext cx="3147047" cy="964752"/>
              <a:chOff x="650597" y="3099806"/>
              <a:chExt cx="3378792" cy="96475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428D825-A50E-A4E0-6093-E82634A12D7A}"/>
                  </a:ext>
                </a:extLst>
              </p:cNvPr>
              <p:cNvSpPr/>
              <p:nvPr/>
            </p:nvSpPr>
            <p:spPr>
              <a:xfrm>
                <a:off x="650597" y="3099806"/>
                <a:ext cx="3378792" cy="452176"/>
              </a:xfrm>
              <a:prstGeom prst="roundRect">
                <a:avLst>
                  <a:gd name="adj" fmla="val 47778"/>
                </a:avLst>
              </a:prstGeom>
              <a:solidFill>
                <a:srgbClr val="F2F2F2"/>
              </a:solidFill>
              <a:ln w="28575">
                <a:solidFill>
                  <a:srgbClr val="0E828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dietary therapy and</a:t>
                </a:r>
                <a:endParaRPr lang="en-MY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FB4B93CD-528C-1D42-5261-DB7695697D26}"/>
                  </a:ext>
                </a:extLst>
              </p:cNvPr>
              <p:cNvSpPr/>
              <p:nvPr/>
            </p:nvSpPr>
            <p:spPr>
              <a:xfrm>
                <a:off x="650597" y="3612382"/>
                <a:ext cx="3378792" cy="452176"/>
              </a:xfrm>
              <a:prstGeom prst="roundRect">
                <a:avLst>
                  <a:gd name="adj" fmla="val 47778"/>
                </a:avLst>
              </a:prstGeom>
              <a:solidFill>
                <a:srgbClr val="F2F2F2"/>
              </a:solidFill>
              <a:ln w="28575">
                <a:solidFill>
                  <a:srgbClr val="0E828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increased physical activity</a:t>
                </a:r>
                <a:endParaRPr lang="en-MY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6" name="Picture 2" descr="Hyperosmolar Hyperglycemic State (HHS) - The Johns Hopkins Patient Guide to  Diabetes">
              <a:extLst>
                <a:ext uri="{FF2B5EF4-FFF2-40B4-BE49-F238E27FC236}">
                  <a16:creationId xmlns:a16="http://schemas.microsoft.com/office/drawing/2014/main" id="{25C993AA-5166-3A7D-CE34-A8C896A89E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368" y="4098516"/>
              <a:ext cx="2559784" cy="1966878"/>
            </a:xfrm>
            <a:prstGeom prst="rect">
              <a:avLst/>
            </a:prstGeom>
            <a:noFill/>
            <a:ln w="190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B94B59AC-F1C3-4867-BAC6-9DFD918DACAA}"/>
              </a:ext>
            </a:extLst>
          </p:cNvPr>
          <p:cNvSpPr/>
          <p:nvPr/>
        </p:nvSpPr>
        <p:spPr>
          <a:xfrm rot="5400000">
            <a:off x="5448610" y="-949812"/>
            <a:ext cx="1294776" cy="4793065"/>
          </a:xfrm>
          <a:prstGeom prst="homePlate">
            <a:avLst>
              <a:gd name="adj" fmla="val 26514"/>
            </a:avLst>
          </a:prstGeom>
          <a:solidFill>
            <a:srgbClr val="0E82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 principle, all patients with diabetes should undergo:</a:t>
            </a:r>
            <a:endParaRPr lang="en-MY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856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EC8B74B-5563-821C-6A10-67E4F4688241}"/>
              </a:ext>
            </a:extLst>
          </p:cNvPr>
          <p:cNvSpPr/>
          <p:nvPr/>
        </p:nvSpPr>
        <p:spPr>
          <a:xfrm>
            <a:off x="6300002" y="2987365"/>
            <a:ext cx="5891998" cy="2429011"/>
          </a:xfrm>
          <a:custGeom>
            <a:avLst/>
            <a:gdLst>
              <a:gd name="connsiteX0" fmla="*/ 0 w 5891998"/>
              <a:gd name="connsiteY0" fmla="*/ 0 h 2429011"/>
              <a:gd name="connsiteX1" fmla="*/ 5891998 w 5891998"/>
              <a:gd name="connsiteY1" fmla="*/ 0 h 2429011"/>
              <a:gd name="connsiteX2" fmla="*/ 5891998 w 5891998"/>
              <a:gd name="connsiteY2" fmla="*/ 2429011 h 2429011"/>
              <a:gd name="connsiteX3" fmla="*/ 448546 w 5891998"/>
              <a:gd name="connsiteY3" fmla="*/ 2429011 h 2429011"/>
              <a:gd name="connsiteX4" fmla="*/ 0 w 5891998"/>
              <a:gd name="connsiteY4" fmla="*/ 2024375 h 2429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1998" h="2429011">
                <a:moveTo>
                  <a:pt x="0" y="0"/>
                </a:moveTo>
                <a:lnTo>
                  <a:pt x="5891998" y="0"/>
                </a:lnTo>
                <a:lnTo>
                  <a:pt x="5891998" y="2429011"/>
                </a:lnTo>
                <a:lnTo>
                  <a:pt x="448546" y="2429011"/>
                </a:lnTo>
                <a:lnTo>
                  <a:pt x="0" y="2024375"/>
                </a:lnTo>
                <a:close/>
              </a:path>
            </a:pathLst>
          </a:custGeom>
          <a:solidFill>
            <a:srgbClr val="CED9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88000" tIns="216000" rtlCol="0" anchor="t" anchorCtr="0"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Bowing slightly to Japanese passengers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hand gestures instead of finger pointing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Muslim passengers’ modesty preferences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MY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23B6E34-7618-EC80-3446-6497BFC84391}"/>
              </a:ext>
            </a:extLst>
          </p:cNvPr>
          <p:cNvSpPr/>
          <p:nvPr/>
        </p:nvSpPr>
        <p:spPr>
          <a:xfrm>
            <a:off x="0" y="1380675"/>
            <a:ext cx="5878730" cy="2439059"/>
          </a:xfrm>
          <a:custGeom>
            <a:avLst/>
            <a:gdLst>
              <a:gd name="connsiteX0" fmla="*/ 0 w 5878730"/>
              <a:gd name="connsiteY0" fmla="*/ 0 h 2429011"/>
              <a:gd name="connsiteX1" fmla="*/ 5439010 w 5878730"/>
              <a:gd name="connsiteY1" fmla="*/ 0 h 2429011"/>
              <a:gd name="connsiteX2" fmla="*/ 5878730 w 5878730"/>
              <a:gd name="connsiteY2" fmla="*/ 396471 h 2429011"/>
              <a:gd name="connsiteX3" fmla="*/ 5878730 w 5878730"/>
              <a:gd name="connsiteY3" fmla="*/ 2429011 h 2429011"/>
              <a:gd name="connsiteX4" fmla="*/ 0 w 5878730"/>
              <a:gd name="connsiteY4" fmla="*/ 2429011 h 2429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8730" h="2429011">
                <a:moveTo>
                  <a:pt x="0" y="0"/>
                </a:moveTo>
                <a:lnTo>
                  <a:pt x="5439010" y="0"/>
                </a:lnTo>
                <a:lnTo>
                  <a:pt x="5878730" y="396471"/>
                </a:lnTo>
                <a:lnTo>
                  <a:pt x="5878730" y="2429011"/>
                </a:lnTo>
                <a:lnTo>
                  <a:pt x="0" y="2429011"/>
                </a:lnTo>
                <a:close/>
              </a:path>
            </a:pathLst>
          </a:custGeom>
          <a:solidFill>
            <a:srgbClr val="CED9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216000" rIns="792000" rtlCol="0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 basic cultural gestures &amp; avoid taboos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Respect personal space and customs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 your greeting and body language</a:t>
            </a: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MY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214615-4074-F1F0-7E81-917F63703CA7}"/>
              </a:ext>
            </a:extLst>
          </p:cNvPr>
          <p:cNvGrpSpPr/>
          <p:nvPr/>
        </p:nvGrpSpPr>
        <p:grpSpPr>
          <a:xfrm>
            <a:off x="4773004" y="1380675"/>
            <a:ext cx="2639598" cy="4035701"/>
            <a:chOff x="4773004" y="1502069"/>
            <a:chExt cx="2639598" cy="403570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09F8786-6864-D563-DC95-D70196BD623E}"/>
                </a:ext>
              </a:extLst>
            </p:cNvPr>
            <p:cNvSpPr/>
            <p:nvPr/>
          </p:nvSpPr>
          <p:spPr>
            <a:xfrm>
              <a:off x="5878730" y="3108759"/>
              <a:ext cx="431771" cy="826181"/>
            </a:xfrm>
            <a:custGeom>
              <a:avLst/>
              <a:gdLst>
                <a:gd name="connsiteX0" fmla="*/ 5314 w 781491"/>
                <a:gd name="connsiteY0" fmla="*/ 0 h 1057941"/>
                <a:gd name="connsiteX1" fmla="*/ 781491 w 781491"/>
                <a:gd name="connsiteY1" fmla="*/ 0 h 1057941"/>
                <a:gd name="connsiteX2" fmla="*/ 781491 w 781491"/>
                <a:gd name="connsiteY2" fmla="*/ 1057941 h 1057941"/>
                <a:gd name="connsiteX3" fmla="*/ 5314 w 781491"/>
                <a:gd name="connsiteY3" fmla="*/ 1057941 h 1057941"/>
                <a:gd name="connsiteX4" fmla="*/ 0 w 781491"/>
                <a:gd name="connsiteY4" fmla="*/ 1053000 h 1057941"/>
                <a:gd name="connsiteX5" fmla="*/ 0 w 781491"/>
                <a:gd name="connsiteY5" fmla="*/ 1 h 1057941"/>
                <a:gd name="connsiteX6" fmla="*/ 5314 w 781491"/>
                <a:gd name="connsiteY6" fmla="*/ 1 h 1057941"/>
                <a:gd name="connsiteX7" fmla="*/ 5314 w 781491"/>
                <a:gd name="connsiteY7" fmla="*/ 0 h 105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1491" h="1057941">
                  <a:moveTo>
                    <a:pt x="5314" y="0"/>
                  </a:moveTo>
                  <a:lnTo>
                    <a:pt x="781491" y="0"/>
                  </a:lnTo>
                  <a:lnTo>
                    <a:pt x="781491" y="1057941"/>
                  </a:lnTo>
                  <a:lnTo>
                    <a:pt x="5314" y="1057941"/>
                  </a:lnTo>
                  <a:lnTo>
                    <a:pt x="0" y="1053000"/>
                  </a:lnTo>
                  <a:lnTo>
                    <a:pt x="0" y="1"/>
                  </a:lnTo>
                  <a:lnTo>
                    <a:pt x="5314" y="1"/>
                  </a:lnTo>
                  <a:lnTo>
                    <a:pt x="5314" y="0"/>
                  </a:lnTo>
                  <a:close/>
                </a:path>
              </a:pathLst>
            </a:custGeom>
            <a:solidFill>
              <a:srgbClr val="1C3D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B2B8FCC-A776-93AC-CEED-CC8243B700D6}"/>
                </a:ext>
              </a:extLst>
            </p:cNvPr>
            <p:cNvSpPr/>
            <p:nvPr/>
          </p:nvSpPr>
          <p:spPr>
            <a:xfrm>
              <a:off x="4773004" y="1502069"/>
              <a:ext cx="1345137" cy="2429011"/>
            </a:xfrm>
            <a:custGeom>
              <a:avLst/>
              <a:gdLst>
                <a:gd name="connsiteX0" fmla="*/ 861238 w 1722475"/>
                <a:gd name="connsiteY0" fmla="*/ 0 h 3110398"/>
                <a:gd name="connsiteX1" fmla="*/ 1722475 w 1722475"/>
                <a:gd name="connsiteY1" fmla="*/ 776182 h 3110398"/>
                <a:gd name="connsiteX2" fmla="*/ 1419449 w 1722475"/>
                <a:gd name="connsiteY2" fmla="*/ 776182 h 3110398"/>
                <a:gd name="connsiteX3" fmla="*/ 1419449 w 1722475"/>
                <a:gd name="connsiteY3" fmla="*/ 2057399 h 3110398"/>
                <a:gd name="connsiteX4" fmla="*/ 1419449 w 1722475"/>
                <a:gd name="connsiteY4" fmla="*/ 3110398 h 3110398"/>
                <a:gd name="connsiteX5" fmla="*/ 303026 w 1722475"/>
                <a:gd name="connsiteY5" fmla="*/ 2072228 h 3110398"/>
                <a:gd name="connsiteX6" fmla="*/ 287079 w 1722475"/>
                <a:gd name="connsiteY6" fmla="*/ 2057399 h 3110398"/>
                <a:gd name="connsiteX7" fmla="*/ 303026 w 1722475"/>
                <a:gd name="connsiteY7" fmla="*/ 2057399 h 3110398"/>
                <a:gd name="connsiteX8" fmla="*/ 303026 w 1722475"/>
                <a:gd name="connsiteY8" fmla="*/ 776182 h 3110398"/>
                <a:gd name="connsiteX9" fmla="*/ 0 w 1722475"/>
                <a:gd name="connsiteY9" fmla="*/ 776182 h 311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2475" h="3110398">
                  <a:moveTo>
                    <a:pt x="861238" y="0"/>
                  </a:moveTo>
                  <a:lnTo>
                    <a:pt x="1722475" y="776182"/>
                  </a:lnTo>
                  <a:lnTo>
                    <a:pt x="1419449" y="776182"/>
                  </a:lnTo>
                  <a:lnTo>
                    <a:pt x="1419449" y="2057399"/>
                  </a:lnTo>
                  <a:lnTo>
                    <a:pt x="1419449" y="3110398"/>
                  </a:lnTo>
                  <a:lnTo>
                    <a:pt x="303026" y="2072228"/>
                  </a:lnTo>
                  <a:lnTo>
                    <a:pt x="287079" y="2057399"/>
                  </a:lnTo>
                  <a:lnTo>
                    <a:pt x="303026" y="2057399"/>
                  </a:lnTo>
                  <a:lnTo>
                    <a:pt x="303026" y="776182"/>
                  </a:lnTo>
                  <a:lnTo>
                    <a:pt x="0" y="776182"/>
                  </a:lnTo>
                  <a:close/>
                </a:path>
              </a:pathLst>
            </a:custGeom>
            <a:solidFill>
              <a:srgbClr val="7638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4B9ABB4-949D-8BC0-C518-E38C754975E3}"/>
                </a:ext>
              </a:extLst>
            </p:cNvPr>
            <p:cNvSpPr/>
            <p:nvPr/>
          </p:nvSpPr>
          <p:spPr>
            <a:xfrm rot="10800000">
              <a:off x="6067465" y="3108759"/>
              <a:ext cx="1345137" cy="2429011"/>
            </a:xfrm>
            <a:custGeom>
              <a:avLst/>
              <a:gdLst>
                <a:gd name="connsiteX0" fmla="*/ 861238 w 1722475"/>
                <a:gd name="connsiteY0" fmla="*/ 0 h 3110398"/>
                <a:gd name="connsiteX1" fmla="*/ 1722475 w 1722475"/>
                <a:gd name="connsiteY1" fmla="*/ 776182 h 3110398"/>
                <a:gd name="connsiteX2" fmla="*/ 1419449 w 1722475"/>
                <a:gd name="connsiteY2" fmla="*/ 776182 h 3110398"/>
                <a:gd name="connsiteX3" fmla="*/ 1419449 w 1722475"/>
                <a:gd name="connsiteY3" fmla="*/ 2057399 h 3110398"/>
                <a:gd name="connsiteX4" fmla="*/ 1419449 w 1722475"/>
                <a:gd name="connsiteY4" fmla="*/ 3110398 h 3110398"/>
                <a:gd name="connsiteX5" fmla="*/ 303026 w 1722475"/>
                <a:gd name="connsiteY5" fmla="*/ 2072228 h 3110398"/>
                <a:gd name="connsiteX6" fmla="*/ 287079 w 1722475"/>
                <a:gd name="connsiteY6" fmla="*/ 2057399 h 3110398"/>
                <a:gd name="connsiteX7" fmla="*/ 303026 w 1722475"/>
                <a:gd name="connsiteY7" fmla="*/ 2057399 h 3110398"/>
                <a:gd name="connsiteX8" fmla="*/ 303026 w 1722475"/>
                <a:gd name="connsiteY8" fmla="*/ 776182 h 3110398"/>
                <a:gd name="connsiteX9" fmla="*/ 0 w 1722475"/>
                <a:gd name="connsiteY9" fmla="*/ 776182 h 311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2475" h="3110398">
                  <a:moveTo>
                    <a:pt x="861238" y="0"/>
                  </a:moveTo>
                  <a:lnTo>
                    <a:pt x="1722475" y="776182"/>
                  </a:lnTo>
                  <a:lnTo>
                    <a:pt x="1419449" y="776182"/>
                  </a:lnTo>
                  <a:lnTo>
                    <a:pt x="1419449" y="2057399"/>
                  </a:lnTo>
                  <a:lnTo>
                    <a:pt x="1419449" y="3110398"/>
                  </a:lnTo>
                  <a:lnTo>
                    <a:pt x="303026" y="2072228"/>
                  </a:lnTo>
                  <a:lnTo>
                    <a:pt x="287079" y="2057399"/>
                  </a:lnTo>
                  <a:lnTo>
                    <a:pt x="303026" y="2057399"/>
                  </a:lnTo>
                  <a:lnTo>
                    <a:pt x="303026" y="776182"/>
                  </a:lnTo>
                  <a:lnTo>
                    <a:pt x="0" y="776182"/>
                  </a:lnTo>
                  <a:close/>
                </a:path>
              </a:pathLst>
            </a:custGeom>
            <a:solidFill>
              <a:srgbClr val="2B5D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MY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1820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9B62104-2D25-A3BF-CF55-DAAFFAD1C0F7}"/>
              </a:ext>
            </a:extLst>
          </p:cNvPr>
          <p:cNvSpPr/>
          <p:nvPr/>
        </p:nvSpPr>
        <p:spPr>
          <a:xfrm flipH="1">
            <a:off x="0" y="3248613"/>
            <a:ext cx="5891998" cy="2429011"/>
          </a:xfrm>
          <a:custGeom>
            <a:avLst/>
            <a:gdLst>
              <a:gd name="connsiteX0" fmla="*/ 0 w 5891998"/>
              <a:gd name="connsiteY0" fmla="*/ 0 h 2429011"/>
              <a:gd name="connsiteX1" fmla="*/ 5891998 w 5891998"/>
              <a:gd name="connsiteY1" fmla="*/ 0 h 2429011"/>
              <a:gd name="connsiteX2" fmla="*/ 5891998 w 5891998"/>
              <a:gd name="connsiteY2" fmla="*/ 2429011 h 2429011"/>
              <a:gd name="connsiteX3" fmla="*/ 448546 w 5891998"/>
              <a:gd name="connsiteY3" fmla="*/ 2429011 h 2429011"/>
              <a:gd name="connsiteX4" fmla="*/ 0 w 5891998"/>
              <a:gd name="connsiteY4" fmla="*/ 2024375 h 2429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1998" h="2429011">
                <a:moveTo>
                  <a:pt x="0" y="0"/>
                </a:moveTo>
                <a:lnTo>
                  <a:pt x="5891998" y="0"/>
                </a:lnTo>
                <a:lnTo>
                  <a:pt x="5891998" y="2429011"/>
                </a:lnTo>
                <a:lnTo>
                  <a:pt x="448546" y="2429011"/>
                </a:lnTo>
                <a:lnTo>
                  <a:pt x="0" y="2024375"/>
                </a:lnTo>
                <a:close/>
              </a:path>
            </a:pathLst>
          </a:custGeom>
          <a:solidFill>
            <a:srgbClr val="0066B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24000" tIns="216000" rIns="1188000" rtlCol="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can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the rate of accidents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occur by positively impacting the rate of human error and reducing it.</a:t>
            </a:r>
          </a:p>
          <a:p>
            <a:endParaRPr lang="en-MY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15E8912-7E2F-4804-A438-1F19C9BF8928}"/>
              </a:ext>
            </a:extLst>
          </p:cNvPr>
          <p:cNvSpPr/>
          <p:nvPr/>
        </p:nvSpPr>
        <p:spPr>
          <a:xfrm flipH="1">
            <a:off x="6313270" y="1641923"/>
            <a:ext cx="5878730" cy="2439059"/>
          </a:xfrm>
          <a:custGeom>
            <a:avLst/>
            <a:gdLst>
              <a:gd name="connsiteX0" fmla="*/ 0 w 5878730"/>
              <a:gd name="connsiteY0" fmla="*/ 0 h 2429011"/>
              <a:gd name="connsiteX1" fmla="*/ 5439010 w 5878730"/>
              <a:gd name="connsiteY1" fmla="*/ 0 h 2429011"/>
              <a:gd name="connsiteX2" fmla="*/ 5878730 w 5878730"/>
              <a:gd name="connsiteY2" fmla="*/ 396471 h 2429011"/>
              <a:gd name="connsiteX3" fmla="*/ 5878730 w 5878730"/>
              <a:gd name="connsiteY3" fmla="*/ 2429011 h 2429011"/>
              <a:gd name="connsiteX4" fmla="*/ 0 w 5878730"/>
              <a:gd name="connsiteY4" fmla="*/ 2429011 h 2429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78730" h="2429011">
                <a:moveTo>
                  <a:pt x="0" y="0"/>
                </a:moveTo>
                <a:lnTo>
                  <a:pt x="5439010" y="0"/>
                </a:lnTo>
                <a:lnTo>
                  <a:pt x="5878730" y="396471"/>
                </a:lnTo>
                <a:lnTo>
                  <a:pt x="5878730" y="2429011"/>
                </a:lnTo>
                <a:lnTo>
                  <a:pt x="0" y="2429011"/>
                </a:lnTo>
                <a:close/>
              </a:path>
            </a:pathLst>
          </a:custGeom>
          <a:solidFill>
            <a:srgbClr val="78376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88000" tIns="46800" rIns="90000" rtlCol="0" anchor="ctr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also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 the rate of productivity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several ways. Workers are healthier and happier, resulting in less time off work.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6D9DBA5-199D-9185-8C3C-435F8A9F2742}"/>
              </a:ext>
            </a:extLst>
          </p:cNvPr>
          <p:cNvSpPr/>
          <p:nvPr/>
        </p:nvSpPr>
        <p:spPr>
          <a:xfrm flipH="1">
            <a:off x="5875105" y="3248613"/>
            <a:ext cx="431771" cy="826181"/>
          </a:xfrm>
          <a:custGeom>
            <a:avLst/>
            <a:gdLst>
              <a:gd name="connsiteX0" fmla="*/ 5314 w 781491"/>
              <a:gd name="connsiteY0" fmla="*/ 0 h 1057941"/>
              <a:gd name="connsiteX1" fmla="*/ 781491 w 781491"/>
              <a:gd name="connsiteY1" fmla="*/ 0 h 1057941"/>
              <a:gd name="connsiteX2" fmla="*/ 781491 w 781491"/>
              <a:gd name="connsiteY2" fmla="*/ 1057941 h 1057941"/>
              <a:gd name="connsiteX3" fmla="*/ 5314 w 781491"/>
              <a:gd name="connsiteY3" fmla="*/ 1057941 h 1057941"/>
              <a:gd name="connsiteX4" fmla="*/ 0 w 781491"/>
              <a:gd name="connsiteY4" fmla="*/ 1053000 h 1057941"/>
              <a:gd name="connsiteX5" fmla="*/ 0 w 781491"/>
              <a:gd name="connsiteY5" fmla="*/ 1 h 1057941"/>
              <a:gd name="connsiteX6" fmla="*/ 5314 w 781491"/>
              <a:gd name="connsiteY6" fmla="*/ 1 h 1057941"/>
              <a:gd name="connsiteX7" fmla="*/ 5314 w 781491"/>
              <a:gd name="connsiteY7" fmla="*/ 0 h 1057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491" h="1057941">
                <a:moveTo>
                  <a:pt x="5314" y="0"/>
                </a:moveTo>
                <a:lnTo>
                  <a:pt x="781491" y="0"/>
                </a:lnTo>
                <a:lnTo>
                  <a:pt x="781491" y="1057941"/>
                </a:lnTo>
                <a:lnTo>
                  <a:pt x="5314" y="1057941"/>
                </a:lnTo>
                <a:lnTo>
                  <a:pt x="0" y="1053000"/>
                </a:lnTo>
                <a:lnTo>
                  <a:pt x="0" y="1"/>
                </a:lnTo>
                <a:lnTo>
                  <a:pt x="5314" y="1"/>
                </a:lnTo>
                <a:lnTo>
                  <a:pt x="5314" y="0"/>
                </a:lnTo>
                <a:close/>
              </a:path>
            </a:pathLst>
          </a:custGeom>
          <a:solidFill>
            <a:srgbClr val="82A7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218AB28-1DC9-456B-627C-75FD5D0E5E3D}"/>
              </a:ext>
            </a:extLst>
          </p:cNvPr>
          <p:cNvSpPr/>
          <p:nvPr/>
        </p:nvSpPr>
        <p:spPr>
          <a:xfrm flipH="1">
            <a:off x="6067465" y="1641923"/>
            <a:ext cx="1345137" cy="2429011"/>
          </a:xfrm>
          <a:custGeom>
            <a:avLst/>
            <a:gdLst>
              <a:gd name="connsiteX0" fmla="*/ 861238 w 1722475"/>
              <a:gd name="connsiteY0" fmla="*/ 0 h 3110398"/>
              <a:gd name="connsiteX1" fmla="*/ 1722475 w 1722475"/>
              <a:gd name="connsiteY1" fmla="*/ 776182 h 3110398"/>
              <a:gd name="connsiteX2" fmla="*/ 1419449 w 1722475"/>
              <a:gd name="connsiteY2" fmla="*/ 776182 h 3110398"/>
              <a:gd name="connsiteX3" fmla="*/ 1419449 w 1722475"/>
              <a:gd name="connsiteY3" fmla="*/ 2057399 h 3110398"/>
              <a:gd name="connsiteX4" fmla="*/ 1419449 w 1722475"/>
              <a:gd name="connsiteY4" fmla="*/ 3110398 h 3110398"/>
              <a:gd name="connsiteX5" fmla="*/ 303026 w 1722475"/>
              <a:gd name="connsiteY5" fmla="*/ 2072228 h 3110398"/>
              <a:gd name="connsiteX6" fmla="*/ 287079 w 1722475"/>
              <a:gd name="connsiteY6" fmla="*/ 2057399 h 3110398"/>
              <a:gd name="connsiteX7" fmla="*/ 303026 w 1722475"/>
              <a:gd name="connsiteY7" fmla="*/ 2057399 h 3110398"/>
              <a:gd name="connsiteX8" fmla="*/ 303026 w 1722475"/>
              <a:gd name="connsiteY8" fmla="*/ 776182 h 3110398"/>
              <a:gd name="connsiteX9" fmla="*/ 0 w 1722475"/>
              <a:gd name="connsiteY9" fmla="*/ 776182 h 3110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2475" h="3110398">
                <a:moveTo>
                  <a:pt x="861238" y="0"/>
                </a:moveTo>
                <a:lnTo>
                  <a:pt x="1722475" y="776182"/>
                </a:lnTo>
                <a:lnTo>
                  <a:pt x="1419449" y="776182"/>
                </a:lnTo>
                <a:lnTo>
                  <a:pt x="1419449" y="2057399"/>
                </a:lnTo>
                <a:lnTo>
                  <a:pt x="1419449" y="3110398"/>
                </a:lnTo>
                <a:lnTo>
                  <a:pt x="303026" y="2072228"/>
                </a:lnTo>
                <a:lnTo>
                  <a:pt x="287079" y="2057399"/>
                </a:lnTo>
                <a:lnTo>
                  <a:pt x="303026" y="2057399"/>
                </a:lnTo>
                <a:lnTo>
                  <a:pt x="303026" y="776182"/>
                </a:lnTo>
                <a:lnTo>
                  <a:pt x="0" y="776182"/>
                </a:lnTo>
                <a:close/>
              </a:path>
            </a:pathLst>
          </a:custGeom>
          <a:solidFill>
            <a:srgbClr val="7638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F7E7B6A-9740-0781-DF1C-E709C1C12774}"/>
              </a:ext>
            </a:extLst>
          </p:cNvPr>
          <p:cNvSpPr/>
          <p:nvPr/>
        </p:nvSpPr>
        <p:spPr>
          <a:xfrm rot="10800000" flipH="1">
            <a:off x="4773004" y="3248613"/>
            <a:ext cx="1345137" cy="2429011"/>
          </a:xfrm>
          <a:custGeom>
            <a:avLst/>
            <a:gdLst>
              <a:gd name="connsiteX0" fmla="*/ 861238 w 1722475"/>
              <a:gd name="connsiteY0" fmla="*/ 0 h 3110398"/>
              <a:gd name="connsiteX1" fmla="*/ 1722475 w 1722475"/>
              <a:gd name="connsiteY1" fmla="*/ 776182 h 3110398"/>
              <a:gd name="connsiteX2" fmla="*/ 1419449 w 1722475"/>
              <a:gd name="connsiteY2" fmla="*/ 776182 h 3110398"/>
              <a:gd name="connsiteX3" fmla="*/ 1419449 w 1722475"/>
              <a:gd name="connsiteY3" fmla="*/ 2057399 h 3110398"/>
              <a:gd name="connsiteX4" fmla="*/ 1419449 w 1722475"/>
              <a:gd name="connsiteY4" fmla="*/ 3110398 h 3110398"/>
              <a:gd name="connsiteX5" fmla="*/ 303026 w 1722475"/>
              <a:gd name="connsiteY5" fmla="*/ 2072228 h 3110398"/>
              <a:gd name="connsiteX6" fmla="*/ 287079 w 1722475"/>
              <a:gd name="connsiteY6" fmla="*/ 2057399 h 3110398"/>
              <a:gd name="connsiteX7" fmla="*/ 303026 w 1722475"/>
              <a:gd name="connsiteY7" fmla="*/ 2057399 h 3110398"/>
              <a:gd name="connsiteX8" fmla="*/ 303026 w 1722475"/>
              <a:gd name="connsiteY8" fmla="*/ 776182 h 3110398"/>
              <a:gd name="connsiteX9" fmla="*/ 0 w 1722475"/>
              <a:gd name="connsiteY9" fmla="*/ 776182 h 3110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2475" h="3110398">
                <a:moveTo>
                  <a:pt x="861238" y="0"/>
                </a:moveTo>
                <a:lnTo>
                  <a:pt x="1722475" y="776182"/>
                </a:lnTo>
                <a:lnTo>
                  <a:pt x="1419449" y="776182"/>
                </a:lnTo>
                <a:lnTo>
                  <a:pt x="1419449" y="2057399"/>
                </a:lnTo>
                <a:lnTo>
                  <a:pt x="1419449" y="3110398"/>
                </a:lnTo>
                <a:lnTo>
                  <a:pt x="303026" y="2072228"/>
                </a:lnTo>
                <a:lnTo>
                  <a:pt x="287079" y="2057399"/>
                </a:lnTo>
                <a:lnTo>
                  <a:pt x="303026" y="2057399"/>
                </a:lnTo>
                <a:lnTo>
                  <a:pt x="303026" y="776182"/>
                </a:lnTo>
                <a:lnTo>
                  <a:pt x="0" y="776182"/>
                </a:lnTo>
                <a:close/>
              </a:path>
            </a:pathLst>
          </a:custGeom>
          <a:solidFill>
            <a:srgbClr val="0066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MY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709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8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D2C28E69-71F4-AD82-5E43-7E0FCF0D2252}"/>
              </a:ext>
            </a:extLst>
          </p:cNvPr>
          <p:cNvSpPr/>
          <p:nvPr/>
        </p:nvSpPr>
        <p:spPr>
          <a:xfrm rot="5400000">
            <a:off x="3143685" y="1551034"/>
            <a:ext cx="2343929" cy="3395910"/>
          </a:xfrm>
          <a:prstGeom prst="homePlate">
            <a:avLst/>
          </a:prstGeom>
          <a:solidFill>
            <a:srgbClr val="0930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408218-2232-A605-2415-B2D8983275CE}"/>
              </a:ext>
            </a:extLst>
          </p:cNvPr>
          <p:cNvGrpSpPr/>
          <p:nvPr/>
        </p:nvGrpSpPr>
        <p:grpSpPr>
          <a:xfrm>
            <a:off x="2859147" y="1263274"/>
            <a:ext cx="2913006" cy="4733635"/>
            <a:chOff x="3795374" y="1748116"/>
            <a:chExt cx="2071166" cy="4132501"/>
          </a:xfrm>
        </p:grpSpPr>
        <p:sp>
          <p:nvSpPr>
            <p:cNvPr id="4" name="Arrow: Pentagon 3">
              <a:extLst>
                <a:ext uri="{FF2B5EF4-FFF2-40B4-BE49-F238E27FC236}">
                  <a16:creationId xmlns:a16="http://schemas.microsoft.com/office/drawing/2014/main" id="{E62B74FC-CB56-854A-4A13-913B8105FA06}"/>
                </a:ext>
              </a:extLst>
            </p:cNvPr>
            <p:cNvSpPr/>
            <p:nvPr/>
          </p:nvSpPr>
          <p:spPr>
            <a:xfrm rot="5400000">
              <a:off x="2764706" y="2778784"/>
              <a:ext cx="4132501" cy="2071165"/>
            </a:xfrm>
            <a:prstGeom prst="homePlate">
              <a:avLst/>
            </a:prstGeom>
            <a:solidFill>
              <a:srgbClr val="0066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82CA3B-C5E3-E178-E4BA-8D7723524F2E}"/>
                </a:ext>
              </a:extLst>
            </p:cNvPr>
            <p:cNvSpPr txBox="1"/>
            <p:nvPr/>
          </p:nvSpPr>
          <p:spPr>
            <a:xfrm>
              <a:off x="3795374" y="3527256"/>
              <a:ext cx="2071166" cy="806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Short term example due to Emergencies. Normally last for limited time only.</a:t>
              </a:r>
              <a:endPara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F9A4E44-6F91-6D56-C08E-0FCF8CAF8937}"/>
              </a:ext>
            </a:extLst>
          </p:cNvPr>
          <p:cNvSpPr/>
          <p:nvPr/>
        </p:nvSpPr>
        <p:spPr>
          <a:xfrm>
            <a:off x="2617694" y="1455549"/>
            <a:ext cx="3395909" cy="1794569"/>
          </a:xfrm>
          <a:prstGeom prst="rect">
            <a:avLst/>
          </a:prstGeom>
          <a:solidFill>
            <a:srgbClr val="0D468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Acute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1D5DC54-101E-657E-7EC0-A5CC36C0D055}"/>
              </a:ext>
            </a:extLst>
          </p:cNvPr>
          <p:cNvSpPr/>
          <p:nvPr/>
        </p:nvSpPr>
        <p:spPr>
          <a:xfrm rot="5400000">
            <a:off x="6704386" y="1551035"/>
            <a:ext cx="2343929" cy="3395910"/>
          </a:xfrm>
          <a:prstGeom prst="homePlate">
            <a:avLst/>
          </a:prstGeom>
          <a:solidFill>
            <a:srgbClr val="392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B004152-72F9-A5DF-9637-4E6C8D1E4D82}"/>
              </a:ext>
            </a:extLst>
          </p:cNvPr>
          <p:cNvGrpSpPr/>
          <p:nvPr/>
        </p:nvGrpSpPr>
        <p:grpSpPr>
          <a:xfrm>
            <a:off x="6419848" y="1263275"/>
            <a:ext cx="2913003" cy="4733635"/>
            <a:chOff x="3795374" y="1748116"/>
            <a:chExt cx="2071165" cy="4132501"/>
          </a:xfrm>
        </p:grpSpPr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1B4EC899-E181-A475-0410-A7019CAC5122}"/>
                </a:ext>
              </a:extLst>
            </p:cNvPr>
            <p:cNvSpPr/>
            <p:nvPr/>
          </p:nvSpPr>
          <p:spPr>
            <a:xfrm rot="5400000">
              <a:off x="2764706" y="2778784"/>
              <a:ext cx="4132501" cy="2071165"/>
            </a:xfrm>
            <a:prstGeom prst="homePlate">
              <a:avLst/>
            </a:prstGeom>
            <a:solidFill>
              <a:srgbClr val="7837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5CB6C9-2F1E-2224-EABD-BFA740A6CFE7}"/>
                </a:ext>
              </a:extLst>
            </p:cNvPr>
            <p:cNvSpPr txBox="1"/>
            <p:nvPr/>
          </p:nvSpPr>
          <p:spPr>
            <a:xfrm>
              <a:off x="3795374" y="3508963"/>
              <a:ext cx="2071165" cy="1289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Long term example due to Deaths, medical problems.  May be permanent and may require life adjustment to cope.</a:t>
              </a:r>
              <a:endPara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919E13E-1550-B012-17EC-1E2DBF4D6FDC}"/>
              </a:ext>
            </a:extLst>
          </p:cNvPr>
          <p:cNvSpPr/>
          <p:nvPr/>
        </p:nvSpPr>
        <p:spPr>
          <a:xfrm>
            <a:off x="6178395" y="1455550"/>
            <a:ext cx="3395909" cy="1794569"/>
          </a:xfrm>
          <a:prstGeom prst="rect">
            <a:avLst/>
          </a:prstGeom>
          <a:solidFill>
            <a:srgbClr val="5B408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1E9437-50D1-B643-AD03-133A234D15C2}"/>
              </a:ext>
            </a:extLst>
          </p:cNvPr>
          <p:cNvSpPr txBox="1"/>
          <p:nvPr/>
        </p:nvSpPr>
        <p:spPr>
          <a:xfrm>
            <a:off x="3717215" y="691440"/>
            <a:ext cx="4757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ln w="0"/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basically 2 types of STRESS :</a:t>
            </a:r>
          </a:p>
        </p:txBody>
      </p:sp>
    </p:spTree>
    <p:extLst>
      <p:ext uri="{BB962C8B-B14F-4D97-AF65-F5344CB8AC3E}">
        <p14:creationId xmlns:p14="http://schemas.microsoft.com/office/powerpoint/2010/main" val="20711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12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8F3AE58-DD23-4188-8B59-992310878BDF}:3409"/>
  <p:tag name="GENSWF_ADVANCE_TIME" val="57.000"/>
  <p:tag name="ISPRING_SLIDE_INDENT_LEVEL" val="0"/>
  <p:tag name="ISPRING_CUSTOM_TIMING_USED" val="0"/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CUSTOM_TIMING_USED" val="0"/>
  <p:tag name="GENSWF_SLIDE_UID" val="{0E5940C5-9F02-4D75-A69E-C93518C331AC}:3573"/>
  <p:tag name="GENSWF_ADVANCE_TIME" val="47.000"/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8F3AE58-DD23-4188-8B59-992310878BDF}:3409"/>
  <p:tag name="GENSWF_ADVANCE_TIME" val="57.000"/>
  <p:tag name="ISPRING_SLIDE_INDENT_LEVEL" val="0"/>
  <p:tag name="ISPRING_CUSTOM_TIMING_USED" val="0"/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3DC61B5-3746-461F-8F00-3D51C9A0D57E}:3436"/>
  <p:tag name="GENSWF_ADVANCE_TIME" val="50.000"/>
  <p:tag name="ISPRING_SLIDE_INDENT_LEVEL" val="0"/>
  <p:tag name="ISPRING_CUSTOM_TIMING_USED" val="0"/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1308</Words>
  <Application>Microsoft Office PowerPoint</Application>
  <PresentationFormat>Widescreen</PresentationFormat>
  <Paragraphs>190</Paragraphs>
  <Slides>30</Slides>
  <Notes>4</Notes>
  <HiddenSlides>0</HiddenSlides>
  <MMClips>4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</vt:lpstr>
      <vt:lpstr>Aptos Display</vt:lpstr>
      <vt:lpstr>Arial</vt:lpstr>
      <vt:lpstr>Century Gothic</vt:lpstr>
      <vt:lpstr>Daytona Condensed</vt:lpstr>
      <vt:lpstr>Gotham Book</vt:lpstr>
      <vt:lpstr>Mundial</vt:lpstr>
      <vt:lpstr>Mundial Black</vt:lpstr>
      <vt:lpstr>Wingdings</vt:lpstr>
      <vt:lpstr>Office Theme</vt:lpstr>
      <vt:lpstr>COURSE OBJECTIVE</vt:lpstr>
      <vt:lpstr>COURSE OBJECTIVE</vt:lpstr>
      <vt:lpstr>COURSE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PAX 05.05.07   PASSENGER ACCEPTANCE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rosniza ahmad</dc:creator>
  <cp:lastModifiedBy>rosniza ahmad</cp:lastModifiedBy>
  <cp:revision>1</cp:revision>
  <dcterms:created xsi:type="dcterms:W3CDTF">2026-10-04T15:44:16Z</dcterms:created>
  <dcterms:modified xsi:type="dcterms:W3CDTF">2026-10-04T15:46:05Z</dcterms:modified>
</cp:coreProperties>
</file>