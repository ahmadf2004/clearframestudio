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328" r:id="rId2"/>
    <p:sldId id="323" r:id="rId3"/>
    <p:sldId id="296" r:id="rId4"/>
    <p:sldId id="280" r:id="rId5"/>
    <p:sldId id="313" r:id="rId6"/>
    <p:sldId id="268" r:id="rId7"/>
    <p:sldId id="269" r:id="rId8"/>
    <p:sldId id="316" r:id="rId9"/>
    <p:sldId id="315" r:id="rId10"/>
    <p:sldId id="270" r:id="rId11"/>
    <p:sldId id="317" r:id="rId12"/>
    <p:sldId id="271" r:id="rId13"/>
    <p:sldId id="263" r:id="rId14"/>
    <p:sldId id="264" r:id="rId15"/>
    <p:sldId id="265" r:id="rId16"/>
    <p:sldId id="298" r:id="rId17"/>
    <p:sldId id="266" r:id="rId18"/>
    <p:sldId id="272" r:id="rId19"/>
    <p:sldId id="273" r:id="rId20"/>
    <p:sldId id="301" r:id="rId21"/>
    <p:sldId id="318" r:id="rId22"/>
    <p:sldId id="319" r:id="rId23"/>
    <p:sldId id="275" r:id="rId24"/>
    <p:sldId id="276" r:id="rId25"/>
    <p:sldId id="299" r:id="rId26"/>
    <p:sldId id="302" r:id="rId27"/>
    <p:sldId id="326" r:id="rId28"/>
    <p:sldId id="279" r:id="rId29"/>
    <p:sldId id="31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050"/>
    <a:srgbClr val="D61A3B"/>
    <a:srgbClr val="939999"/>
    <a:srgbClr val="D0CECE"/>
    <a:srgbClr val="EDEEEA"/>
    <a:srgbClr val="670D1C"/>
    <a:srgbClr val="202222"/>
    <a:srgbClr val="343838"/>
    <a:srgbClr val="474C4C"/>
    <a:srgbClr val="59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72" d="100"/>
          <a:sy n="72" d="100"/>
        </p:scale>
        <p:origin x="342" y="-3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3" d="100"/>
        <a:sy n="12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r>
              <a:rPr lang="en-US" dirty="0"/>
              <a:t>Sales</a:t>
            </a:r>
          </a:p>
        </c:rich>
      </c:tx>
      <c:layout>
        <c:manualLayout>
          <c:xMode val="edge"/>
          <c:yMode val="edge"/>
          <c:x val="0.44595980006218455"/>
          <c:y val="8.81888713977102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96265577198012"/>
          <c:y val="0.24889410988429853"/>
          <c:w val="0.29423251760008312"/>
          <c:h val="0.408640194845284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dPt>
            <c:idx val="0"/>
            <c:bubble3D val="0"/>
            <c:spPr>
              <a:solidFill>
                <a:srgbClr val="93999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DCA-4A07-8ADD-7119CB6DC559}"/>
              </c:ext>
            </c:extLst>
          </c:dPt>
          <c:dPt>
            <c:idx val="1"/>
            <c:bubble3D val="0"/>
            <c:spPr>
              <a:solidFill>
                <a:srgbClr val="EDEEE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DCA-4A07-8ADD-7119CB6DC559}"/>
              </c:ext>
            </c:extLst>
          </c:dPt>
          <c:cat>
            <c:strRef>
              <c:f>Sheet1!$A$2:$A$3</c:f>
              <c:strCache>
                <c:ptCount val="2"/>
                <c:pt idx="0">
                  <c:v>Sales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CA-4A07-8ADD-7119CB6DC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D61A3B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Prod 1</c:v>
                </c:pt>
                <c:pt idx="1">
                  <c:v>Prod 2</c:v>
                </c:pt>
                <c:pt idx="2">
                  <c:v>Prod 3</c:v>
                </c:pt>
                <c:pt idx="3">
                  <c:v>Prod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39-40A7-9084-C37EA2361D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B505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Prod 1</c:v>
                </c:pt>
                <c:pt idx="1">
                  <c:v>Prod 2</c:v>
                </c:pt>
                <c:pt idx="2">
                  <c:v>Prod 3</c:v>
                </c:pt>
                <c:pt idx="3">
                  <c:v>Prod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39-40A7-9084-C37EA2361D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3999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Prod 1</c:v>
                </c:pt>
                <c:pt idx="1">
                  <c:v>Prod 2</c:v>
                </c:pt>
                <c:pt idx="2">
                  <c:v>Prod 3</c:v>
                </c:pt>
                <c:pt idx="3">
                  <c:v>Prod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39-40A7-9084-C37EA2361D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1019024"/>
        <c:axId val="108469264"/>
      </c:barChart>
      <c:catAx>
        <c:axId val="481019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n-US"/>
          </a:p>
        </c:txPr>
        <c:crossAx val="108469264"/>
        <c:crosses val="autoZero"/>
        <c:auto val="1"/>
        <c:lblAlgn val="ctr"/>
        <c:lblOffset val="100"/>
        <c:noMultiLvlLbl val="0"/>
      </c:catAx>
      <c:valAx>
        <c:axId val="108469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1019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People</a:t>
            </a:r>
          </a:p>
        </c:rich>
      </c:tx>
      <c:layout>
        <c:manualLayout>
          <c:xMode val="edge"/>
          <c:yMode val="edge"/>
          <c:x val="0.44595980006218455"/>
          <c:y val="8.81888713977102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96265577198012"/>
          <c:y val="0.24889410988429853"/>
          <c:w val="0.29423251760008312"/>
          <c:h val="0.408640194845284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dPt>
            <c:idx val="0"/>
            <c:bubble3D val="0"/>
            <c:spPr>
              <a:solidFill>
                <a:srgbClr val="D61A3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DCA-4A07-8ADD-7119CB6DC559}"/>
              </c:ext>
            </c:extLst>
          </c:dPt>
          <c:dPt>
            <c:idx val="1"/>
            <c:bubble3D val="0"/>
            <c:spPr>
              <a:solidFill>
                <a:srgbClr val="EDEEE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DCA-4A07-8ADD-7119CB6DC559}"/>
              </c:ext>
            </c:extLst>
          </c:dPt>
          <c:cat>
            <c:strRef>
              <c:f>Sheet1!$A$2:$A$3</c:f>
              <c:strCache>
                <c:ptCount val="2"/>
                <c:pt idx="0">
                  <c:v>People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0.33</c:v>
                </c:pt>
                <c:pt idx="1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CA-4A07-8ADD-7119CB6DC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r>
              <a:rPr lang="en-US" dirty="0"/>
              <a:t>Product</a:t>
            </a:r>
          </a:p>
        </c:rich>
      </c:tx>
      <c:layout>
        <c:manualLayout>
          <c:xMode val="edge"/>
          <c:yMode val="edge"/>
          <c:x val="0.44595980006218455"/>
          <c:y val="8.81888713977102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96265577198012"/>
          <c:y val="0.24889410988429853"/>
          <c:w val="0.29423251760008312"/>
          <c:h val="0.408640194845284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dPt>
            <c:idx val="0"/>
            <c:bubble3D val="0"/>
            <c:spPr>
              <a:solidFill>
                <a:srgbClr val="4B505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DCA-4A07-8ADD-7119CB6DC559}"/>
              </c:ext>
            </c:extLst>
          </c:dPt>
          <c:dPt>
            <c:idx val="1"/>
            <c:bubble3D val="0"/>
            <c:spPr>
              <a:solidFill>
                <a:srgbClr val="EDEEE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DCA-4A07-8ADD-7119CB6DC559}"/>
              </c:ext>
            </c:extLst>
          </c:dPt>
          <c:cat>
            <c:strRef>
              <c:f>Sheet1!$A$2:$A$3</c:f>
              <c:strCache>
                <c:ptCount val="2"/>
                <c:pt idx="0">
                  <c:v>Product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0.54</c:v>
                </c:pt>
                <c:pt idx="1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CA-4A07-8ADD-7119CB6DC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939999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  <c:pt idx="3">
                  <c:v>Product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78-4A5A-967A-910028FEF4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74C4C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  <c:pt idx="3">
                  <c:v>Product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78-4A5A-967A-910028FEF4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61A3B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  <c:pt idx="3">
                  <c:v>Product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78-4A5A-967A-910028FEF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33401328"/>
        <c:axId val="977334160"/>
        <c:axId val="0"/>
      </c:bar3DChart>
      <c:catAx>
        <c:axId val="43340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n-US"/>
          </a:p>
        </c:txPr>
        <c:crossAx val="977334160"/>
        <c:crosses val="autoZero"/>
        <c:auto val="1"/>
        <c:lblAlgn val="ctr"/>
        <c:lblOffset val="100"/>
        <c:noMultiLvlLbl val="0"/>
      </c:catAx>
      <c:valAx>
        <c:axId val="97733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n-US"/>
          </a:p>
        </c:txPr>
        <c:crossAx val="43340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D61A3B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BA3-4E65-B9EF-6419DB045EA9}"/>
              </c:ext>
            </c:extLst>
          </c:dPt>
          <c:dPt>
            <c:idx val="1"/>
            <c:bubble3D val="0"/>
            <c:spPr>
              <a:solidFill>
                <a:srgbClr val="474C4C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8BA3-4E65-B9EF-6419DB045EA9}"/>
              </c:ext>
            </c:extLst>
          </c:dPt>
          <c:dPt>
            <c:idx val="2"/>
            <c:bubble3D val="0"/>
            <c:spPr>
              <a:solidFill>
                <a:srgbClr val="939999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BA3-4E65-B9EF-6419DB045EA9}"/>
              </c:ext>
            </c:extLst>
          </c:dPt>
          <c:dPt>
            <c:idx val="3"/>
            <c:bubble3D val="0"/>
            <c:spPr>
              <a:solidFill>
                <a:srgbClr val="D4D6D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8BA3-4E65-B9EF-6419DB045EA9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A3-4E65-B9EF-6419DB045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LogoUpperLeft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3E03E5-56F1-4D33-B49A-B7E1F49A6EA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787544" y="6285570"/>
            <a:ext cx="10404457" cy="572431"/>
            <a:chOff x="1787544" y="6285570"/>
            <a:chExt cx="10404457" cy="5724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22E0EE-0A1A-F7A9-BD78-52447D5105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31598" y="6285570"/>
              <a:ext cx="10160403" cy="471714"/>
            </a:xfrm>
            <a:custGeom>
              <a:avLst/>
              <a:gdLst>
                <a:gd name="csX0" fmla="*/ 327297 w 10160403"/>
                <a:gd name="csY0" fmla="*/ 0 h 471714"/>
                <a:gd name="csX1" fmla="*/ 10160403 w 10160403"/>
                <a:gd name="csY1" fmla="*/ 0 h 471714"/>
                <a:gd name="csX2" fmla="*/ 10160403 w 10160403"/>
                <a:gd name="csY2" fmla="*/ 471714 h 471714"/>
                <a:gd name="csX3" fmla="*/ 0 w 10160403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60403" h="471714">
                  <a:moveTo>
                    <a:pt x="327297" y="0"/>
                  </a:moveTo>
                  <a:lnTo>
                    <a:pt x="10160403" y="0"/>
                  </a:lnTo>
                  <a:lnTo>
                    <a:pt x="10160403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F936B3-341E-A94D-E9FA-7D4441A591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87544" y="6386287"/>
              <a:ext cx="10404456" cy="471714"/>
            </a:xfrm>
            <a:custGeom>
              <a:avLst/>
              <a:gdLst>
                <a:gd name="csX0" fmla="*/ 327297 w 10404456"/>
                <a:gd name="csY0" fmla="*/ 0 h 471714"/>
                <a:gd name="csX1" fmla="*/ 10404456 w 10404456"/>
                <a:gd name="csY1" fmla="*/ 0 h 471714"/>
                <a:gd name="csX2" fmla="*/ 10404456 w 10404456"/>
                <a:gd name="csY2" fmla="*/ 471714 h 471714"/>
                <a:gd name="csX3" fmla="*/ 0 w 10404456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04456" h="471714">
                  <a:moveTo>
                    <a:pt x="327297" y="0"/>
                  </a:moveTo>
                  <a:lnTo>
                    <a:pt x="10404456" y="0"/>
                  </a:lnTo>
                  <a:lnTo>
                    <a:pt x="10404456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5ED650C-CC3D-B45C-8A50-4647D4F4BB9B}"/>
              </a:ext>
            </a:extLst>
          </p:cNvPr>
          <p:cNvSpPr>
            <a:spLocks/>
          </p:cNvSpPr>
          <p:nvPr userDrawn="1"/>
        </p:nvSpPr>
        <p:spPr>
          <a:xfrm>
            <a:off x="0" y="194129"/>
            <a:ext cx="6648811" cy="4180114"/>
          </a:xfrm>
          <a:custGeom>
            <a:avLst/>
            <a:gdLst>
              <a:gd name="csX0" fmla="*/ 0 w 6648811"/>
              <a:gd name="csY0" fmla="*/ 0 h 4180114"/>
              <a:gd name="csX1" fmla="*/ 102868 w 6648811"/>
              <a:gd name="csY1" fmla="*/ 0 h 4180114"/>
              <a:gd name="csX2" fmla="*/ 270564 w 6648811"/>
              <a:gd name="csY2" fmla="*/ 0 h 4180114"/>
              <a:gd name="csX3" fmla="*/ 6648811 w 6648811"/>
              <a:gd name="csY3" fmla="*/ 0 h 4180114"/>
              <a:gd name="csX4" fmla="*/ 3748455 w 6648811"/>
              <a:gd name="csY4" fmla="*/ 4180114 h 4180114"/>
              <a:gd name="csX5" fmla="*/ 270564 w 6648811"/>
              <a:gd name="csY5" fmla="*/ 4180114 h 4180114"/>
              <a:gd name="csX6" fmla="*/ 0 w 6648811"/>
              <a:gd name="csY6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648811" h="4180114">
                <a:moveTo>
                  <a:pt x="0" y="0"/>
                </a:moveTo>
                <a:lnTo>
                  <a:pt x="102868" y="0"/>
                </a:lnTo>
                <a:lnTo>
                  <a:pt x="270564" y="0"/>
                </a:lnTo>
                <a:lnTo>
                  <a:pt x="6648811" y="0"/>
                </a:lnTo>
                <a:lnTo>
                  <a:pt x="3748455" y="4180114"/>
                </a:lnTo>
                <a:lnTo>
                  <a:pt x="270564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83C6069-15E4-6A37-9B91-4EFD2D2ECF8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545943" cy="4180114"/>
          </a:xfrm>
          <a:custGeom>
            <a:avLst/>
            <a:gdLst>
              <a:gd name="csX0" fmla="*/ 0 w 6545943"/>
              <a:gd name="csY0" fmla="*/ 0 h 4180114"/>
              <a:gd name="csX1" fmla="*/ 6545943 w 6545943"/>
              <a:gd name="csY1" fmla="*/ 0 h 4180114"/>
              <a:gd name="csX2" fmla="*/ 3645587 w 6545943"/>
              <a:gd name="csY2" fmla="*/ 4180114 h 4180114"/>
              <a:gd name="csX3" fmla="*/ 0 w 6545943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45943" h="4180114">
                <a:moveTo>
                  <a:pt x="0" y="0"/>
                </a:moveTo>
                <a:lnTo>
                  <a:pt x="6545943" y="0"/>
                </a:lnTo>
                <a:lnTo>
                  <a:pt x="3645587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FC7C352-ADFA-AA4B-E1D7-B4925B8ED3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56" y="100716"/>
            <a:ext cx="2352582" cy="66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39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LogoUpperRight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3E03E5-56F1-4D33-B49A-B7E1F49A6EA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787544" y="6285570"/>
            <a:ext cx="10404457" cy="572431"/>
            <a:chOff x="1787544" y="6285570"/>
            <a:chExt cx="10404457" cy="5724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22E0EE-0A1A-F7A9-BD78-52447D5105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31598" y="6285570"/>
              <a:ext cx="10160403" cy="471714"/>
            </a:xfrm>
            <a:custGeom>
              <a:avLst/>
              <a:gdLst>
                <a:gd name="csX0" fmla="*/ 327297 w 10160403"/>
                <a:gd name="csY0" fmla="*/ 0 h 471714"/>
                <a:gd name="csX1" fmla="*/ 10160403 w 10160403"/>
                <a:gd name="csY1" fmla="*/ 0 h 471714"/>
                <a:gd name="csX2" fmla="*/ 10160403 w 10160403"/>
                <a:gd name="csY2" fmla="*/ 471714 h 471714"/>
                <a:gd name="csX3" fmla="*/ 0 w 10160403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60403" h="471714">
                  <a:moveTo>
                    <a:pt x="327297" y="0"/>
                  </a:moveTo>
                  <a:lnTo>
                    <a:pt x="10160403" y="0"/>
                  </a:lnTo>
                  <a:lnTo>
                    <a:pt x="10160403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F936B3-341E-A94D-E9FA-7D4441A591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87544" y="6386287"/>
              <a:ext cx="10404456" cy="471714"/>
            </a:xfrm>
            <a:custGeom>
              <a:avLst/>
              <a:gdLst>
                <a:gd name="csX0" fmla="*/ 327297 w 10404456"/>
                <a:gd name="csY0" fmla="*/ 0 h 471714"/>
                <a:gd name="csX1" fmla="*/ 10404456 w 10404456"/>
                <a:gd name="csY1" fmla="*/ 0 h 471714"/>
                <a:gd name="csX2" fmla="*/ 10404456 w 10404456"/>
                <a:gd name="csY2" fmla="*/ 471714 h 471714"/>
                <a:gd name="csX3" fmla="*/ 0 w 10404456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04456" h="471714">
                  <a:moveTo>
                    <a:pt x="327297" y="0"/>
                  </a:moveTo>
                  <a:lnTo>
                    <a:pt x="10404456" y="0"/>
                  </a:lnTo>
                  <a:lnTo>
                    <a:pt x="10404456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5ED650C-CC3D-B45C-8A50-4647D4F4BB9B}"/>
              </a:ext>
            </a:extLst>
          </p:cNvPr>
          <p:cNvSpPr>
            <a:spLocks/>
          </p:cNvSpPr>
          <p:nvPr userDrawn="1"/>
        </p:nvSpPr>
        <p:spPr>
          <a:xfrm>
            <a:off x="0" y="194129"/>
            <a:ext cx="6648811" cy="4180114"/>
          </a:xfrm>
          <a:custGeom>
            <a:avLst/>
            <a:gdLst>
              <a:gd name="csX0" fmla="*/ 0 w 6648811"/>
              <a:gd name="csY0" fmla="*/ 0 h 4180114"/>
              <a:gd name="csX1" fmla="*/ 102868 w 6648811"/>
              <a:gd name="csY1" fmla="*/ 0 h 4180114"/>
              <a:gd name="csX2" fmla="*/ 270564 w 6648811"/>
              <a:gd name="csY2" fmla="*/ 0 h 4180114"/>
              <a:gd name="csX3" fmla="*/ 6648811 w 6648811"/>
              <a:gd name="csY3" fmla="*/ 0 h 4180114"/>
              <a:gd name="csX4" fmla="*/ 3748455 w 6648811"/>
              <a:gd name="csY4" fmla="*/ 4180114 h 4180114"/>
              <a:gd name="csX5" fmla="*/ 270564 w 6648811"/>
              <a:gd name="csY5" fmla="*/ 4180114 h 4180114"/>
              <a:gd name="csX6" fmla="*/ 0 w 6648811"/>
              <a:gd name="csY6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648811" h="4180114">
                <a:moveTo>
                  <a:pt x="0" y="0"/>
                </a:moveTo>
                <a:lnTo>
                  <a:pt x="102868" y="0"/>
                </a:lnTo>
                <a:lnTo>
                  <a:pt x="270564" y="0"/>
                </a:lnTo>
                <a:lnTo>
                  <a:pt x="6648811" y="0"/>
                </a:lnTo>
                <a:lnTo>
                  <a:pt x="3748455" y="4180114"/>
                </a:lnTo>
                <a:lnTo>
                  <a:pt x="270564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83C6069-15E4-6A37-9B91-4EFD2D2ECF8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545943" cy="4180114"/>
          </a:xfrm>
          <a:custGeom>
            <a:avLst/>
            <a:gdLst>
              <a:gd name="csX0" fmla="*/ 0 w 6545943"/>
              <a:gd name="csY0" fmla="*/ 0 h 4180114"/>
              <a:gd name="csX1" fmla="*/ 6545943 w 6545943"/>
              <a:gd name="csY1" fmla="*/ 0 h 4180114"/>
              <a:gd name="csX2" fmla="*/ 3645587 w 6545943"/>
              <a:gd name="csY2" fmla="*/ 4180114 h 4180114"/>
              <a:gd name="csX3" fmla="*/ 0 w 6545943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45943" h="4180114">
                <a:moveTo>
                  <a:pt x="0" y="0"/>
                </a:moveTo>
                <a:lnTo>
                  <a:pt x="6545943" y="0"/>
                </a:lnTo>
                <a:lnTo>
                  <a:pt x="3645587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251E421-AEEE-321F-0BAC-72637D3AB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6242" y="100716"/>
            <a:ext cx="2352582" cy="66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30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AddPicture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3E03E5-56F1-4D33-B49A-B7E1F49A6EA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787544" y="6285570"/>
            <a:ext cx="10404457" cy="572431"/>
            <a:chOff x="1787544" y="6285570"/>
            <a:chExt cx="10404457" cy="5724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22E0EE-0A1A-F7A9-BD78-52447D5105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31598" y="6285570"/>
              <a:ext cx="10160403" cy="471714"/>
            </a:xfrm>
            <a:custGeom>
              <a:avLst/>
              <a:gdLst>
                <a:gd name="csX0" fmla="*/ 327297 w 10160403"/>
                <a:gd name="csY0" fmla="*/ 0 h 471714"/>
                <a:gd name="csX1" fmla="*/ 10160403 w 10160403"/>
                <a:gd name="csY1" fmla="*/ 0 h 471714"/>
                <a:gd name="csX2" fmla="*/ 10160403 w 10160403"/>
                <a:gd name="csY2" fmla="*/ 471714 h 471714"/>
                <a:gd name="csX3" fmla="*/ 0 w 10160403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60403" h="471714">
                  <a:moveTo>
                    <a:pt x="327297" y="0"/>
                  </a:moveTo>
                  <a:lnTo>
                    <a:pt x="10160403" y="0"/>
                  </a:lnTo>
                  <a:lnTo>
                    <a:pt x="10160403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F936B3-341E-A94D-E9FA-7D4441A591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87544" y="6386287"/>
              <a:ext cx="10404456" cy="471714"/>
            </a:xfrm>
            <a:custGeom>
              <a:avLst/>
              <a:gdLst>
                <a:gd name="csX0" fmla="*/ 327297 w 10404456"/>
                <a:gd name="csY0" fmla="*/ 0 h 471714"/>
                <a:gd name="csX1" fmla="*/ 10404456 w 10404456"/>
                <a:gd name="csY1" fmla="*/ 0 h 471714"/>
                <a:gd name="csX2" fmla="*/ 10404456 w 10404456"/>
                <a:gd name="csY2" fmla="*/ 471714 h 471714"/>
                <a:gd name="csX3" fmla="*/ 0 w 10404456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04456" h="471714">
                  <a:moveTo>
                    <a:pt x="327297" y="0"/>
                  </a:moveTo>
                  <a:lnTo>
                    <a:pt x="10404456" y="0"/>
                  </a:lnTo>
                  <a:lnTo>
                    <a:pt x="10404456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5ED650C-CC3D-B45C-8A50-4647D4F4BB9B}"/>
              </a:ext>
            </a:extLst>
          </p:cNvPr>
          <p:cNvSpPr>
            <a:spLocks/>
          </p:cNvSpPr>
          <p:nvPr userDrawn="1"/>
        </p:nvSpPr>
        <p:spPr>
          <a:xfrm>
            <a:off x="0" y="194129"/>
            <a:ext cx="6648811" cy="4180114"/>
          </a:xfrm>
          <a:custGeom>
            <a:avLst/>
            <a:gdLst>
              <a:gd name="csX0" fmla="*/ 0 w 6648811"/>
              <a:gd name="csY0" fmla="*/ 0 h 4180114"/>
              <a:gd name="csX1" fmla="*/ 102868 w 6648811"/>
              <a:gd name="csY1" fmla="*/ 0 h 4180114"/>
              <a:gd name="csX2" fmla="*/ 270564 w 6648811"/>
              <a:gd name="csY2" fmla="*/ 0 h 4180114"/>
              <a:gd name="csX3" fmla="*/ 6648811 w 6648811"/>
              <a:gd name="csY3" fmla="*/ 0 h 4180114"/>
              <a:gd name="csX4" fmla="*/ 3748455 w 6648811"/>
              <a:gd name="csY4" fmla="*/ 4180114 h 4180114"/>
              <a:gd name="csX5" fmla="*/ 270564 w 6648811"/>
              <a:gd name="csY5" fmla="*/ 4180114 h 4180114"/>
              <a:gd name="csX6" fmla="*/ 0 w 6648811"/>
              <a:gd name="csY6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648811" h="4180114">
                <a:moveTo>
                  <a:pt x="0" y="0"/>
                </a:moveTo>
                <a:lnTo>
                  <a:pt x="102868" y="0"/>
                </a:lnTo>
                <a:lnTo>
                  <a:pt x="270564" y="0"/>
                </a:lnTo>
                <a:lnTo>
                  <a:pt x="6648811" y="0"/>
                </a:lnTo>
                <a:lnTo>
                  <a:pt x="3748455" y="4180114"/>
                </a:lnTo>
                <a:lnTo>
                  <a:pt x="270564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D4F5E9-7161-880E-1C9A-57C0DFC65D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6242" y="100716"/>
            <a:ext cx="2352582" cy="667083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D61691-6F8A-BECA-667E-0615214ACA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545943" cy="4180114"/>
          </a:xfrm>
          <a:custGeom>
            <a:avLst/>
            <a:gdLst>
              <a:gd name="csX0" fmla="*/ 0 w 6545943"/>
              <a:gd name="csY0" fmla="*/ 0 h 4180114"/>
              <a:gd name="csX1" fmla="*/ 6545943 w 6545943"/>
              <a:gd name="csY1" fmla="*/ 0 h 4180114"/>
              <a:gd name="csX2" fmla="*/ 3645587 w 6545943"/>
              <a:gd name="csY2" fmla="*/ 4180114 h 4180114"/>
              <a:gd name="csX3" fmla="*/ 0 w 6545943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45943" h="4180114">
                <a:moveTo>
                  <a:pt x="0" y="0"/>
                </a:moveTo>
                <a:lnTo>
                  <a:pt x="6545943" y="0"/>
                </a:lnTo>
                <a:lnTo>
                  <a:pt x="3645587" y="4180114"/>
                </a:lnTo>
                <a:lnTo>
                  <a:pt x="0" y="41801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809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_No Logo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3E03E5-56F1-4D33-B49A-B7E1F49A6EA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787544" y="6285570"/>
            <a:ext cx="10404457" cy="572431"/>
            <a:chOff x="1787544" y="6285570"/>
            <a:chExt cx="10404457" cy="5724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22E0EE-0A1A-F7A9-BD78-52447D5105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31598" y="6285570"/>
              <a:ext cx="10160403" cy="471714"/>
            </a:xfrm>
            <a:custGeom>
              <a:avLst/>
              <a:gdLst>
                <a:gd name="csX0" fmla="*/ 327297 w 10160403"/>
                <a:gd name="csY0" fmla="*/ 0 h 471714"/>
                <a:gd name="csX1" fmla="*/ 10160403 w 10160403"/>
                <a:gd name="csY1" fmla="*/ 0 h 471714"/>
                <a:gd name="csX2" fmla="*/ 10160403 w 10160403"/>
                <a:gd name="csY2" fmla="*/ 471714 h 471714"/>
                <a:gd name="csX3" fmla="*/ 0 w 10160403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60403" h="471714">
                  <a:moveTo>
                    <a:pt x="327297" y="0"/>
                  </a:moveTo>
                  <a:lnTo>
                    <a:pt x="10160403" y="0"/>
                  </a:lnTo>
                  <a:lnTo>
                    <a:pt x="10160403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F936B3-341E-A94D-E9FA-7D4441A591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87544" y="6386287"/>
              <a:ext cx="10404456" cy="471714"/>
            </a:xfrm>
            <a:custGeom>
              <a:avLst/>
              <a:gdLst>
                <a:gd name="csX0" fmla="*/ 327297 w 10404456"/>
                <a:gd name="csY0" fmla="*/ 0 h 471714"/>
                <a:gd name="csX1" fmla="*/ 10404456 w 10404456"/>
                <a:gd name="csY1" fmla="*/ 0 h 471714"/>
                <a:gd name="csX2" fmla="*/ 10404456 w 10404456"/>
                <a:gd name="csY2" fmla="*/ 471714 h 471714"/>
                <a:gd name="csX3" fmla="*/ 0 w 10404456"/>
                <a:gd name="csY3" fmla="*/ 471714 h 47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04456" h="471714">
                  <a:moveTo>
                    <a:pt x="327297" y="0"/>
                  </a:moveTo>
                  <a:lnTo>
                    <a:pt x="10404456" y="0"/>
                  </a:lnTo>
                  <a:lnTo>
                    <a:pt x="10404456" y="471714"/>
                  </a:lnTo>
                  <a:lnTo>
                    <a:pt x="0" y="471714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5ED650C-CC3D-B45C-8A50-4647D4F4BB9B}"/>
              </a:ext>
            </a:extLst>
          </p:cNvPr>
          <p:cNvSpPr>
            <a:spLocks/>
          </p:cNvSpPr>
          <p:nvPr userDrawn="1"/>
        </p:nvSpPr>
        <p:spPr>
          <a:xfrm>
            <a:off x="0" y="204039"/>
            <a:ext cx="4846761" cy="3047163"/>
          </a:xfrm>
          <a:custGeom>
            <a:avLst/>
            <a:gdLst>
              <a:gd name="csX0" fmla="*/ 0 w 6648811"/>
              <a:gd name="csY0" fmla="*/ 0 h 4180114"/>
              <a:gd name="csX1" fmla="*/ 102868 w 6648811"/>
              <a:gd name="csY1" fmla="*/ 0 h 4180114"/>
              <a:gd name="csX2" fmla="*/ 270564 w 6648811"/>
              <a:gd name="csY2" fmla="*/ 0 h 4180114"/>
              <a:gd name="csX3" fmla="*/ 6648811 w 6648811"/>
              <a:gd name="csY3" fmla="*/ 0 h 4180114"/>
              <a:gd name="csX4" fmla="*/ 3748455 w 6648811"/>
              <a:gd name="csY4" fmla="*/ 4180114 h 4180114"/>
              <a:gd name="csX5" fmla="*/ 270564 w 6648811"/>
              <a:gd name="csY5" fmla="*/ 4180114 h 4180114"/>
              <a:gd name="csX6" fmla="*/ 0 w 6648811"/>
              <a:gd name="csY6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648811" h="4180114">
                <a:moveTo>
                  <a:pt x="0" y="0"/>
                </a:moveTo>
                <a:lnTo>
                  <a:pt x="102868" y="0"/>
                </a:lnTo>
                <a:lnTo>
                  <a:pt x="270564" y="0"/>
                </a:lnTo>
                <a:lnTo>
                  <a:pt x="6648811" y="0"/>
                </a:lnTo>
                <a:lnTo>
                  <a:pt x="3748455" y="4180114"/>
                </a:lnTo>
                <a:lnTo>
                  <a:pt x="270564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83C6069-15E4-6A37-9B91-4EFD2D2ECF8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771774" cy="3047163"/>
          </a:xfrm>
          <a:custGeom>
            <a:avLst/>
            <a:gdLst>
              <a:gd name="csX0" fmla="*/ 0 w 6545943"/>
              <a:gd name="csY0" fmla="*/ 0 h 4180114"/>
              <a:gd name="csX1" fmla="*/ 6545943 w 6545943"/>
              <a:gd name="csY1" fmla="*/ 0 h 4180114"/>
              <a:gd name="csX2" fmla="*/ 3645587 w 6545943"/>
              <a:gd name="csY2" fmla="*/ 4180114 h 4180114"/>
              <a:gd name="csX3" fmla="*/ 0 w 6545943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45943" h="4180114">
                <a:moveTo>
                  <a:pt x="0" y="0"/>
                </a:moveTo>
                <a:lnTo>
                  <a:pt x="6545943" y="0"/>
                </a:lnTo>
                <a:lnTo>
                  <a:pt x="3645587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98A4258-A57C-C463-37C1-B8471CF0BD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56" y="100716"/>
            <a:ext cx="2352582" cy="66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304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58524B-94F2-158D-C3E8-E1497EEEE9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0160" y="97536"/>
            <a:ext cx="10036089" cy="673100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rgbClr val="4B5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AA0C66-0540-A901-95B5-4A4108511BD9}"/>
              </a:ext>
            </a:extLst>
          </p:cNvPr>
          <p:cNvGrpSpPr/>
          <p:nvPr userDrawn="1"/>
        </p:nvGrpSpPr>
        <p:grpSpPr>
          <a:xfrm>
            <a:off x="1787544" y="6521428"/>
            <a:ext cx="10404457" cy="336574"/>
            <a:chOff x="1787544" y="6521428"/>
            <a:chExt cx="10404457" cy="33657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50FC8E8-964A-DC88-7501-5A63D824AF52}"/>
                </a:ext>
              </a:extLst>
            </p:cNvPr>
            <p:cNvSpPr/>
            <p:nvPr/>
          </p:nvSpPr>
          <p:spPr>
            <a:xfrm>
              <a:off x="2031598" y="6521428"/>
              <a:ext cx="10160403" cy="235857"/>
            </a:xfrm>
            <a:custGeom>
              <a:avLst/>
              <a:gdLst>
                <a:gd name="csX0" fmla="*/ 163649 w 10160403"/>
                <a:gd name="csY0" fmla="*/ 0 h 235857"/>
                <a:gd name="csX1" fmla="*/ 10160403 w 10160403"/>
                <a:gd name="csY1" fmla="*/ 0 h 235857"/>
                <a:gd name="csX2" fmla="*/ 10160403 w 10160403"/>
                <a:gd name="csY2" fmla="*/ 235857 h 235857"/>
                <a:gd name="csX3" fmla="*/ 0 w 10160403"/>
                <a:gd name="csY3" fmla="*/ 235857 h 235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60403" h="235857">
                  <a:moveTo>
                    <a:pt x="163649" y="0"/>
                  </a:moveTo>
                  <a:lnTo>
                    <a:pt x="10160403" y="0"/>
                  </a:lnTo>
                  <a:lnTo>
                    <a:pt x="10160403" y="235857"/>
                  </a:lnTo>
                  <a:lnTo>
                    <a:pt x="0" y="235857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D6B241-AE7C-34D8-B17A-B824C53B669A}"/>
                </a:ext>
              </a:extLst>
            </p:cNvPr>
            <p:cNvSpPr/>
            <p:nvPr/>
          </p:nvSpPr>
          <p:spPr>
            <a:xfrm>
              <a:off x="1787544" y="6622145"/>
              <a:ext cx="10404456" cy="235857"/>
            </a:xfrm>
            <a:custGeom>
              <a:avLst/>
              <a:gdLst>
                <a:gd name="csX0" fmla="*/ 163649 w 10404456"/>
                <a:gd name="csY0" fmla="*/ 0 h 235857"/>
                <a:gd name="csX1" fmla="*/ 10404456 w 10404456"/>
                <a:gd name="csY1" fmla="*/ 0 h 235857"/>
                <a:gd name="csX2" fmla="*/ 10404456 w 10404456"/>
                <a:gd name="csY2" fmla="*/ 235857 h 235857"/>
                <a:gd name="csX3" fmla="*/ 0 w 10404456"/>
                <a:gd name="csY3" fmla="*/ 235857 h 235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04456" h="235857">
                  <a:moveTo>
                    <a:pt x="163649" y="0"/>
                  </a:moveTo>
                  <a:lnTo>
                    <a:pt x="10404456" y="0"/>
                  </a:lnTo>
                  <a:lnTo>
                    <a:pt x="10404456" y="235857"/>
                  </a:lnTo>
                  <a:lnTo>
                    <a:pt x="0" y="235857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0531012-D3D8-E795-1160-510237B89815}"/>
              </a:ext>
            </a:extLst>
          </p:cNvPr>
          <p:cNvSpPr/>
          <p:nvPr/>
        </p:nvSpPr>
        <p:spPr>
          <a:xfrm>
            <a:off x="-1555" y="83516"/>
            <a:ext cx="1360172" cy="855141"/>
          </a:xfrm>
          <a:custGeom>
            <a:avLst/>
            <a:gdLst>
              <a:gd name="csX0" fmla="*/ 0 w 6648811"/>
              <a:gd name="csY0" fmla="*/ 0 h 4180114"/>
              <a:gd name="csX1" fmla="*/ 102868 w 6648811"/>
              <a:gd name="csY1" fmla="*/ 0 h 4180114"/>
              <a:gd name="csX2" fmla="*/ 270564 w 6648811"/>
              <a:gd name="csY2" fmla="*/ 0 h 4180114"/>
              <a:gd name="csX3" fmla="*/ 6648811 w 6648811"/>
              <a:gd name="csY3" fmla="*/ 0 h 4180114"/>
              <a:gd name="csX4" fmla="*/ 3748455 w 6648811"/>
              <a:gd name="csY4" fmla="*/ 4180114 h 4180114"/>
              <a:gd name="csX5" fmla="*/ 270564 w 6648811"/>
              <a:gd name="csY5" fmla="*/ 4180114 h 4180114"/>
              <a:gd name="csX6" fmla="*/ 0 w 6648811"/>
              <a:gd name="csY6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648811" h="4180114">
                <a:moveTo>
                  <a:pt x="0" y="0"/>
                </a:moveTo>
                <a:lnTo>
                  <a:pt x="102868" y="0"/>
                </a:lnTo>
                <a:lnTo>
                  <a:pt x="270564" y="0"/>
                </a:lnTo>
                <a:lnTo>
                  <a:pt x="6648811" y="0"/>
                </a:lnTo>
                <a:lnTo>
                  <a:pt x="3748455" y="4180114"/>
                </a:lnTo>
                <a:lnTo>
                  <a:pt x="270564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B1E6AC7-22EA-79FA-99A6-A83319FEEF42}"/>
              </a:ext>
            </a:extLst>
          </p:cNvPr>
          <p:cNvSpPr/>
          <p:nvPr/>
        </p:nvSpPr>
        <p:spPr>
          <a:xfrm>
            <a:off x="-1" y="1"/>
            <a:ext cx="1216405" cy="776772"/>
          </a:xfrm>
          <a:custGeom>
            <a:avLst/>
            <a:gdLst>
              <a:gd name="csX0" fmla="*/ 0 w 6545943"/>
              <a:gd name="csY0" fmla="*/ 0 h 4180114"/>
              <a:gd name="csX1" fmla="*/ 6545943 w 6545943"/>
              <a:gd name="csY1" fmla="*/ 0 h 4180114"/>
              <a:gd name="csX2" fmla="*/ 3645587 w 6545943"/>
              <a:gd name="csY2" fmla="*/ 4180114 h 4180114"/>
              <a:gd name="csX3" fmla="*/ 0 w 6545943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45943" h="4180114">
                <a:moveTo>
                  <a:pt x="0" y="0"/>
                </a:moveTo>
                <a:lnTo>
                  <a:pt x="6545943" y="0"/>
                </a:lnTo>
                <a:lnTo>
                  <a:pt x="3645587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832E7B8-24AE-5FD4-3C3A-067A36CAF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87" y="83516"/>
            <a:ext cx="480416" cy="4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496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D61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397BF5C-9A29-F45C-31F3-2E630E6921FF}"/>
              </a:ext>
            </a:extLst>
          </p:cNvPr>
          <p:cNvSpPr/>
          <p:nvPr/>
        </p:nvSpPr>
        <p:spPr>
          <a:xfrm>
            <a:off x="-1" y="2048334"/>
            <a:ext cx="11168849" cy="3020713"/>
          </a:xfrm>
          <a:custGeom>
            <a:avLst/>
            <a:gdLst>
              <a:gd name="csX0" fmla="*/ 0 w 8359052"/>
              <a:gd name="csY0" fmla="*/ 0 h 2260779"/>
              <a:gd name="csX1" fmla="*/ 8359052 w 8359052"/>
              <a:gd name="csY1" fmla="*/ 0 h 2260779"/>
              <a:gd name="csX2" fmla="*/ 6790419 w 8359052"/>
              <a:gd name="csY2" fmla="*/ 2260779 h 2260779"/>
              <a:gd name="csX3" fmla="*/ 3422210 w 8359052"/>
              <a:gd name="csY3" fmla="*/ 2260779 h 2260779"/>
              <a:gd name="csX4" fmla="*/ 3312528 w 8359052"/>
              <a:gd name="csY4" fmla="*/ 2260779 h 2260779"/>
              <a:gd name="csX5" fmla="*/ 3041964 w 8359052"/>
              <a:gd name="csY5" fmla="*/ 2260779 h 2260779"/>
              <a:gd name="csX6" fmla="*/ 0 w 8359052"/>
              <a:gd name="csY6" fmla="*/ 2260779 h 2260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9052" h="2260779">
                <a:moveTo>
                  <a:pt x="0" y="0"/>
                </a:moveTo>
                <a:lnTo>
                  <a:pt x="8359052" y="0"/>
                </a:lnTo>
                <a:lnTo>
                  <a:pt x="6790419" y="2260779"/>
                </a:lnTo>
                <a:lnTo>
                  <a:pt x="3422210" y="2260779"/>
                </a:lnTo>
                <a:lnTo>
                  <a:pt x="3312528" y="2260779"/>
                </a:lnTo>
                <a:lnTo>
                  <a:pt x="3041964" y="2260779"/>
                </a:lnTo>
                <a:lnTo>
                  <a:pt x="0" y="2260779"/>
                </a:lnTo>
                <a:close/>
              </a:path>
            </a:pathLst>
          </a:custGeom>
          <a:solidFill>
            <a:srgbClr val="DBD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182380B-7029-A45C-F9E2-3A4D8C299798}"/>
              </a:ext>
            </a:extLst>
          </p:cNvPr>
          <p:cNvSpPr/>
          <p:nvPr/>
        </p:nvSpPr>
        <p:spPr>
          <a:xfrm>
            <a:off x="-1" y="1788952"/>
            <a:ext cx="11031400" cy="3020713"/>
          </a:xfrm>
          <a:custGeom>
            <a:avLst/>
            <a:gdLst>
              <a:gd name="csX0" fmla="*/ 0 w 8256182"/>
              <a:gd name="csY0" fmla="*/ 0 h 2260779"/>
              <a:gd name="csX1" fmla="*/ 8256182 w 8256182"/>
              <a:gd name="csY1" fmla="*/ 0 h 2260779"/>
              <a:gd name="csX2" fmla="*/ 6687549 w 8256182"/>
              <a:gd name="csY2" fmla="*/ 2260779 h 2260779"/>
              <a:gd name="csX3" fmla="*/ 3422210 w 8256182"/>
              <a:gd name="csY3" fmla="*/ 2260779 h 2260779"/>
              <a:gd name="csX4" fmla="*/ 3041962 w 8256182"/>
              <a:gd name="csY4" fmla="*/ 2260779 h 2260779"/>
              <a:gd name="csX5" fmla="*/ 0 w 8256182"/>
              <a:gd name="csY5" fmla="*/ 2260779 h 2260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256182" h="2260779">
                <a:moveTo>
                  <a:pt x="0" y="0"/>
                </a:moveTo>
                <a:lnTo>
                  <a:pt x="8256182" y="0"/>
                </a:lnTo>
                <a:lnTo>
                  <a:pt x="6687549" y="2260779"/>
                </a:lnTo>
                <a:lnTo>
                  <a:pt x="3422210" y="2260779"/>
                </a:lnTo>
                <a:lnTo>
                  <a:pt x="3041962" y="2260779"/>
                </a:lnTo>
                <a:lnTo>
                  <a:pt x="0" y="2260779"/>
                </a:lnTo>
                <a:close/>
              </a:path>
            </a:pathLst>
          </a:custGeom>
          <a:solidFill>
            <a:srgbClr val="47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58524B-94F2-158D-C3E8-E1497EEEE9FB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43275" y="2962758"/>
            <a:ext cx="6837014" cy="673100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4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29173045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728EDC-6BC2-EE1D-15A0-B7389218C0FF}"/>
              </a:ext>
            </a:extLst>
          </p:cNvPr>
          <p:cNvSpPr/>
          <p:nvPr/>
        </p:nvSpPr>
        <p:spPr>
          <a:xfrm>
            <a:off x="2031598" y="6285570"/>
            <a:ext cx="10160403" cy="471714"/>
          </a:xfrm>
          <a:custGeom>
            <a:avLst/>
            <a:gdLst>
              <a:gd name="csX0" fmla="*/ 327297 w 10160403"/>
              <a:gd name="csY0" fmla="*/ 0 h 471714"/>
              <a:gd name="csX1" fmla="*/ 10160403 w 10160403"/>
              <a:gd name="csY1" fmla="*/ 0 h 471714"/>
              <a:gd name="csX2" fmla="*/ 10160403 w 10160403"/>
              <a:gd name="csY2" fmla="*/ 471714 h 471714"/>
              <a:gd name="csX3" fmla="*/ 0 w 10160403"/>
              <a:gd name="csY3" fmla="*/ 471714 h 47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160403" h="471714">
                <a:moveTo>
                  <a:pt x="327297" y="0"/>
                </a:moveTo>
                <a:lnTo>
                  <a:pt x="10160403" y="0"/>
                </a:lnTo>
                <a:lnTo>
                  <a:pt x="10160403" y="471714"/>
                </a:lnTo>
                <a:lnTo>
                  <a:pt x="0" y="4717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B2DC251-8B70-5084-52A3-51C2DC16674D}"/>
              </a:ext>
            </a:extLst>
          </p:cNvPr>
          <p:cNvSpPr/>
          <p:nvPr/>
        </p:nvSpPr>
        <p:spPr>
          <a:xfrm>
            <a:off x="1787544" y="6386287"/>
            <a:ext cx="10404456" cy="471714"/>
          </a:xfrm>
          <a:custGeom>
            <a:avLst/>
            <a:gdLst>
              <a:gd name="csX0" fmla="*/ 327297 w 10404456"/>
              <a:gd name="csY0" fmla="*/ 0 h 471714"/>
              <a:gd name="csX1" fmla="*/ 10404456 w 10404456"/>
              <a:gd name="csY1" fmla="*/ 0 h 471714"/>
              <a:gd name="csX2" fmla="*/ 10404456 w 10404456"/>
              <a:gd name="csY2" fmla="*/ 471714 h 471714"/>
              <a:gd name="csX3" fmla="*/ 0 w 10404456"/>
              <a:gd name="csY3" fmla="*/ 471714 h 47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404456" h="471714">
                <a:moveTo>
                  <a:pt x="327297" y="0"/>
                </a:moveTo>
                <a:lnTo>
                  <a:pt x="10404456" y="0"/>
                </a:lnTo>
                <a:lnTo>
                  <a:pt x="10404456" y="471714"/>
                </a:lnTo>
                <a:lnTo>
                  <a:pt x="0" y="471714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665A46-9E87-DEA6-B8A5-D3E94839991A}"/>
              </a:ext>
            </a:extLst>
          </p:cNvPr>
          <p:cNvSpPr/>
          <p:nvPr userDrawn="1"/>
        </p:nvSpPr>
        <p:spPr>
          <a:xfrm>
            <a:off x="0" y="194129"/>
            <a:ext cx="4457872" cy="4180114"/>
          </a:xfrm>
          <a:custGeom>
            <a:avLst/>
            <a:gdLst>
              <a:gd name="csX0" fmla="*/ 0 w 4457872"/>
              <a:gd name="csY0" fmla="*/ 0 h 4180114"/>
              <a:gd name="csX1" fmla="*/ 4457872 w 4457872"/>
              <a:gd name="csY1" fmla="*/ 0 h 4180114"/>
              <a:gd name="csX2" fmla="*/ 1557516 w 4457872"/>
              <a:gd name="csY2" fmla="*/ 4180114 h 4180114"/>
              <a:gd name="csX3" fmla="*/ 0 w 4457872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457872" h="4180114">
                <a:moveTo>
                  <a:pt x="0" y="0"/>
                </a:moveTo>
                <a:lnTo>
                  <a:pt x="4457872" y="0"/>
                </a:lnTo>
                <a:lnTo>
                  <a:pt x="1557516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C93805-D77C-B8D4-A852-FF633DCCAB13}"/>
              </a:ext>
            </a:extLst>
          </p:cNvPr>
          <p:cNvSpPr/>
          <p:nvPr userDrawn="1"/>
        </p:nvSpPr>
        <p:spPr>
          <a:xfrm>
            <a:off x="0" y="0"/>
            <a:ext cx="4355002" cy="4180114"/>
          </a:xfrm>
          <a:custGeom>
            <a:avLst/>
            <a:gdLst>
              <a:gd name="csX0" fmla="*/ 0 w 4355002"/>
              <a:gd name="csY0" fmla="*/ 0 h 4180114"/>
              <a:gd name="csX1" fmla="*/ 4355002 w 4355002"/>
              <a:gd name="csY1" fmla="*/ 0 h 4180114"/>
              <a:gd name="csX2" fmla="*/ 1454646 w 4355002"/>
              <a:gd name="csY2" fmla="*/ 4180114 h 4180114"/>
              <a:gd name="csX3" fmla="*/ 0 w 4355002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5002" h="4180114">
                <a:moveTo>
                  <a:pt x="0" y="0"/>
                </a:moveTo>
                <a:lnTo>
                  <a:pt x="4355002" y="0"/>
                </a:lnTo>
                <a:lnTo>
                  <a:pt x="1454646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B772CF7-A422-66CA-8ACE-359E925D8FE9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959230" y="2777332"/>
            <a:ext cx="6273540" cy="1303337"/>
          </a:xfrm>
          <a:prstGeom prst="rect">
            <a:avLst/>
          </a:prstGeom>
        </p:spPr>
        <p:txBody>
          <a:bodyPr anchor="ctr" anchorCtr="1"/>
          <a:lstStyle>
            <a:lvl1pPr algn="ctr">
              <a:buNone/>
              <a:defRPr sz="5400" b="1">
                <a:solidFill>
                  <a:srgbClr val="4B5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17DE14-2730-D233-CDDC-578A8E050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87" y="83516"/>
            <a:ext cx="480416" cy="4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407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AddPicture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728EDC-6BC2-EE1D-15A0-B7389218C0FF}"/>
              </a:ext>
            </a:extLst>
          </p:cNvPr>
          <p:cNvSpPr/>
          <p:nvPr/>
        </p:nvSpPr>
        <p:spPr>
          <a:xfrm>
            <a:off x="2031598" y="6285570"/>
            <a:ext cx="10160403" cy="471714"/>
          </a:xfrm>
          <a:custGeom>
            <a:avLst/>
            <a:gdLst>
              <a:gd name="csX0" fmla="*/ 327297 w 10160403"/>
              <a:gd name="csY0" fmla="*/ 0 h 471714"/>
              <a:gd name="csX1" fmla="*/ 10160403 w 10160403"/>
              <a:gd name="csY1" fmla="*/ 0 h 471714"/>
              <a:gd name="csX2" fmla="*/ 10160403 w 10160403"/>
              <a:gd name="csY2" fmla="*/ 471714 h 471714"/>
              <a:gd name="csX3" fmla="*/ 0 w 10160403"/>
              <a:gd name="csY3" fmla="*/ 471714 h 47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160403" h="471714">
                <a:moveTo>
                  <a:pt x="327297" y="0"/>
                </a:moveTo>
                <a:lnTo>
                  <a:pt x="10160403" y="0"/>
                </a:lnTo>
                <a:lnTo>
                  <a:pt x="10160403" y="471714"/>
                </a:lnTo>
                <a:lnTo>
                  <a:pt x="0" y="4717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B2DC251-8B70-5084-52A3-51C2DC16674D}"/>
              </a:ext>
            </a:extLst>
          </p:cNvPr>
          <p:cNvSpPr/>
          <p:nvPr/>
        </p:nvSpPr>
        <p:spPr>
          <a:xfrm>
            <a:off x="1787544" y="6386287"/>
            <a:ext cx="10404456" cy="471714"/>
          </a:xfrm>
          <a:custGeom>
            <a:avLst/>
            <a:gdLst>
              <a:gd name="csX0" fmla="*/ 327297 w 10404456"/>
              <a:gd name="csY0" fmla="*/ 0 h 471714"/>
              <a:gd name="csX1" fmla="*/ 10404456 w 10404456"/>
              <a:gd name="csY1" fmla="*/ 0 h 471714"/>
              <a:gd name="csX2" fmla="*/ 10404456 w 10404456"/>
              <a:gd name="csY2" fmla="*/ 471714 h 471714"/>
              <a:gd name="csX3" fmla="*/ 0 w 10404456"/>
              <a:gd name="csY3" fmla="*/ 471714 h 47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404456" h="471714">
                <a:moveTo>
                  <a:pt x="327297" y="0"/>
                </a:moveTo>
                <a:lnTo>
                  <a:pt x="10404456" y="0"/>
                </a:lnTo>
                <a:lnTo>
                  <a:pt x="10404456" y="471714"/>
                </a:lnTo>
                <a:lnTo>
                  <a:pt x="0" y="471714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665A46-9E87-DEA6-B8A5-D3E94839991A}"/>
              </a:ext>
            </a:extLst>
          </p:cNvPr>
          <p:cNvSpPr/>
          <p:nvPr userDrawn="1"/>
        </p:nvSpPr>
        <p:spPr>
          <a:xfrm>
            <a:off x="0" y="194129"/>
            <a:ext cx="4457872" cy="4180114"/>
          </a:xfrm>
          <a:custGeom>
            <a:avLst/>
            <a:gdLst>
              <a:gd name="csX0" fmla="*/ 0 w 4457872"/>
              <a:gd name="csY0" fmla="*/ 0 h 4180114"/>
              <a:gd name="csX1" fmla="*/ 4457872 w 4457872"/>
              <a:gd name="csY1" fmla="*/ 0 h 4180114"/>
              <a:gd name="csX2" fmla="*/ 1557516 w 4457872"/>
              <a:gd name="csY2" fmla="*/ 4180114 h 4180114"/>
              <a:gd name="csX3" fmla="*/ 0 w 4457872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457872" h="4180114">
                <a:moveTo>
                  <a:pt x="0" y="0"/>
                </a:moveTo>
                <a:lnTo>
                  <a:pt x="4457872" y="0"/>
                </a:lnTo>
                <a:lnTo>
                  <a:pt x="1557516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48D2518-7499-5F9D-B769-57D6D4A431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55002" cy="4179888"/>
          </a:xfrm>
          <a:custGeom>
            <a:avLst/>
            <a:gdLst>
              <a:gd name="csX0" fmla="*/ 0 w 4355002"/>
              <a:gd name="csY0" fmla="*/ 0 h 4179888"/>
              <a:gd name="csX1" fmla="*/ 4355002 w 4355002"/>
              <a:gd name="csY1" fmla="*/ 0 h 4179888"/>
              <a:gd name="csX2" fmla="*/ 1454803 w 4355002"/>
              <a:gd name="csY2" fmla="*/ 4179888 h 4179888"/>
              <a:gd name="csX3" fmla="*/ 0 w 4355002"/>
              <a:gd name="csY3" fmla="*/ 4179888 h 4179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5002" h="4179888">
                <a:moveTo>
                  <a:pt x="0" y="0"/>
                </a:moveTo>
                <a:lnTo>
                  <a:pt x="4355002" y="0"/>
                </a:lnTo>
                <a:lnTo>
                  <a:pt x="1454803" y="4179888"/>
                </a:lnTo>
                <a:lnTo>
                  <a:pt x="0" y="41798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B772CF7-A422-66CA-8ACE-359E925D8FE9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959230" y="2777332"/>
            <a:ext cx="6273540" cy="1303337"/>
          </a:xfrm>
          <a:prstGeom prst="rect">
            <a:avLst/>
          </a:prstGeom>
        </p:spPr>
        <p:txBody>
          <a:bodyPr anchor="ctr" anchorCtr="1"/>
          <a:lstStyle>
            <a:lvl1pPr algn="ctr">
              <a:buNone/>
              <a:defRPr sz="5400" b="1">
                <a:solidFill>
                  <a:srgbClr val="4B5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17DE14-2730-D233-CDDC-578A8E050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87" y="83516"/>
            <a:ext cx="480416" cy="4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32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ED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E9BADEA-0FA1-FD1D-13F5-2DCF697E02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207" y="67239"/>
            <a:ext cx="10767588" cy="673100"/>
          </a:xfrm>
          <a:prstGeom prst="rect">
            <a:avLst/>
          </a:prstGeom>
        </p:spPr>
        <p:txBody>
          <a:bodyPr/>
          <a:lstStyle>
            <a:lvl1pPr algn="ctr">
              <a:buNone/>
              <a:defRPr sz="36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86632F-CB8A-F31B-6686-5D4D6F6D62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87" y="83516"/>
            <a:ext cx="480416" cy="4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04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C473-BEBF-8488-26D9-AAF70924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0CBC6-68DC-7500-B45E-AD3556114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ADF9E-CB7B-CA69-328A-780FD7B0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DFFFB-DEA7-8F2B-54B2-83553886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9CC3E-0EE2-BF8E-738C-C7781677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189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0127D-5345-F908-0203-C8B587B2A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095E7-980A-D354-CAA3-584E9D210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30078-3711-FB8D-496D-62256804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8A396-7ADA-18BE-B47E-538D3F88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80F29-B4F7-7D05-5D67-B3EBDBEF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97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68DB-21FD-218E-FB03-D923EEB8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71E33-8698-7A76-BDCE-C58A8F8AD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A8C9B-AE98-9D9D-087E-541AFB6F0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639FF-A3C9-F01D-5AAF-3209B343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2EF41-AD6D-401E-3297-4B27EEF9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FB4A8-0067-C86F-EA61-168A7AC4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20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D67F-8815-CEBB-D9AE-5D00C03B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1CCFF-0958-D2F3-E225-E26F7C0FB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08CDA-4459-AC7D-CCAD-8ECF66DD6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9FFB44-EDC7-B3F4-DED8-F914F7F12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57FE1-211C-3ABB-B0A2-2FD620A86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C1F8B-E9CF-3E69-A0E5-EBD82BB7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CB541-1DB0-1020-F6B1-8CB3A9C9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88ECB-61EF-1F84-C403-CD21C314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13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F7B33-F04F-4324-2A88-E7433EDB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3D1B2-64A4-9FB5-D039-E833C219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33AF6-E521-E54A-3255-3939C791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81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9685-93E7-065B-BDD8-54A7AE2A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6E3B6-15F9-DF06-6D99-DFBFC4DA4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2B452-A52E-1C5A-220A-19DDF7F69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62A26-75B8-A80C-FA29-4F7C1419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4C8AC-C22E-6E1B-D59C-2B0AA2DA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275E7-BF3C-0D7B-98FF-73EC6509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708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F42-8260-ED8B-23F8-518B44CB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414B6-D580-9A6C-211F-275C31DEC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DD637-FD69-AC36-D0C7-A91969596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83AC0-056F-F61D-405C-0677D0FE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DAC0B-1707-CB0B-B704-782AA7F0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8A9F3-0B5D-5E03-645B-9975828B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235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4A9D-536E-05A1-E2B6-6BC4D43AC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A5A73-CD0E-77F6-4384-D26DEB512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5EC89-4B18-A54F-85D5-2005F185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D7D8A-7C72-F4FD-B01F-50D27EF4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D52DE-9EB3-283A-7B60-C838D1DE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52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7BE3A4-1A0A-17C9-EB96-7A0741A36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546AF-D16A-0638-699C-D250B2F80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AB028-94FA-7703-28F2-8B49563F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B5AD91-66D4-453B-9D58-1486B2919B1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7BAEE-CB80-0205-2F8A-7DB60C67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3890F-F24E-74CB-376E-64D457BD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5CA05-911E-4417-A060-7B313F61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57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88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  <p:sldLayoutId id="2147483678" r:id="rId3"/>
    <p:sldLayoutId id="2147483677" r:id="rId4"/>
    <p:sldLayoutId id="2147483663" r:id="rId5"/>
    <p:sldLayoutId id="2147483675" r:id="rId6"/>
    <p:sldLayoutId id="2147483664" r:id="rId7"/>
    <p:sldLayoutId id="2147483679" r:id="rId8"/>
    <p:sldLayoutId id="2147483668" r:id="rId9"/>
    <p:sldLayoutId id="2147483674" r:id="rId10"/>
    <p:sldLayoutId id="2147483665" r:id="rId11"/>
    <p:sldLayoutId id="2147483666" r:id="rId12"/>
    <p:sldLayoutId id="2147483667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svg"/><Relationship Id="rId18" Type="http://schemas.openxmlformats.org/officeDocument/2006/relationships/image" Target="../media/image43.svg"/><Relationship Id="rId26" Type="http://schemas.openxmlformats.org/officeDocument/2006/relationships/image" Target="../media/image51.svg"/><Relationship Id="rId39" Type="http://schemas.openxmlformats.org/officeDocument/2006/relationships/image" Target="../media/image64.svg"/><Relationship Id="rId21" Type="http://schemas.openxmlformats.org/officeDocument/2006/relationships/image" Target="../media/image46.svg"/><Relationship Id="rId34" Type="http://schemas.openxmlformats.org/officeDocument/2006/relationships/image" Target="../media/image59.svg"/><Relationship Id="rId42" Type="http://schemas.openxmlformats.org/officeDocument/2006/relationships/image" Target="../media/image67.svg"/><Relationship Id="rId7" Type="http://schemas.openxmlformats.org/officeDocument/2006/relationships/image" Target="../media/image32.svg"/><Relationship Id="rId2" Type="http://schemas.openxmlformats.org/officeDocument/2006/relationships/image" Target="../media/image27.svg"/><Relationship Id="rId16" Type="http://schemas.openxmlformats.org/officeDocument/2006/relationships/image" Target="../media/image41.svg"/><Relationship Id="rId29" Type="http://schemas.openxmlformats.org/officeDocument/2006/relationships/image" Target="../media/image54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svg"/><Relationship Id="rId11" Type="http://schemas.openxmlformats.org/officeDocument/2006/relationships/image" Target="../media/image36.svg"/><Relationship Id="rId24" Type="http://schemas.openxmlformats.org/officeDocument/2006/relationships/image" Target="../media/image49.svg"/><Relationship Id="rId32" Type="http://schemas.openxmlformats.org/officeDocument/2006/relationships/image" Target="../media/image57.svg"/><Relationship Id="rId37" Type="http://schemas.openxmlformats.org/officeDocument/2006/relationships/image" Target="../media/image62.svg"/><Relationship Id="rId40" Type="http://schemas.openxmlformats.org/officeDocument/2006/relationships/image" Target="../media/image65.svg"/><Relationship Id="rId45" Type="http://schemas.openxmlformats.org/officeDocument/2006/relationships/image" Target="../media/image70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23" Type="http://schemas.openxmlformats.org/officeDocument/2006/relationships/image" Target="../media/image48.svg"/><Relationship Id="rId28" Type="http://schemas.openxmlformats.org/officeDocument/2006/relationships/image" Target="../media/image53.svg"/><Relationship Id="rId36" Type="http://schemas.openxmlformats.org/officeDocument/2006/relationships/image" Target="../media/image61.svg"/><Relationship Id="rId10" Type="http://schemas.openxmlformats.org/officeDocument/2006/relationships/image" Target="../media/image35.svg"/><Relationship Id="rId19" Type="http://schemas.openxmlformats.org/officeDocument/2006/relationships/image" Target="../media/image44.svg"/><Relationship Id="rId31" Type="http://schemas.openxmlformats.org/officeDocument/2006/relationships/image" Target="../media/image56.svg"/><Relationship Id="rId44" Type="http://schemas.openxmlformats.org/officeDocument/2006/relationships/image" Target="../media/image69.svg"/><Relationship Id="rId4" Type="http://schemas.openxmlformats.org/officeDocument/2006/relationships/image" Target="../media/image29.svg"/><Relationship Id="rId9" Type="http://schemas.openxmlformats.org/officeDocument/2006/relationships/image" Target="../media/image34.svg"/><Relationship Id="rId14" Type="http://schemas.openxmlformats.org/officeDocument/2006/relationships/image" Target="../media/image39.svg"/><Relationship Id="rId22" Type="http://schemas.openxmlformats.org/officeDocument/2006/relationships/image" Target="../media/image47.svg"/><Relationship Id="rId27" Type="http://schemas.openxmlformats.org/officeDocument/2006/relationships/image" Target="../media/image52.svg"/><Relationship Id="rId30" Type="http://schemas.openxmlformats.org/officeDocument/2006/relationships/image" Target="../media/image55.svg"/><Relationship Id="rId35" Type="http://schemas.openxmlformats.org/officeDocument/2006/relationships/image" Target="../media/image60.svg"/><Relationship Id="rId43" Type="http://schemas.openxmlformats.org/officeDocument/2006/relationships/image" Target="../media/image68.svg"/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12" Type="http://schemas.openxmlformats.org/officeDocument/2006/relationships/image" Target="../media/image37.svg"/><Relationship Id="rId17" Type="http://schemas.openxmlformats.org/officeDocument/2006/relationships/image" Target="../media/image42.svg"/><Relationship Id="rId25" Type="http://schemas.openxmlformats.org/officeDocument/2006/relationships/image" Target="../media/image50.svg"/><Relationship Id="rId33" Type="http://schemas.openxmlformats.org/officeDocument/2006/relationships/image" Target="../media/image58.svg"/><Relationship Id="rId38" Type="http://schemas.openxmlformats.org/officeDocument/2006/relationships/image" Target="../media/image63.svg"/><Relationship Id="rId20" Type="http://schemas.openxmlformats.org/officeDocument/2006/relationships/image" Target="../media/image45.svg"/><Relationship Id="rId41" Type="http://schemas.openxmlformats.org/officeDocument/2006/relationships/image" Target="../media/image6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High angle view of buildings and the sky">
            <a:extLst>
              <a:ext uri="{FF2B5EF4-FFF2-40B4-BE49-F238E27FC236}">
                <a16:creationId xmlns:a16="http://schemas.microsoft.com/office/drawing/2014/main" id="{A37C11A9-E178-685C-99D4-F6D103AB68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4" b="2274"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BC36D37-9299-BB81-A7AE-CE0C9C79FEC9}"/>
              </a:ext>
            </a:extLst>
          </p:cNvPr>
          <p:cNvSpPr/>
          <p:nvPr/>
        </p:nvSpPr>
        <p:spPr>
          <a:xfrm>
            <a:off x="0" y="0"/>
            <a:ext cx="6545943" cy="4180114"/>
          </a:xfrm>
          <a:custGeom>
            <a:avLst/>
            <a:gdLst>
              <a:gd name="csX0" fmla="*/ 0 w 6545943"/>
              <a:gd name="csY0" fmla="*/ 0 h 4180114"/>
              <a:gd name="csX1" fmla="*/ 6545943 w 6545943"/>
              <a:gd name="csY1" fmla="*/ 0 h 4180114"/>
              <a:gd name="csX2" fmla="*/ 3645587 w 6545943"/>
              <a:gd name="csY2" fmla="*/ 4180114 h 4180114"/>
              <a:gd name="csX3" fmla="*/ 0 w 6545943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45943" h="4180114">
                <a:moveTo>
                  <a:pt x="0" y="0"/>
                </a:moveTo>
                <a:lnTo>
                  <a:pt x="6545943" y="0"/>
                </a:lnTo>
                <a:lnTo>
                  <a:pt x="3645587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61A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6133A9-F7B3-6128-ED28-C59DAFF4F677}"/>
              </a:ext>
            </a:extLst>
          </p:cNvPr>
          <p:cNvGrpSpPr/>
          <p:nvPr/>
        </p:nvGrpSpPr>
        <p:grpSpPr>
          <a:xfrm>
            <a:off x="4556056" y="2453351"/>
            <a:ext cx="6912768" cy="3164812"/>
            <a:chOff x="5188445" y="968552"/>
            <a:chExt cx="6912768" cy="31648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0C8912-8E76-D91F-AF3A-5EA058965641}"/>
                </a:ext>
              </a:extLst>
            </p:cNvPr>
            <p:cNvSpPr txBox="1"/>
            <p:nvPr/>
          </p:nvSpPr>
          <p:spPr>
            <a:xfrm>
              <a:off x="5188445" y="968552"/>
              <a:ext cx="691276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4800" b="1" dirty="0">
                  <a:solidFill>
                    <a:srgbClr val="4B5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BUSINESS SLIDES</a:t>
              </a:r>
              <a:endParaRPr lang="en-MY" sz="4800" b="1" dirty="0">
                <a:solidFill>
                  <a:srgbClr val="4B5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224BDA-892A-E61A-CE25-94713ABBD1C9}"/>
                </a:ext>
              </a:extLst>
            </p:cNvPr>
            <p:cNvSpPr txBox="1"/>
            <p:nvPr/>
          </p:nvSpPr>
          <p:spPr>
            <a:xfrm>
              <a:off x="5188445" y="2102039"/>
              <a:ext cx="6912768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1125"/>
                </a:spcAft>
                <a:buNone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Ut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enim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ad minim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veniam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quis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nostrud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exercitation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ullamco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laboris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nisi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aliquip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ex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commodo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consequat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Duis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aute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irure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dolor in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reprehenderit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voluptate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velit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esse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cillum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dolore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eu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fugiat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nulla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pariatur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Excepteur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occaecat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cupidatat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non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proident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sunt in culpa qui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officia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deserunt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mollit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anim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est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laborum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07459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A2017-4C0A-1ED8-2681-F835A3F9D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B59B922-CFFB-03D4-1A4E-1B4C36B33275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947D09-D61D-9D1C-930F-6C276A0E2D68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59A6C0-3BA9-49C1-458B-A2657F3CEA11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1B94852-9E92-97FF-8A56-E75C1FC38D91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607ADD-98AA-FC86-1A4D-754C3B26E95D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DF1053-AD37-46AC-6E20-3279F5372146}"/>
              </a:ext>
            </a:extLst>
          </p:cNvPr>
          <p:cNvGrpSpPr/>
          <p:nvPr/>
        </p:nvGrpSpPr>
        <p:grpSpPr>
          <a:xfrm>
            <a:off x="2820112" y="2256797"/>
            <a:ext cx="8101781" cy="2969258"/>
            <a:chOff x="4871103" y="968552"/>
            <a:chExt cx="8101781" cy="296925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7ABEA8F-439E-D56D-D643-BEBBF08C779B}"/>
                </a:ext>
              </a:extLst>
            </p:cNvPr>
            <p:cNvSpPr txBox="1"/>
            <p:nvPr/>
          </p:nvSpPr>
          <p:spPr>
            <a:xfrm>
              <a:off x="4871103" y="968552"/>
              <a:ext cx="810178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4B5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BUSINESS SLIDES</a:t>
              </a:r>
              <a:endParaRPr lang="en-MY" sz="4800" b="1" dirty="0">
                <a:solidFill>
                  <a:srgbClr val="4B5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9A8903-78CC-83FD-8384-65A04A68605A}"/>
                </a:ext>
              </a:extLst>
            </p:cNvPr>
            <p:cNvSpPr txBox="1"/>
            <p:nvPr/>
          </p:nvSpPr>
          <p:spPr>
            <a:xfrm>
              <a:off x="4871103" y="2183484"/>
              <a:ext cx="8101781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spcAft>
                  <a:spcPts val="1125"/>
                </a:spcAft>
                <a:buNone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Ut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enim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ad minim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veniam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quis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nostrud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exercitation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ullamco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laboris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nisi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aliquip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ex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commodo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consequat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Duis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aute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irure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dolor in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reprehenderit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voluptate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velit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esse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cillum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dolore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eu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fugiat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nulla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pariatur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Excepteur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occaecat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cupidatat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non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proident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sunt in culpa qui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officia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deserunt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mollit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anim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est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laborum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860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FA49A4-9CA8-86A8-C5BB-B895FD5043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7D605C-C689-AC40-D734-A573C6A21820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A864731-9D7E-FF53-31AC-B348E8908313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B5DFC6-6F31-7E7B-07C1-0B867C86B119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DEDAFC-1B05-E2E0-CB2E-471199F4833B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0C1A45B-5E99-E396-38DE-CEC1E8E2E378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E580B25-C331-5F9C-5987-5BDC737C6C23}"/>
              </a:ext>
            </a:extLst>
          </p:cNvPr>
          <p:cNvGrpSpPr/>
          <p:nvPr/>
        </p:nvGrpSpPr>
        <p:grpSpPr>
          <a:xfrm>
            <a:off x="629894" y="1387895"/>
            <a:ext cx="5110252" cy="527499"/>
            <a:chOff x="629894" y="1387895"/>
            <a:chExt cx="5110252" cy="52749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0337ABB4-26DE-751D-B186-4D4996D82EFA}"/>
                </a:ext>
              </a:extLst>
            </p:cNvPr>
            <p:cNvSpPr/>
            <p:nvPr/>
          </p:nvSpPr>
          <p:spPr>
            <a:xfrm>
              <a:off x="629894" y="1437534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Executive Summary</a:t>
              </a: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D688034-69CC-DD8A-27D6-3ED6B21A0182}"/>
                </a:ext>
              </a:extLst>
            </p:cNvPr>
            <p:cNvSpPr/>
            <p:nvPr/>
          </p:nvSpPr>
          <p:spPr>
            <a:xfrm>
              <a:off x="629894" y="1387895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01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D261A05-EE63-FDAC-1634-C2B0DE5BBDA5}"/>
              </a:ext>
            </a:extLst>
          </p:cNvPr>
          <p:cNvGrpSpPr/>
          <p:nvPr/>
        </p:nvGrpSpPr>
        <p:grpSpPr>
          <a:xfrm>
            <a:off x="629894" y="1991726"/>
            <a:ext cx="5110252" cy="527499"/>
            <a:chOff x="629894" y="1991726"/>
            <a:chExt cx="5110252" cy="527499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D90BCCCB-0884-FF74-D71E-EA48E17529DA}"/>
                </a:ext>
              </a:extLst>
            </p:cNvPr>
            <p:cNvSpPr/>
            <p:nvPr/>
          </p:nvSpPr>
          <p:spPr>
            <a:xfrm>
              <a:off x="629894" y="2041365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About Us</a:t>
              </a: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AA3A7BB-C07A-62BA-70D4-E4B0A58F914F}"/>
                </a:ext>
              </a:extLst>
            </p:cNvPr>
            <p:cNvSpPr/>
            <p:nvPr/>
          </p:nvSpPr>
          <p:spPr>
            <a:xfrm>
              <a:off x="629894" y="1991726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02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4F1D2B2-3AFE-1575-69D0-DE7175301206}"/>
              </a:ext>
            </a:extLst>
          </p:cNvPr>
          <p:cNvGrpSpPr/>
          <p:nvPr/>
        </p:nvGrpSpPr>
        <p:grpSpPr>
          <a:xfrm>
            <a:off x="629894" y="2595557"/>
            <a:ext cx="5110252" cy="527499"/>
            <a:chOff x="629894" y="2595557"/>
            <a:chExt cx="5110252" cy="527499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C9A5C26E-CFEB-600D-5520-D9618DC5B042}"/>
                </a:ext>
              </a:extLst>
            </p:cNvPr>
            <p:cNvSpPr/>
            <p:nvPr/>
          </p:nvSpPr>
          <p:spPr>
            <a:xfrm>
              <a:off x="629894" y="2645196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Mission &amp; Vision</a:t>
              </a: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C7CB6B1D-FD1D-CF22-1A22-DF2E39D35FDB}"/>
                </a:ext>
              </a:extLst>
            </p:cNvPr>
            <p:cNvSpPr/>
            <p:nvPr/>
          </p:nvSpPr>
          <p:spPr>
            <a:xfrm>
              <a:off x="629894" y="2595557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03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54ECC8F-DEDF-8546-6C19-6EBEE25F952C}"/>
              </a:ext>
            </a:extLst>
          </p:cNvPr>
          <p:cNvGrpSpPr/>
          <p:nvPr/>
        </p:nvGrpSpPr>
        <p:grpSpPr>
          <a:xfrm>
            <a:off x="629894" y="3199388"/>
            <a:ext cx="5110252" cy="527499"/>
            <a:chOff x="629894" y="3199388"/>
            <a:chExt cx="5110252" cy="527499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91D0FC0B-7958-FD37-7BAC-55151C00A135}"/>
                </a:ext>
              </a:extLst>
            </p:cNvPr>
            <p:cNvSpPr/>
            <p:nvPr/>
          </p:nvSpPr>
          <p:spPr>
            <a:xfrm>
              <a:off x="629894" y="3249027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MY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Services</a:t>
              </a: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C1F13AD-DAB6-A059-ECE0-8A8E4F391575}"/>
                </a:ext>
              </a:extLst>
            </p:cNvPr>
            <p:cNvSpPr/>
            <p:nvPr/>
          </p:nvSpPr>
          <p:spPr>
            <a:xfrm>
              <a:off x="629894" y="3199388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04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7F7DAE4-2CA5-216F-1E23-7F90847BCE7A}"/>
              </a:ext>
            </a:extLst>
          </p:cNvPr>
          <p:cNvGrpSpPr/>
          <p:nvPr/>
        </p:nvGrpSpPr>
        <p:grpSpPr>
          <a:xfrm>
            <a:off x="629894" y="3803219"/>
            <a:ext cx="5110252" cy="527499"/>
            <a:chOff x="629894" y="3803219"/>
            <a:chExt cx="5110252" cy="527499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EE304F46-811E-6112-C2E6-C08808CC834E}"/>
                </a:ext>
              </a:extLst>
            </p:cNvPr>
            <p:cNvSpPr/>
            <p:nvPr/>
          </p:nvSpPr>
          <p:spPr>
            <a:xfrm>
              <a:off x="629894" y="3852858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Why Choose Us?</a:t>
              </a: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7DF2A33-C8D4-5BBB-6150-51FCA85060BF}"/>
                </a:ext>
              </a:extLst>
            </p:cNvPr>
            <p:cNvSpPr/>
            <p:nvPr/>
          </p:nvSpPr>
          <p:spPr>
            <a:xfrm>
              <a:off x="629894" y="3803219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05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7E44D01-1BA4-3BEF-A9A3-AEA38E018104}"/>
              </a:ext>
            </a:extLst>
          </p:cNvPr>
          <p:cNvGrpSpPr/>
          <p:nvPr/>
        </p:nvGrpSpPr>
        <p:grpSpPr>
          <a:xfrm>
            <a:off x="629894" y="4407050"/>
            <a:ext cx="5110252" cy="527499"/>
            <a:chOff x="629894" y="4407050"/>
            <a:chExt cx="5110252" cy="527499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3286E78A-BE22-6FEA-9569-7BB87374E79D}"/>
                </a:ext>
              </a:extLst>
            </p:cNvPr>
            <p:cNvSpPr/>
            <p:nvPr/>
          </p:nvSpPr>
          <p:spPr>
            <a:xfrm>
              <a:off x="629894" y="4456689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Team</a:t>
              </a: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D3CB5B77-835C-CCF9-6D75-8B3E8A8DF35D}"/>
                </a:ext>
              </a:extLst>
            </p:cNvPr>
            <p:cNvSpPr/>
            <p:nvPr/>
          </p:nvSpPr>
          <p:spPr>
            <a:xfrm>
              <a:off x="629894" y="4407050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06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EA09EE5-BDB7-55AD-BF7A-475C8A66CF9C}"/>
              </a:ext>
            </a:extLst>
          </p:cNvPr>
          <p:cNvGrpSpPr/>
          <p:nvPr/>
        </p:nvGrpSpPr>
        <p:grpSpPr>
          <a:xfrm>
            <a:off x="629894" y="5010881"/>
            <a:ext cx="5110252" cy="527499"/>
            <a:chOff x="629894" y="5010881"/>
            <a:chExt cx="5110252" cy="527499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C499338F-8D42-850A-E365-FF389B6E5361}"/>
                </a:ext>
              </a:extLst>
            </p:cNvPr>
            <p:cNvSpPr/>
            <p:nvPr/>
          </p:nvSpPr>
          <p:spPr>
            <a:xfrm>
              <a:off x="629894" y="5060520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Timeline</a:t>
              </a: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5E2E2E8-EFEB-5123-A87F-F8D8EC59D645}"/>
                </a:ext>
              </a:extLst>
            </p:cNvPr>
            <p:cNvSpPr/>
            <p:nvPr/>
          </p:nvSpPr>
          <p:spPr>
            <a:xfrm>
              <a:off x="629894" y="5010881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07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5C20CAF-D9C5-B1B8-8E83-715D96D43152}"/>
              </a:ext>
            </a:extLst>
          </p:cNvPr>
          <p:cNvGrpSpPr/>
          <p:nvPr/>
        </p:nvGrpSpPr>
        <p:grpSpPr>
          <a:xfrm>
            <a:off x="629894" y="5614714"/>
            <a:ext cx="5110252" cy="527499"/>
            <a:chOff x="629894" y="5614714"/>
            <a:chExt cx="5110252" cy="527499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EAB97451-CFE5-7515-FC7D-9CFB6110ACEA}"/>
                </a:ext>
              </a:extLst>
            </p:cNvPr>
            <p:cNvSpPr/>
            <p:nvPr/>
          </p:nvSpPr>
          <p:spPr>
            <a:xfrm>
              <a:off x="629894" y="5664353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Process Flow</a:t>
              </a: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989F8E4-709E-5BB7-A1A1-2115753CC617}"/>
                </a:ext>
              </a:extLst>
            </p:cNvPr>
            <p:cNvSpPr/>
            <p:nvPr/>
          </p:nvSpPr>
          <p:spPr>
            <a:xfrm>
              <a:off x="629894" y="5614714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08</a:t>
              </a: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9B6C71D-BC06-6395-A12A-B3B7DA65C539}"/>
              </a:ext>
            </a:extLst>
          </p:cNvPr>
          <p:cNvGrpSpPr/>
          <p:nvPr/>
        </p:nvGrpSpPr>
        <p:grpSpPr>
          <a:xfrm>
            <a:off x="6451854" y="1387895"/>
            <a:ext cx="5110252" cy="527499"/>
            <a:chOff x="6451854" y="1387895"/>
            <a:chExt cx="5110252" cy="527499"/>
          </a:xfrm>
        </p:grpSpPr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DB6F4F5C-96E5-7292-B8EA-CE97246C4779}"/>
                </a:ext>
              </a:extLst>
            </p:cNvPr>
            <p:cNvSpPr/>
            <p:nvPr/>
          </p:nvSpPr>
          <p:spPr>
            <a:xfrm>
              <a:off x="6451854" y="1437534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SWOT Analysis</a:t>
              </a: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E651FDE-5D89-6626-4A70-F454AED1DD0B}"/>
                </a:ext>
              </a:extLst>
            </p:cNvPr>
            <p:cNvSpPr/>
            <p:nvPr/>
          </p:nvSpPr>
          <p:spPr>
            <a:xfrm>
              <a:off x="6451854" y="1387895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09</a:t>
              </a: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575A8F6-4BC0-66FF-012B-80EA324155AD}"/>
              </a:ext>
            </a:extLst>
          </p:cNvPr>
          <p:cNvGrpSpPr/>
          <p:nvPr/>
        </p:nvGrpSpPr>
        <p:grpSpPr>
          <a:xfrm>
            <a:off x="6451854" y="1991726"/>
            <a:ext cx="5110252" cy="527499"/>
            <a:chOff x="6451854" y="1991726"/>
            <a:chExt cx="5110252" cy="527499"/>
          </a:xfrm>
        </p:grpSpPr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0DB848F2-F16F-D171-20B6-EB0F48F12DF1}"/>
                </a:ext>
              </a:extLst>
            </p:cNvPr>
            <p:cNvSpPr/>
            <p:nvPr/>
          </p:nvSpPr>
          <p:spPr>
            <a:xfrm>
              <a:off x="6451854" y="2041365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KPI Dashboard</a:t>
              </a: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4FA211E-807C-69E0-9A91-DE8015544328}"/>
                </a:ext>
              </a:extLst>
            </p:cNvPr>
            <p:cNvSpPr/>
            <p:nvPr/>
          </p:nvSpPr>
          <p:spPr>
            <a:xfrm>
              <a:off x="6451854" y="1991726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</a:t>
              </a: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FCEB72C-F8AB-A627-8933-1163E325043F}"/>
              </a:ext>
            </a:extLst>
          </p:cNvPr>
          <p:cNvGrpSpPr/>
          <p:nvPr/>
        </p:nvGrpSpPr>
        <p:grpSpPr>
          <a:xfrm>
            <a:off x="6451854" y="2595557"/>
            <a:ext cx="5110252" cy="527499"/>
            <a:chOff x="6451854" y="2595557"/>
            <a:chExt cx="5110252" cy="527499"/>
          </a:xfrm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AC7E3E4A-5DB7-C0AD-B59D-0047C997DB3B}"/>
                </a:ext>
              </a:extLst>
            </p:cNvPr>
            <p:cNvSpPr/>
            <p:nvPr/>
          </p:nvSpPr>
          <p:spPr>
            <a:xfrm>
              <a:off x="6451854" y="2645196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Charts &amp; Graphs</a:t>
              </a: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43553B87-B35D-101C-2058-AD0345FE26AE}"/>
                </a:ext>
              </a:extLst>
            </p:cNvPr>
            <p:cNvSpPr/>
            <p:nvPr/>
          </p:nvSpPr>
          <p:spPr>
            <a:xfrm>
              <a:off x="6451854" y="2595557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11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CB1CCB6-D79A-D7CB-8DF1-95519FA22921}"/>
              </a:ext>
            </a:extLst>
          </p:cNvPr>
          <p:cNvGrpSpPr/>
          <p:nvPr/>
        </p:nvGrpSpPr>
        <p:grpSpPr>
          <a:xfrm>
            <a:off x="6451854" y="3199388"/>
            <a:ext cx="5110252" cy="527499"/>
            <a:chOff x="6451854" y="3199388"/>
            <a:chExt cx="5110252" cy="527499"/>
          </a:xfrm>
        </p:grpSpPr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93A799F0-A7C7-3181-C4ED-A9331FBF189D}"/>
                </a:ext>
              </a:extLst>
            </p:cNvPr>
            <p:cNvSpPr/>
            <p:nvPr/>
          </p:nvSpPr>
          <p:spPr>
            <a:xfrm>
              <a:off x="6451854" y="3249027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MY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Case Study</a:t>
              </a: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4BE4103-B7F3-7884-5781-E05F26C6D2CE}"/>
                </a:ext>
              </a:extLst>
            </p:cNvPr>
            <p:cNvSpPr/>
            <p:nvPr/>
          </p:nvSpPr>
          <p:spPr>
            <a:xfrm>
              <a:off x="6451854" y="3199388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12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1CB86197-D692-089D-9EE2-0C119C68B364}"/>
              </a:ext>
            </a:extLst>
          </p:cNvPr>
          <p:cNvGrpSpPr/>
          <p:nvPr/>
        </p:nvGrpSpPr>
        <p:grpSpPr>
          <a:xfrm>
            <a:off x="6451854" y="3803219"/>
            <a:ext cx="5110252" cy="527499"/>
            <a:chOff x="6451854" y="3803219"/>
            <a:chExt cx="5110252" cy="527499"/>
          </a:xfrm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EA45A397-2021-3159-2F70-96AA7837593C}"/>
                </a:ext>
              </a:extLst>
            </p:cNvPr>
            <p:cNvSpPr/>
            <p:nvPr/>
          </p:nvSpPr>
          <p:spPr>
            <a:xfrm>
              <a:off x="6451854" y="3852858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Testimonials</a:t>
              </a: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066601-A612-9A75-7A09-D3D3E546919A}"/>
                </a:ext>
              </a:extLst>
            </p:cNvPr>
            <p:cNvSpPr/>
            <p:nvPr/>
          </p:nvSpPr>
          <p:spPr>
            <a:xfrm>
              <a:off x="6451854" y="3803219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13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103E116-4B90-9ED7-30D4-A9B3434B9A23}"/>
              </a:ext>
            </a:extLst>
          </p:cNvPr>
          <p:cNvGrpSpPr/>
          <p:nvPr/>
        </p:nvGrpSpPr>
        <p:grpSpPr>
          <a:xfrm>
            <a:off x="6451854" y="4407050"/>
            <a:ext cx="5110252" cy="527499"/>
            <a:chOff x="6451854" y="4407050"/>
            <a:chExt cx="5110252" cy="527499"/>
          </a:xfrm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6B60855F-1569-5C01-FE06-ABA3B5BBEBF9}"/>
                </a:ext>
              </a:extLst>
            </p:cNvPr>
            <p:cNvSpPr/>
            <p:nvPr/>
          </p:nvSpPr>
          <p:spPr>
            <a:xfrm>
              <a:off x="6451854" y="4456689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Pricing</a:t>
              </a: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193FD4E-F469-E9EA-3F6E-A61B8645B25C}"/>
                </a:ext>
              </a:extLst>
            </p:cNvPr>
            <p:cNvSpPr/>
            <p:nvPr/>
          </p:nvSpPr>
          <p:spPr>
            <a:xfrm>
              <a:off x="6451854" y="4407050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14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7CB4E50-644D-CF2A-264A-905F495ABFD9}"/>
              </a:ext>
            </a:extLst>
          </p:cNvPr>
          <p:cNvGrpSpPr/>
          <p:nvPr/>
        </p:nvGrpSpPr>
        <p:grpSpPr>
          <a:xfrm>
            <a:off x="6451854" y="5010881"/>
            <a:ext cx="5110252" cy="527499"/>
            <a:chOff x="6451854" y="5010881"/>
            <a:chExt cx="5110252" cy="527499"/>
          </a:xfrm>
        </p:grpSpPr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9C5AC78A-EA15-02CF-FA6A-8DC9779C02DA}"/>
                </a:ext>
              </a:extLst>
            </p:cNvPr>
            <p:cNvSpPr/>
            <p:nvPr/>
          </p:nvSpPr>
          <p:spPr>
            <a:xfrm>
              <a:off x="6451854" y="5060520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Next Steps</a:t>
              </a: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955B0FB-2124-1942-7DD8-64AAEEF96870}"/>
                </a:ext>
              </a:extLst>
            </p:cNvPr>
            <p:cNvSpPr/>
            <p:nvPr/>
          </p:nvSpPr>
          <p:spPr>
            <a:xfrm>
              <a:off x="6451854" y="5010881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15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B039FB9-8822-5710-EFF2-35ECFFB669ED}"/>
              </a:ext>
            </a:extLst>
          </p:cNvPr>
          <p:cNvGrpSpPr/>
          <p:nvPr/>
        </p:nvGrpSpPr>
        <p:grpSpPr>
          <a:xfrm>
            <a:off x="6451854" y="5614714"/>
            <a:ext cx="5110252" cy="527499"/>
            <a:chOff x="6451854" y="5614714"/>
            <a:chExt cx="5110252" cy="527499"/>
          </a:xfrm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AFD1AB81-FD5A-A460-3513-101A5393C367}"/>
                </a:ext>
              </a:extLst>
            </p:cNvPr>
            <p:cNvSpPr/>
            <p:nvPr/>
          </p:nvSpPr>
          <p:spPr>
            <a:xfrm>
              <a:off x="6451854" y="5664353"/>
              <a:ext cx="5110252" cy="428222"/>
            </a:xfrm>
            <a:prstGeom prst="roundRect">
              <a:avLst>
                <a:gd name="adj" fmla="val 2085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0" rtlCol="0" anchor="ctr" anchorCtr="0"/>
            <a:lstStyle/>
            <a:p>
              <a:r>
                <a:rPr lang="en-US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 &amp; A</a:t>
              </a: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D8C322C-6BF8-E454-51AB-81E2D6FE6DF6}"/>
                </a:ext>
              </a:extLst>
            </p:cNvPr>
            <p:cNvSpPr/>
            <p:nvPr/>
          </p:nvSpPr>
          <p:spPr>
            <a:xfrm>
              <a:off x="6451854" y="5614714"/>
              <a:ext cx="775729" cy="527499"/>
            </a:xfrm>
            <a:custGeom>
              <a:avLst/>
              <a:gdLst>
                <a:gd name="connsiteX0" fmla="*/ 204623 w 1624014"/>
                <a:gd name="connsiteY0" fmla="*/ 0 h 981075"/>
                <a:gd name="connsiteX1" fmla="*/ 1624014 w 1624014"/>
                <a:gd name="connsiteY1" fmla="*/ 0 h 981075"/>
                <a:gd name="connsiteX2" fmla="*/ 765573 w 1624014"/>
                <a:gd name="connsiteY2" fmla="*/ 981075 h 981075"/>
                <a:gd name="connsiteX3" fmla="*/ 204623 w 1624014"/>
                <a:gd name="connsiteY3" fmla="*/ 981075 h 981075"/>
                <a:gd name="connsiteX4" fmla="*/ 0 w 1624014"/>
                <a:gd name="connsiteY4" fmla="*/ 776452 h 981075"/>
                <a:gd name="connsiteX5" fmla="*/ 0 w 1624014"/>
                <a:gd name="connsiteY5" fmla="*/ 204623 h 981075"/>
                <a:gd name="connsiteX6" fmla="*/ 204623 w 1624014"/>
                <a:gd name="connsiteY6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014" h="981075">
                  <a:moveTo>
                    <a:pt x="204623" y="0"/>
                  </a:moveTo>
                  <a:lnTo>
                    <a:pt x="1624014" y="0"/>
                  </a:lnTo>
                  <a:lnTo>
                    <a:pt x="765573" y="981075"/>
                  </a:lnTo>
                  <a:lnTo>
                    <a:pt x="204623" y="981075"/>
                  </a:lnTo>
                  <a:cubicBezTo>
                    <a:pt x="91613" y="981075"/>
                    <a:pt x="0" y="889462"/>
                    <a:pt x="0" y="776452"/>
                  </a:cubicBezTo>
                  <a:lnTo>
                    <a:pt x="0" y="204623"/>
                  </a:lnTo>
                  <a:cubicBezTo>
                    <a:pt x="0" y="91613"/>
                    <a:pt x="91613" y="0"/>
                    <a:pt x="204623" y="0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MY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365872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25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25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4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250" fill="hold"/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250" fill="hold"/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4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125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125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40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125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125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4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125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125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 p14:presetBounceEnd="4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125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125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nodeType="withEffect" p14:presetBounceEnd="40000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125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125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nodeType="withEffect" p14:presetBounceEnd="40000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125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125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125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125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2" fill="hold" nodeType="withEffect" p14:presetBounceEnd="4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125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125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nodeType="withEffect" p14:presetBounceEnd="4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125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125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nodeType="withEffect" p14:presetBounceEnd="40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1250" fill="hold"/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1250" fill="hold"/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nodeType="withEffect" p14:presetBounceEnd="4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5" dur="1250" fill="hold"/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6" dur="1250" fill="hold"/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2" fill="hold" nodeType="withEffect" p14:presetBounceEnd="40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9" dur="125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0" dur="125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nodeType="withEffect" p14:presetBounceEnd="4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3" dur="1250" fill="hold"/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4" dur="1250" fill="hold"/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2" fill="hold" nodeType="withEffect" p14:presetBounceEnd="40000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7" dur="125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8" dur="125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50" fill="hold"/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25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5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250" fill="hold"/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25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25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25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25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25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125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1250" fill="hold"/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125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125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1250" fill="hold"/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1250" fill="hold"/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250" fill="hold"/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250" fill="hold"/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2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25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25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1250" fill="hold"/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1250" fill="hold"/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125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125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9DCDF3-6081-345C-B34C-C245335EA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SEPARATOR</a:t>
            </a:r>
          </a:p>
        </p:txBody>
      </p:sp>
    </p:spTree>
    <p:extLst>
      <p:ext uri="{BB962C8B-B14F-4D97-AF65-F5344CB8AC3E}">
        <p14:creationId xmlns:p14="http://schemas.microsoft.com/office/powerpoint/2010/main" val="326767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C337-E48C-4895-964B-8386B1470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51781-6C4A-DE45-B9F1-62E9F45324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Executive Summary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5E9F54-7CEC-0A9D-462A-BDBF3053186D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6D6974-FA80-35E9-60AF-D96D5FB3FF43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6614C6-684D-11A6-7F94-6A2A07B08337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03D84F-8C02-A8B9-449B-5C7D691A2F06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E81CD16-CE07-E3B1-F8D7-9534195AF47D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28E497-CC94-86BE-C0BC-6262BF281757}"/>
              </a:ext>
            </a:extLst>
          </p:cNvPr>
          <p:cNvGrpSpPr/>
          <p:nvPr/>
        </p:nvGrpSpPr>
        <p:grpSpPr>
          <a:xfrm>
            <a:off x="0" y="1184053"/>
            <a:ext cx="12192000" cy="5113538"/>
            <a:chOff x="0" y="1171852"/>
            <a:chExt cx="12192000" cy="511353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D6E86-FD79-697D-2219-C0F96A84DB88}"/>
                </a:ext>
              </a:extLst>
            </p:cNvPr>
            <p:cNvSpPr>
              <a:spLocks/>
            </p:cNvSpPr>
            <p:nvPr/>
          </p:nvSpPr>
          <p:spPr>
            <a:xfrm>
              <a:off x="0" y="1171852"/>
              <a:ext cx="4119239" cy="5113538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720FF2D-8B21-AF72-A35E-1041372E705B}"/>
                </a:ext>
              </a:extLst>
            </p:cNvPr>
            <p:cNvSpPr>
              <a:spLocks/>
            </p:cNvSpPr>
            <p:nvPr/>
          </p:nvSpPr>
          <p:spPr>
            <a:xfrm>
              <a:off x="4119239" y="1171852"/>
              <a:ext cx="8072761" cy="51135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13BB4AC-895E-74D4-8D66-17111787EE76}"/>
              </a:ext>
            </a:extLst>
          </p:cNvPr>
          <p:cNvSpPr txBox="1"/>
          <p:nvPr/>
        </p:nvSpPr>
        <p:spPr>
          <a:xfrm>
            <a:off x="175335" y="1337627"/>
            <a:ext cx="37685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861D02-2AC2-98F6-4DE7-A24324B21B44}"/>
              </a:ext>
            </a:extLst>
          </p:cNvPr>
          <p:cNvSpPr txBox="1"/>
          <p:nvPr/>
        </p:nvSpPr>
        <p:spPr>
          <a:xfrm>
            <a:off x="265104" y="3406986"/>
            <a:ext cx="16534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37</a:t>
            </a:r>
            <a:r>
              <a:rPr lang="en-US" sz="44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endParaRPr lang="en-MY" sz="4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6CA5FF-DC4E-E21B-1EEA-23B0FA4FC73B}"/>
              </a:ext>
            </a:extLst>
          </p:cNvPr>
          <p:cNvSpPr txBox="1"/>
          <p:nvPr/>
        </p:nvSpPr>
        <p:spPr>
          <a:xfrm>
            <a:off x="265104" y="4683008"/>
            <a:ext cx="16534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18</a:t>
            </a:r>
            <a:r>
              <a:rPr lang="en-US" sz="44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endParaRPr lang="en-MY" sz="4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B288DC-1288-84F6-5F28-45CC20C351A6}"/>
              </a:ext>
            </a:extLst>
          </p:cNvPr>
          <p:cNvCxnSpPr/>
          <p:nvPr/>
        </p:nvCxnSpPr>
        <p:spPr>
          <a:xfrm>
            <a:off x="4294574" y="1673694"/>
            <a:ext cx="772209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439505-65A4-2772-4B84-70B9BFAF0869}"/>
              </a:ext>
            </a:extLst>
          </p:cNvPr>
          <p:cNvCxnSpPr/>
          <p:nvPr/>
        </p:nvCxnSpPr>
        <p:spPr>
          <a:xfrm>
            <a:off x="4294574" y="2708755"/>
            <a:ext cx="772209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C3FA8E-192B-B95D-98B5-754299ABC204}"/>
              </a:ext>
            </a:extLst>
          </p:cNvPr>
          <p:cNvCxnSpPr/>
          <p:nvPr/>
        </p:nvCxnSpPr>
        <p:spPr>
          <a:xfrm>
            <a:off x="4294574" y="3743816"/>
            <a:ext cx="772209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0DBBD3-9602-52F3-D387-239697C164FD}"/>
              </a:ext>
            </a:extLst>
          </p:cNvPr>
          <p:cNvCxnSpPr/>
          <p:nvPr/>
        </p:nvCxnSpPr>
        <p:spPr>
          <a:xfrm>
            <a:off x="4294574" y="4778877"/>
            <a:ext cx="772209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DF04F4-2695-5468-A7D3-E85EF33D92A7}"/>
              </a:ext>
            </a:extLst>
          </p:cNvPr>
          <p:cNvCxnSpPr/>
          <p:nvPr/>
        </p:nvCxnSpPr>
        <p:spPr>
          <a:xfrm>
            <a:off x="4294574" y="5813938"/>
            <a:ext cx="772209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Hierarchy with solid fill">
            <a:extLst>
              <a:ext uri="{FF2B5EF4-FFF2-40B4-BE49-F238E27FC236}">
                <a16:creationId xmlns:a16="http://schemas.microsoft.com/office/drawing/2014/main" id="{F3BF3386-42E3-2FF9-35C8-AB4F2B5115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8783" y="1934392"/>
            <a:ext cx="496842" cy="496840"/>
          </a:xfrm>
          <a:prstGeom prst="rect">
            <a:avLst/>
          </a:prstGeom>
        </p:spPr>
      </p:pic>
      <p:pic>
        <p:nvPicPr>
          <p:cNvPr id="33" name="Graphic 32" descr="Bar graph with upward trend with solid fill">
            <a:extLst>
              <a:ext uri="{FF2B5EF4-FFF2-40B4-BE49-F238E27FC236}">
                <a16:creationId xmlns:a16="http://schemas.microsoft.com/office/drawing/2014/main" id="{723D9D6A-3167-110B-BB8E-0A82098AF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63238" y="3977934"/>
            <a:ext cx="547930" cy="547930"/>
          </a:xfrm>
          <a:prstGeom prst="rect">
            <a:avLst/>
          </a:prstGeom>
        </p:spPr>
      </p:pic>
      <p:pic>
        <p:nvPicPr>
          <p:cNvPr id="35" name="Graphic 34" descr="Handshake with solid fill">
            <a:extLst>
              <a:ext uri="{FF2B5EF4-FFF2-40B4-BE49-F238E27FC236}">
                <a16:creationId xmlns:a16="http://schemas.microsoft.com/office/drawing/2014/main" id="{B98FD27B-B8E5-C572-52F2-AEF5683B51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574" y="4985704"/>
            <a:ext cx="605258" cy="60525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F15B38D-B27D-2F80-57EB-75D8A377E774}"/>
              </a:ext>
            </a:extLst>
          </p:cNvPr>
          <p:cNvSpPr/>
          <p:nvPr/>
        </p:nvSpPr>
        <p:spPr>
          <a:xfrm>
            <a:off x="1918569" y="3319694"/>
            <a:ext cx="45719" cy="940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1A738B-2EEE-77D1-07F6-E853B784EE7F}"/>
              </a:ext>
            </a:extLst>
          </p:cNvPr>
          <p:cNvSpPr/>
          <p:nvPr/>
        </p:nvSpPr>
        <p:spPr>
          <a:xfrm>
            <a:off x="1918569" y="4597647"/>
            <a:ext cx="45719" cy="940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756477-BD1F-B060-A2C9-A24B863C9C0D}"/>
              </a:ext>
            </a:extLst>
          </p:cNvPr>
          <p:cNvSpPr/>
          <p:nvPr/>
        </p:nvSpPr>
        <p:spPr>
          <a:xfrm>
            <a:off x="2093903" y="3334684"/>
            <a:ext cx="1850001" cy="940161"/>
          </a:xfrm>
          <a:prstGeom prst="rect">
            <a:avLst/>
          </a:pr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 here description here description here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0F1D4C-82A2-710A-ABEF-8E713523F02A}"/>
              </a:ext>
            </a:extLst>
          </p:cNvPr>
          <p:cNvSpPr/>
          <p:nvPr/>
        </p:nvSpPr>
        <p:spPr>
          <a:xfrm>
            <a:off x="2093903" y="4602697"/>
            <a:ext cx="1850001" cy="940161"/>
          </a:xfrm>
          <a:prstGeom prst="rect">
            <a:avLst/>
          </a:pr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 here description here description here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2AB79D-41BC-43E1-40DC-B50EF8519B35}"/>
              </a:ext>
            </a:extLst>
          </p:cNvPr>
          <p:cNvSpPr txBox="1"/>
          <p:nvPr/>
        </p:nvSpPr>
        <p:spPr>
          <a:xfrm>
            <a:off x="4973206" y="1742345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 Structure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1BD349-F7DC-1273-726B-432A555BED65}"/>
              </a:ext>
            </a:extLst>
          </p:cNvPr>
          <p:cNvSpPr txBox="1"/>
          <p:nvPr/>
        </p:nvSpPr>
        <p:spPr>
          <a:xfrm>
            <a:off x="4973206" y="2778986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Achievements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5BC75D-8547-14D0-49C9-E2B65333568D}"/>
              </a:ext>
            </a:extLst>
          </p:cNvPr>
          <p:cNvSpPr txBox="1"/>
          <p:nvPr/>
        </p:nvSpPr>
        <p:spPr>
          <a:xfrm>
            <a:off x="4973206" y="3815627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Financial Projections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D056B7-3170-2C35-FF99-D147EF8E3F58}"/>
              </a:ext>
            </a:extLst>
          </p:cNvPr>
          <p:cNvSpPr txBox="1"/>
          <p:nvPr/>
        </p:nvSpPr>
        <p:spPr>
          <a:xfrm>
            <a:off x="4973206" y="4852269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 Management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34671F1-65E0-2CA7-2275-9C2E14B7C4ED}"/>
              </a:ext>
            </a:extLst>
          </p:cNvPr>
          <p:cNvCxnSpPr/>
          <p:nvPr/>
        </p:nvCxnSpPr>
        <p:spPr>
          <a:xfrm>
            <a:off x="8167107" y="1797198"/>
            <a:ext cx="0" cy="771228"/>
          </a:xfrm>
          <a:prstGeom prst="line">
            <a:avLst/>
          </a:prstGeom>
          <a:ln w="254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0E58981-BF87-8FEF-AB53-73D27A369388}"/>
              </a:ext>
            </a:extLst>
          </p:cNvPr>
          <p:cNvCxnSpPr/>
          <p:nvPr/>
        </p:nvCxnSpPr>
        <p:spPr>
          <a:xfrm>
            <a:off x="8167107" y="2832372"/>
            <a:ext cx="0" cy="771228"/>
          </a:xfrm>
          <a:prstGeom prst="line">
            <a:avLst/>
          </a:prstGeom>
          <a:ln w="254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AECB8F8-52EE-46BF-2175-300E27A04B0D}"/>
              </a:ext>
            </a:extLst>
          </p:cNvPr>
          <p:cNvCxnSpPr/>
          <p:nvPr/>
        </p:nvCxnSpPr>
        <p:spPr>
          <a:xfrm>
            <a:off x="8167107" y="3867546"/>
            <a:ext cx="0" cy="771228"/>
          </a:xfrm>
          <a:prstGeom prst="line">
            <a:avLst/>
          </a:prstGeom>
          <a:ln w="254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0F36B6-6199-1A7C-533D-6148B614D756}"/>
              </a:ext>
            </a:extLst>
          </p:cNvPr>
          <p:cNvCxnSpPr/>
          <p:nvPr/>
        </p:nvCxnSpPr>
        <p:spPr>
          <a:xfrm>
            <a:off x="8167107" y="4902719"/>
            <a:ext cx="0" cy="771228"/>
          </a:xfrm>
          <a:prstGeom prst="line">
            <a:avLst/>
          </a:prstGeom>
          <a:ln w="254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Magnifying glass">
            <a:extLst>
              <a:ext uri="{FF2B5EF4-FFF2-40B4-BE49-F238E27FC236}">
                <a16:creationId xmlns:a16="http://schemas.microsoft.com/office/drawing/2014/main" id="{6C202AEC-19B5-745C-F96B-54B46072CB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5881" y="3977934"/>
            <a:ext cx="547930" cy="547930"/>
          </a:xfrm>
          <a:prstGeom prst="rect">
            <a:avLst/>
          </a:prstGeom>
        </p:spPr>
      </p:pic>
      <p:pic>
        <p:nvPicPr>
          <p:cNvPr id="59" name="Graphic 1" descr="Bullseye">
            <a:extLst>
              <a:ext uri="{FF2B5EF4-FFF2-40B4-BE49-F238E27FC236}">
                <a16:creationId xmlns:a16="http://schemas.microsoft.com/office/drawing/2014/main" id="{8D1C5D21-E593-BF59-E045-B8A8BE71C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8671" y="2942874"/>
            <a:ext cx="562350" cy="562350"/>
          </a:xfrm>
          <a:prstGeom prst="rect">
            <a:avLst/>
          </a:prstGeom>
        </p:spPr>
      </p:pic>
      <p:pic>
        <p:nvPicPr>
          <p:cNvPr id="60" name="Graphic 59" descr="Tag with solid fill">
            <a:extLst>
              <a:ext uri="{FF2B5EF4-FFF2-40B4-BE49-F238E27FC236}">
                <a16:creationId xmlns:a16="http://schemas.microsoft.com/office/drawing/2014/main" id="{A5914E68-0AC5-7E3C-5237-90A0C2FB1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237217" y="4985704"/>
            <a:ext cx="605258" cy="60525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F349E33-CD00-63AB-A38C-9D12D3AE3FBA}"/>
              </a:ext>
            </a:extLst>
          </p:cNvPr>
          <p:cNvSpPr txBox="1"/>
          <p:nvPr/>
        </p:nvSpPr>
        <p:spPr>
          <a:xfrm>
            <a:off x="8885963" y="2778986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&amp; Vision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54DAA7-B56E-8A2F-44AE-8EDE1E709A18}"/>
              </a:ext>
            </a:extLst>
          </p:cNvPr>
          <p:cNvSpPr txBox="1"/>
          <p:nvPr/>
        </p:nvSpPr>
        <p:spPr>
          <a:xfrm>
            <a:off x="8885963" y="1742345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Services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217BDE-C4AB-BF2E-4C70-879E1BF32300}"/>
              </a:ext>
            </a:extLst>
          </p:cNvPr>
          <p:cNvSpPr txBox="1"/>
          <p:nvPr/>
        </p:nvSpPr>
        <p:spPr>
          <a:xfrm>
            <a:off x="8885963" y="3815627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 Study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CB6D97-0854-A8F7-67EE-07C7ABFD033C}"/>
              </a:ext>
            </a:extLst>
          </p:cNvPr>
          <p:cNvSpPr txBox="1"/>
          <p:nvPr/>
        </p:nvSpPr>
        <p:spPr>
          <a:xfrm>
            <a:off x="8885963" y="4852269"/>
            <a:ext cx="32742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Pricing</a:t>
            </a:r>
          </a:p>
          <a:p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2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7544A37D-1793-BFE1-66EC-B7F1832BC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2613" y="1966897"/>
            <a:ext cx="514465" cy="41267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55C75FE-9AB6-9F53-D6B5-B2708A18C6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13709" y="2991536"/>
            <a:ext cx="446987" cy="48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40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38" grpId="0" animBg="1"/>
      <p:bldP spid="39" grpId="0" animBg="1"/>
      <p:bldP spid="44" grpId="0" animBg="1"/>
      <p:bldP spid="45" grpId="0" animBg="1"/>
      <p:bldP spid="48" grpId="0"/>
      <p:bldP spid="50" grpId="0"/>
      <p:bldP spid="51" grpId="0"/>
      <p:bldP spid="52" grpId="0"/>
      <p:bldP spid="62" grpId="0"/>
      <p:bldP spid="64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E559-4FB3-F7B8-A341-A866569E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2A79C6-2170-D6E4-5400-4CCF7D883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About Us</a:t>
            </a: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2354400B-DF1F-29D8-79D1-0E80D59B74E5}"/>
              </a:ext>
            </a:extLst>
          </p:cNvPr>
          <p:cNvSpPr/>
          <p:nvPr/>
        </p:nvSpPr>
        <p:spPr>
          <a:xfrm rot="5400000">
            <a:off x="582868" y="886210"/>
            <a:ext cx="4537437" cy="5703181"/>
          </a:xfrm>
          <a:prstGeom prst="round2SameRect">
            <a:avLst>
              <a:gd name="adj1" fmla="val 6498"/>
              <a:gd name="adj2" fmla="val 0"/>
            </a:avLst>
          </a:pr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9F59C-0D53-064D-47ED-DD7D0A998A2D}"/>
              </a:ext>
            </a:extLst>
          </p:cNvPr>
          <p:cNvSpPr txBox="1"/>
          <p:nvPr/>
        </p:nvSpPr>
        <p:spPr>
          <a:xfrm>
            <a:off x="6279249" y="2170174"/>
            <a:ext cx="480260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D1F5D2-1B93-FF80-CD84-A48A0E1B196F}"/>
              </a:ext>
            </a:extLst>
          </p:cNvPr>
          <p:cNvSpPr txBox="1"/>
          <p:nvPr/>
        </p:nvSpPr>
        <p:spPr>
          <a:xfrm>
            <a:off x="511085" y="2029640"/>
            <a:ext cx="44792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minim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veniam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quis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nostrud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exercitation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ullamco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laboris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nisi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aliquip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Duis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aute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irure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 in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reprehenderit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voluptate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velit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esse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cillum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fugiat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nulla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pariatur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Excepteur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occaecat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cupidatat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non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proident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sunt in culpa qui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officia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deserunt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mollit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anim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id est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laborum</a:t>
            </a:r>
            <a:r>
              <a:rPr lang="en-US" b="0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5F7FE3-B26B-6286-0716-FA613F1C6054}"/>
              </a:ext>
            </a:extLst>
          </p:cNvPr>
          <p:cNvSpPr txBox="1"/>
          <p:nvPr/>
        </p:nvSpPr>
        <p:spPr>
          <a:xfrm>
            <a:off x="6279249" y="3327748"/>
            <a:ext cx="480260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E53979-78D9-3EA9-27DA-C3FE5B69DC54}"/>
              </a:ext>
            </a:extLst>
          </p:cNvPr>
          <p:cNvSpPr txBox="1"/>
          <p:nvPr/>
        </p:nvSpPr>
        <p:spPr>
          <a:xfrm>
            <a:off x="6279249" y="4474427"/>
            <a:ext cx="480260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59B1F8-E7F7-D7E5-AE86-8C44F3B8CCEC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9288ABF-3C69-955D-C6CD-FFDA91228384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E815877-7577-4D2E-5023-ED034F4E6D80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5F6F232-93FA-B7C0-C1CA-1E41DAB2DA60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599FD17-E82E-960E-7D49-CE144FB84917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C84D660-CFC6-279A-5080-03DB3A73B594}"/>
              </a:ext>
            </a:extLst>
          </p:cNvPr>
          <p:cNvGrpSpPr/>
          <p:nvPr/>
        </p:nvGrpSpPr>
        <p:grpSpPr>
          <a:xfrm>
            <a:off x="5271138" y="2153625"/>
            <a:ext cx="864096" cy="864096"/>
            <a:chOff x="5271138" y="2153625"/>
            <a:chExt cx="864096" cy="86409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E9E1218-9E9A-90C8-262C-85D7FA4E18B3}"/>
                </a:ext>
              </a:extLst>
            </p:cNvPr>
            <p:cNvSpPr/>
            <p:nvPr/>
          </p:nvSpPr>
          <p:spPr>
            <a:xfrm>
              <a:off x="5271138" y="2153625"/>
              <a:ext cx="864096" cy="864096"/>
            </a:xfrm>
            <a:prstGeom prst="ellipse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6" name="Graphic 45" descr="Bar graph with upward trend with solid fill">
              <a:extLst>
                <a:ext uri="{FF2B5EF4-FFF2-40B4-BE49-F238E27FC236}">
                  <a16:creationId xmlns:a16="http://schemas.microsoft.com/office/drawing/2014/main" id="{D917FD58-0255-CC66-82E9-6F6BC45DAF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25351" y="2307846"/>
              <a:ext cx="555651" cy="555651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1702D19-6B2B-A8BC-AC60-B4145DEB46BE}"/>
              </a:ext>
            </a:extLst>
          </p:cNvPr>
          <p:cNvGrpSpPr/>
          <p:nvPr/>
        </p:nvGrpSpPr>
        <p:grpSpPr>
          <a:xfrm>
            <a:off x="5271138" y="3305752"/>
            <a:ext cx="864096" cy="864096"/>
            <a:chOff x="5271138" y="3305752"/>
            <a:chExt cx="864096" cy="86409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9AECCE-841F-FD87-311A-895E8CE8609D}"/>
                </a:ext>
              </a:extLst>
            </p:cNvPr>
            <p:cNvSpPr/>
            <p:nvPr/>
          </p:nvSpPr>
          <p:spPr>
            <a:xfrm>
              <a:off x="5271138" y="3305752"/>
              <a:ext cx="864096" cy="864096"/>
            </a:xfrm>
            <a:prstGeom prst="ellipse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pic>
          <p:nvPicPr>
            <p:cNvPr id="47" name="Graphic 46" descr="Clipboard Badge with solid fill">
              <a:extLst>
                <a:ext uri="{FF2B5EF4-FFF2-40B4-BE49-F238E27FC236}">
                  <a16:creationId xmlns:a16="http://schemas.microsoft.com/office/drawing/2014/main" id="{3939ADB4-C753-D1FF-93ED-6D97D3CC48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5350" y="3460557"/>
              <a:ext cx="555651" cy="555651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82B13C2-8B7A-6DD3-E093-79AA1404A466}"/>
              </a:ext>
            </a:extLst>
          </p:cNvPr>
          <p:cNvGrpSpPr/>
          <p:nvPr/>
        </p:nvGrpSpPr>
        <p:grpSpPr>
          <a:xfrm>
            <a:off x="5271138" y="4457879"/>
            <a:ext cx="864096" cy="864096"/>
            <a:chOff x="5271138" y="4457879"/>
            <a:chExt cx="864096" cy="86409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1C88F95-DA38-57F7-540E-75AC51C6C400}"/>
                </a:ext>
              </a:extLst>
            </p:cNvPr>
            <p:cNvSpPr/>
            <p:nvPr/>
          </p:nvSpPr>
          <p:spPr>
            <a:xfrm>
              <a:off x="5271138" y="4457879"/>
              <a:ext cx="864096" cy="864096"/>
            </a:xfrm>
            <a:prstGeom prst="ellipse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8" name="Graphic 47" descr="Target Audience with solid fill">
              <a:extLst>
                <a:ext uri="{FF2B5EF4-FFF2-40B4-BE49-F238E27FC236}">
                  <a16:creationId xmlns:a16="http://schemas.microsoft.com/office/drawing/2014/main" id="{7693355D-1421-5083-030D-A544A32EC3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25349" y="4612099"/>
              <a:ext cx="555651" cy="555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642292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33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1CC4-3BF7-BC75-FB8D-F6E9513E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5C113F0-6C96-A1C6-FA98-B863C4A5E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Mission &amp; Vision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1F2602-AC04-8977-DB54-AAC944C40CCE}"/>
              </a:ext>
            </a:extLst>
          </p:cNvPr>
          <p:cNvGrpSpPr/>
          <p:nvPr/>
        </p:nvGrpSpPr>
        <p:grpSpPr>
          <a:xfrm>
            <a:off x="644856" y="1944301"/>
            <a:ext cx="3515366" cy="4202872"/>
            <a:chOff x="304263" y="2018732"/>
            <a:chExt cx="3515366" cy="420287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76D3AF2-7FF1-9E19-C3C1-E348F8C01CAA}"/>
                </a:ext>
              </a:extLst>
            </p:cNvPr>
            <p:cNvGrpSpPr/>
            <p:nvPr/>
          </p:nvGrpSpPr>
          <p:grpSpPr>
            <a:xfrm>
              <a:off x="304263" y="2018732"/>
              <a:ext cx="3515366" cy="4202872"/>
              <a:chOff x="139907" y="2018732"/>
              <a:chExt cx="3844078" cy="420287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BD3BA32-6B14-A951-9101-4FCEFDAF4984}"/>
                  </a:ext>
                </a:extLst>
              </p:cNvPr>
              <p:cNvSpPr/>
              <p:nvPr/>
            </p:nvSpPr>
            <p:spPr>
              <a:xfrm>
                <a:off x="139907" y="2205657"/>
                <a:ext cx="3844078" cy="4015947"/>
              </a:xfrm>
              <a:prstGeom prst="roundRect">
                <a:avLst>
                  <a:gd name="adj" fmla="val 14096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9C90E597-D859-FC92-FD5C-83B53207596C}"/>
                  </a:ext>
                </a:extLst>
              </p:cNvPr>
              <p:cNvSpPr/>
              <p:nvPr/>
            </p:nvSpPr>
            <p:spPr>
              <a:xfrm>
                <a:off x="139907" y="2018732"/>
                <a:ext cx="3844078" cy="1616620"/>
              </a:xfrm>
              <a:prstGeom prst="round2SameRect">
                <a:avLst>
                  <a:gd name="adj1" fmla="val 35477"/>
                  <a:gd name="adj2" fmla="val 0"/>
                </a:avLst>
              </a:prstGeom>
              <a:solidFill>
                <a:srgbClr val="D61A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208733-85CB-BC9A-48EB-64E460A98540}"/>
                </a:ext>
              </a:extLst>
            </p:cNvPr>
            <p:cNvGrpSpPr/>
            <p:nvPr/>
          </p:nvGrpSpPr>
          <p:grpSpPr>
            <a:xfrm>
              <a:off x="372533" y="3023668"/>
              <a:ext cx="3378826" cy="2249474"/>
              <a:chOff x="372533" y="3023668"/>
              <a:chExt cx="3378826" cy="2249474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73F95D-6CCF-E6A6-D2C7-F57DBF45DFA9}"/>
                  </a:ext>
                </a:extLst>
              </p:cNvPr>
              <p:cNvSpPr txBox="1"/>
              <p:nvPr/>
            </p:nvSpPr>
            <p:spPr>
              <a:xfrm>
                <a:off x="562212" y="3023668"/>
                <a:ext cx="2999468" cy="40011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20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Meet Company’s Goal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4634C-9E29-8191-9C18-BBD8169200B0}"/>
                  </a:ext>
                </a:extLst>
              </p:cNvPr>
              <p:cNvSpPr txBox="1"/>
              <p:nvPr/>
            </p:nvSpPr>
            <p:spPr>
              <a:xfrm>
                <a:off x="372533" y="3795814"/>
                <a:ext cx="337882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7E5CFDC-C1E0-7DCC-CAD5-4C0D86F6D5A5}"/>
              </a:ext>
            </a:extLst>
          </p:cNvPr>
          <p:cNvGrpSpPr/>
          <p:nvPr/>
        </p:nvGrpSpPr>
        <p:grpSpPr>
          <a:xfrm>
            <a:off x="1592914" y="1142568"/>
            <a:ext cx="1619250" cy="1619250"/>
            <a:chOff x="1252321" y="1216999"/>
            <a:chExt cx="1619250" cy="161925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913DAC9-DAEA-799E-9438-5A373EAAB035}"/>
                </a:ext>
              </a:extLst>
            </p:cNvPr>
            <p:cNvGrpSpPr/>
            <p:nvPr/>
          </p:nvGrpSpPr>
          <p:grpSpPr>
            <a:xfrm>
              <a:off x="1252321" y="1216999"/>
              <a:ext cx="1619250" cy="1619250"/>
              <a:chOff x="2355591" y="1729063"/>
              <a:chExt cx="1619250" cy="161925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C773939-A264-94B8-370C-832587BAE563}"/>
                  </a:ext>
                </a:extLst>
              </p:cNvPr>
              <p:cNvSpPr/>
              <p:nvPr/>
            </p:nvSpPr>
            <p:spPr>
              <a:xfrm>
                <a:off x="2355591" y="1729063"/>
                <a:ext cx="1619250" cy="161925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09091A9-B882-78C8-589E-4CC5FF66B71F}"/>
                  </a:ext>
                </a:extLst>
              </p:cNvPr>
              <p:cNvSpPr/>
              <p:nvPr/>
            </p:nvSpPr>
            <p:spPr>
              <a:xfrm>
                <a:off x="2627054" y="2000526"/>
                <a:ext cx="1076325" cy="1076325"/>
              </a:xfrm>
              <a:prstGeom prst="ellipse">
                <a:avLst/>
              </a:prstGeom>
              <a:solidFill>
                <a:srgbClr val="D61A3B"/>
              </a:solidFill>
              <a:ln w="38100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5240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>
                  <a:latin typeface="Daytona Condensed" panose="020B0506030503040204" pitchFamily="34" charset="0"/>
                </a:endParaRPr>
              </a:p>
            </p:txBody>
          </p:sp>
        </p:grpSp>
        <p:pic>
          <p:nvPicPr>
            <p:cNvPr id="12" name="Picture 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4A1C6C5-8A5A-267A-80A5-C133EE6CE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3208" y="1718864"/>
              <a:ext cx="547190" cy="58282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5E9D35-5C10-8C6C-CDA1-F34807F0C433}"/>
              </a:ext>
            </a:extLst>
          </p:cNvPr>
          <p:cNvGrpSpPr/>
          <p:nvPr/>
        </p:nvGrpSpPr>
        <p:grpSpPr>
          <a:xfrm>
            <a:off x="4173961" y="1944301"/>
            <a:ext cx="3844078" cy="4202872"/>
            <a:chOff x="4173961" y="2018732"/>
            <a:chExt cx="3844078" cy="42028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DC245C-4097-81A9-0E48-180AC69713F9}"/>
                </a:ext>
              </a:extLst>
            </p:cNvPr>
            <p:cNvGrpSpPr/>
            <p:nvPr/>
          </p:nvGrpSpPr>
          <p:grpSpPr>
            <a:xfrm>
              <a:off x="4338317" y="2018732"/>
              <a:ext cx="3515366" cy="4202872"/>
              <a:chOff x="4173961" y="2018732"/>
              <a:chExt cx="3844078" cy="4202872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1BD855F-A6AC-1DDC-D2B3-C48EB283B8A5}"/>
                  </a:ext>
                </a:extLst>
              </p:cNvPr>
              <p:cNvSpPr/>
              <p:nvPr/>
            </p:nvSpPr>
            <p:spPr>
              <a:xfrm>
                <a:off x="4173961" y="2205657"/>
                <a:ext cx="3844078" cy="4015947"/>
              </a:xfrm>
              <a:prstGeom prst="roundRect">
                <a:avLst>
                  <a:gd name="adj" fmla="val 14096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1" name="Rectangle: Top Corners Rounded 20">
                <a:extLst>
                  <a:ext uri="{FF2B5EF4-FFF2-40B4-BE49-F238E27FC236}">
                    <a16:creationId xmlns:a16="http://schemas.microsoft.com/office/drawing/2014/main" id="{8901C96B-2BA0-E76C-34AB-43D6D8D8F36A}"/>
                  </a:ext>
                </a:extLst>
              </p:cNvPr>
              <p:cNvSpPr/>
              <p:nvPr/>
            </p:nvSpPr>
            <p:spPr>
              <a:xfrm>
                <a:off x="4173961" y="2018732"/>
                <a:ext cx="3844078" cy="1616620"/>
              </a:xfrm>
              <a:prstGeom prst="round2SameRect">
                <a:avLst>
                  <a:gd name="adj1" fmla="val 35477"/>
                  <a:gd name="adj2" fmla="val 0"/>
                </a:avLst>
              </a:prstGeom>
              <a:solidFill>
                <a:srgbClr val="4B5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8A2B72C-B2AC-15AC-D336-2449E4FFFE14}"/>
                </a:ext>
              </a:extLst>
            </p:cNvPr>
            <p:cNvGrpSpPr/>
            <p:nvPr/>
          </p:nvGrpSpPr>
          <p:grpSpPr>
            <a:xfrm>
              <a:off x="4173961" y="3027274"/>
              <a:ext cx="3844078" cy="2252107"/>
              <a:chOff x="4173961" y="3027274"/>
              <a:chExt cx="3844078" cy="225210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F24ABB-6DA0-2BC7-274A-F8952F4E91C7}"/>
                  </a:ext>
                </a:extLst>
              </p:cNvPr>
              <p:cNvSpPr txBox="1"/>
              <p:nvPr/>
            </p:nvSpPr>
            <p:spPr>
              <a:xfrm>
                <a:off x="4173961" y="3027274"/>
                <a:ext cx="3844078" cy="40011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20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Increase Productivity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8574ED-F68A-B50B-0CD6-AC6879411BA9}"/>
                  </a:ext>
                </a:extLst>
              </p:cNvPr>
              <p:cNvSpPr txBox="1"/>
              <p:nvPr/>
            </p:nvSpPr>
            <p:spPr>
              <a:xfrm>
                <a:off x="4406587" y="3802053"/>
                <a:ext cx="337882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E7E3C9-D4C5-F680-BED9-A24423458FE4}"/>
              </a:ext>
            </a:extLst>
          </p:cNvPr>
          <p:cNvGrpSpPr/>
          <p:nvPr/>
        </p:nvGrpSpPr>
        <p:grpSpPr>
          <a:xfrm>
            <a:off x="5286375" y="1142568"/>
            <a:ext cx="1619250" cy="1619250"/>
            <a:chOff x="5286375" y="1216999"/>
            <a:chExt cx="1619250" cy="161925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E413C11-F9EC-C7A0-5800-91CD6CC81E11}"/>
                </a:ext>
              </a:extLst>
            </p:cNvPr>
            <p:cNvGrpSpPr/>
            <p:nvPr/>
          </p:nvGrpSpPr>
          <p:grpSpPr>
            <a:xfrm>
              <a:off x="5286375" y="1216999"/>
              <a:ext cx="1619250" cy="1619250"/>
              <a:chOff x="5286375" y="1729063"/>
              <a:chExt cx="1619250" cy="161925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95CBC67-AE66-83DC-0373-0FA60EEACE70}"/>
                  </a:ext>
                </a:extLst>
              </p:cNvPr>
              <p:cNvSpPr/>
              <p:nvPr/>
            </p:nvSpPr>
            <p:spPr>
              <a:xfrm>
                <a:off x="5286375" y="1729063"/>
                <a:ext cx="1619250" cy="161925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B17229E-6D6A-0F2F-2F03-2C5A39FD7E84}"/>
                  </a:ext>
                </a:extLst>
              </p:cNvPr>
              <p:cNvSpPr/>
              <p:nvPr/>
            </p:nvSpPr>
            <p:spPr>
              <a:xfrm>
                <a:off x="5557838" y="2000526"/>
                <a:ext cx="1076325" cy="1076325"/>
              </a:xfrm>
              <a:prstGeom prst="ellipse">
                <a:avLst/>
              </a:prstGeom>
              <a:solidFill>
                <a:srgbClr val="4B5050"/>
              </a:solidFill>
              <a:ln w="38100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5240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>
                  <a:latin typeface="Daytona Condensed" panose="020B0506030503040204" pitchFamily="34" charset="0"/>
                </a:endParaRPr>
              </a:p>
            </p:txBody>
          </p:sp>
        </p:grpSp>
        <p:pic>
          <p:nvPicPr>
            <p:cNvPr id="24" name="Picture 2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80FA1A7-B765-0C00-A3E9-B0BDF8614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3698" y="1707787"/>
              <a:ext cx="567990" cy="60497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8C5BDE0-2863-8CD1-8EC3-9AC66275E082}"/>
              </a:ext>
            </a:extLst>
          </p:cNvPr>
          <p:cNvGrpSpPr/>
          <p:nvPr/>
        </p:nvGrpSpPr>
        <p:grpSpPr>
          <a:xfrm>
            <a:off x="8011273" y="1944301"/>
            <a:ext cx="3548662" cy="4202872"/>
            <a:chOff x="8352684" y="2018732"/>
            <a:chExt cx="3548662" cy="420287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E916C80-A9C0-D1B6-AA4E-1AB3AD04D3DB}"/>
                </a:ext>
              </a:extLst>
            </p:cNvPr>
            <p:cNvGrpSpPr/>
            <p:nvPr/>
          </p:nvGrpSpPr>
          <p:grpSpPr>
            <a:xfrm>
              <a:off x="8369463" y="2018732"/>
              <a:ext cx="3518144" cy="4202872"/>
              <a:chOff x="8204976" y="2018732"/>
              <a:chExt cx="3847117" cy="4202872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6E0E756-73DF-758A-F209-D0A60A60F412}"/>
                  </a:ext>
                </a:extLst>
              </p:cNvPr>
              <p:cNvSpPr/>
              <p:nvPr/>
            </p:nvSpPr>
            <p:spPr>
              <a:xfrm>
                <a:off x="8208015" y="2205657"/>
                <a:ext cx="3844078" cy="4015947"/>
              </a:xfrm>
              <a:prstGeom prst="roundRect">
                <a:avLst>
                  <a:gd name="adj" fmla="val 14096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32" name="Rectangle: Top Corners Rounded 31">
                <a:extLst>
                  <a:ext uri="{FF2B5EF4-FFF2-40B4-BE49-F238E27FC236}">
                    <a16:creationId xmlns:a16="http://schemas.microsoft.com/office/drawing/2014/main" id="{23F3E6ED-2378-907B-9B97-A426A0BE0B10}"/>
                  </a:ext>
                </a:extLst>
              </p:cNvPr>
              <p:cNvSpPr/>
              <p:nvPr/>
            </p:nvSpPr>
            <p:spPr>
              <a:xfrm>
                <a:off x="8204976" y="2018732"/>
                <a:ext cx="3844078" cy="1616620"/>
              </a:xfrm>
              <a:prstGeom prst="round2SameRect">
                <a:avLst>
                  <a:gd name="adj1" fmla="val 35477"/>
                  <a:gd name="adj2" fmla="val 0"/>
                </a:avLst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D6CC29-22EA-7628-1DEB-137E6CBC8E34}"/>
                </a:ext>
              </a:extLst>
            </p:cNvPr>
            <p:cNvSpPr txBox="1"/>
            <p:nvPr/>
          </p:nvSpPr>
          <p:spPr>
            <a:xfrm>
              <a:off x="8352684" y="3027274"/>
              <a:ext cx="3548662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Improve Work Quality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0A24DC-FA1A-AE91-4BCB-EA718DB9F766}"/>
                </a:ext>
              </a:extLst>
            </p:cNvPr>
            <p:cNvSpPr txBox="1"/>
            <p:nvPr/>
          </p:nvSpPr>
          <p:spPr>
            <a:xfrm>
              <a:off x="8440641" y="3781656"/>
              <a:ext cx="337882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BBD07E-14CD-099E-4305-9A315C55E91F}"/>
              </a:ext>
            </a:extLst>
          </p:cNvPr>
          <p:cNvGrpSpPr/>
          <p:nvPr/>
        </p:nvGrpSpPr>
        <p:grpSpPr>
          <a:xfrm>
            <a:off x="8979018" y="1142568"/>
            <a:ext cx="1619250" cy="1619250"/>
            <a:chOff x="9320429" y="1216999"/>
            <a:chExt cx="1619250" cy="161925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4051BF8-BB90-61C1-07D7-7BF076805D49}"/>
                </a:ext>
              </a:extLst>
            </p:cNvPr>
            <p:cNvGrpSpPr/>
            <p:nvPr/>
          </p:nvGrpSpPr>
          <p:grpSpPr>
            <a:xfrm>
              <a:off x="9320429" y="1216999"/>
              <a:ext cx="1619250" cy="1619250"/>
              <a:chOff x="8217159" y="1729063"/>
              <a:chExt cx="1619250" cy="1619250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329D686-6D44-1BDC-2B2A-675275C1EA2B}"/>
                  </a:ext>
                </a:extLst>
              </p:cNvPr>
              <p:cNvSpPr/>
              <p:nvPr/>
            </p:nvSpPr>
            <p:spPr>
              <a:xfrm>
                <a:off x="8217159" y="1729063"/>
                <a:ext cx="1619250" cy="161925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F0C3C6D-300A-49D3-81F9-0F6A1280C5CB}"/>
                  </a:ext>
                </a:extLst>
              </p:cNvPr>
              <p:cNvSpPr/>
              <p:nvPr/>
            </p:nvSpPr>
            <p:spPr>
              <a:xfrm>
                <a:off x="8488622" y="2000526"/>
                <a:ext cx="1076325" cy="1076325"/>
              </a:xfrm>
              <a:prstGeom prst="ellipse">
                <a:avLst/>
              </a:prstGeom>
              <a:solidFill>
                <a:srgbClr val="939999"/>
              </a:solidFill>
              <a:ln w="38100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5240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>
                  <a:latin typeface="Daytona Condensed" panose="020B0506030503040204" pitchFamily="34" charset="0"/>
                </a:endParaRPr>
              </a:p>
            </p:txBody>
          </p:sp>
        </p:grpSp>
        <p:pic>
          <p:nvPicPr>
            <p:cNvPr id="35" name="Picture 3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93F18CC-7FFF-7976-E2E5-2415497C6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0326" y="1747522"/>
              <a:ext cx="493377" cy="525503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C2F541B-B919-E3AD-C24F-A0784F97B938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E121505-986A-81BB-D110-151C81DA9D04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7420F64-3904-B320-5465-5B84DA2EBEE3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AEA1C40-2497-8806-F6E5-6211C0CF6915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21D6DBD-1F7E-7D23-3F83-0DD7942DA196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2336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BFB5E-D1BD-ED22-F2C4-B58580B4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7CD3B5B-A28C-D817-5B9C-0AC246CDDD7B}"/>
              </a:ext>
            </a:extLst>
          </p:cNvPr>
          <p:cNvGrpSpPr/>
          <p:nvPr/>
        </p:nvGrpSpPr>
        <p:grpSpPr>
          <a:xfrm>
            <a:off x="5116326" y="4802332"/>
            <a:ext cx="7075674" cy="1644443"/>
            <a:chOff x="5116326" y="4802332"/>
            <a:chExt cx="7075674" cy="1644443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7A66F51-C3E0-8235-3E14-9318AD5B5ADD}"/>
                </a:ext>
              </a:extLst>
            </p:cNvPr>
            <p:cNvSpPr/>
            <p:nvPr/>
          </p:nvSpPr>
          <p:spPr>
            <a:xfrm>
              <a:off x="5116326" y="4802332"/>
              <a:ext cx="7075674" cy="1644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0F89ED0-2CF7-8209-D5DC-E477C55D72DD}"/>
                </a:ext>
              </a:extLst>
            </p:cNvPr>
            <p:cNvSpPr txBox="1"/>
            <p:nvPr/>
          </p:nvSpPr>
          <p:spPr>
            <a:xfrm>
              <a:off x="5705994" y="4912624"/>
              <a:ext cx="6419550" cy="8925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MY" sz="2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Improve Work Quality</a:t>
              </a:r>
              <a:endParaRPr lang="en-MY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4E5C093-D11A-49A9-9708-C5B91ACE31F8}"/>
              </a:ext>
            </a:extLst>
          </p:cNvPr>
          <p:cNvGrpSpPr/>
          <p:nvPr/>
        </p:nvGrpSpPr>
        <p:grpSpPr>
          <a:xfrm>
            <a:off x="5129526" y="2899172"/>
            <a:ext cx="7062091" cy="1644443"/>
            <a:chOff x="5129526" y="2899172"/>
            <a:chExt cx="7062091" cy="1644443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A14FBDD-2C29-64D5-1DCD-88D0C82E7462}"/>
                </a:ext>
              </a:extLst>
            </p:cNvPr>
            <p:cNvSpPr/>
            <p:nvPr/>
          </p:nvSpPr>
          <p:spPr>
            <a:xfrm>
              <a:off x="5129526" y="2899172"/>
              <a:ext cx="7062091" cy="1644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023E7AE-8903-113E-48D8-1A1A437BE5E6}"/>
                </a:ext>
              </a:extLst>
            </p:cNvPr>
            <p:cNvSpPr txBox="1"/>
            <p:nvPr/>
          </p:nvSpPr>
          <p:spPr>
            <a:xfrm>
              <a:off x="5705994" y="2982729"/>
              <a:ext cx="6419550" cy="8925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MY" sz="2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Increase Productivity</a:t>
              </a:r>
              <a:endParaRPr lang="en-MY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729738-E662-3AEC-8EE7-8F90A3FDB8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Mission &amp; Vision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66B00E6-E6B1-63D8-1B13-F8C887B7D07A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553F787-025C-7F12-61B7-C5BE4F6D36ED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A7A4000-7513-4502-F218-74A846257EE4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E2BCC9F-45CE-33CF-A245-C332E2FE8AE9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4230E11-F59F-0704-4716-607A3841051D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2EE244F-E1DA-130A-5427-26FD697B5472}"/>
              </a:ext>
            </a:extLst>
          </p:cNvPr>
          <p:cNvGrpSpPr/>
          <p:nvPr/>
        </p:nvGrpSpPr>
        <p:grpSpPr>
          <a:xfrm>
            <a:off x="5116326" y="1010957"/>
            <a:ext cx="7075674" cy="1644443"/>
            <a:chOff x="5116326" y="1010957"/>
            <a:chExt cx="7075674" cy="1644443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5F77925-9DB6-2C76-9DF4-D6F19203DAD7}"/>
                </a:ext>
              </a:extLst>
            </p:cNvPr>
            <p:cNvSpPr/>
            <p:nvPr/>
          </p:nvSpPr>
          <p:spPr>
            <a:xfrm>
              <a:off x="5116326" y="1010957"/>
              <a:ext cx="7075674" cy="1644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61F27B7-F616-CB15-FC9F-937A1665AAB3}"/>
                </a:ext>
              </a:extLst>
            </p:cNvPr>
            <p:cNvSpPr txBox="1"/>
            <p:nvPr/>
          </p:nvSpPr>
          <p:spPr>
            <a:xfrm>
              <a:off x="5705994" y="1101729"/>
              <a:ext cx="6419550" cy="8925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MY" sz="2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Meet Company’s Goal</a:t>
              </a:r>
            </a:p>
            <a:p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3263E07-C5D7-80DA-AE8F-2D4838522223}"/>
              </a:ext>
            </a:extLst>
          </p:cNvPr>
          <p:cNvGrpSpPr/>
          <p:nvPr/>
        </p:nvGrpSpPr>
        <p:grpSpPr>
          <a:xfrm>
            <a:off x="-10582" y="1642644"/>
            <a:ext cx="4138100" cy="4311781"/>
            <a:chOff x="-10582" y="1642644"/>
            <a:chExt cx="4138100" cy="4311781"/>
          </a:xfrm>
        </p:grpSpPr>
        <p:pic>
          <p:nvPicPr>
            <p:cNvPr id="61" name="Graphic 60" descr="Confused person with solid fill">
              <a:extLst>
                <a:ext uri="{FF2B5EF4-FFF2-40B4-BE49-F238E27FC236}">
                  <a16:creationId xmlns:a16="http://schemas.microsoft.com/office/drawing/2014/main" id="{C04B2A65-95CF-380A-0347-DAB0BB0EE6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26398" y="3880620"/>
              <a:ext cx="735412" cy="735412"/>
            </a:xfrm>
            <a:prstGeom prst="rect">
              <a:avLst/>
            </a:prstGeom>
          </p:spPr>
        </p:pic>
        <p:sp>
          <p:nvSpPr>
            <p:cNvPr id="68" name="Circle: Hollow 67">
              <a:extLst>
                <a:ext uri="{FF2B5EF4-FFF2-40B4-BE49-F238E27FC236}">
                  <a16:creationId xmlns:a16="http://schemas.microsoft.com/office/drawing/2014/main" id="{293BE4A5-51A2-FA45-86EA-3B88DF950CAC}"/>
                </a:ext>
              </a:extLst>
            </p:cNvPr>
            <p:cNvSpPr/>
            <p:nvPr/>
          </p:nvSpPr>
          <p:spPr>
            <a:xfrm rot="18000000">
              <a:off x="747659" y="2097807"/>
              <a:ext cx="3208809" cy="3208809"/>
            </a:xfrm>
            <a:prstGeom prst="donut">
              <a:avLst>
                <a:gd name="adj" fmla="val 23654"/>
              </a:avLst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tx1"/>
                </a:solidFill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ACB1AEC-7273-69D0-8DCA-E8C073A3E627}"/>
                </a:ext>
              </a:extLst>
            </p:cNvPr>
            <p:cNvSpPr/>
            <p:nvPr/>
          </p:nvSpPr>
          <p:spPr>
            <a:xfrm rot="18000000">
              <a:off x="1971549" y="2583199"/>
              <a:ext cx="792985" cy="1207881"/>
            </a:xfrm>
            <a:custGeom>
              <a:avLst/>
              <a:gdLst>
                <a:gd name="connsiteX0" fmla="*/ 0 w 748712"/>
                <a:gd name="connsiteY0" fmla="*/ 0 h 1140444"/>
                <a:gd name="connsiteX1" fmla="*/ 27760 w 748712"/>
                <a:gd name="connsiteY1" fmla="*/ 1402 h 1140444"/>
                <a:gd name="connsiteX2" fmla="*/ 748712 w 748712"/>
                <a:gd name="connsiteY2" fmla="*/ 800316 h 1140444"/>
                <a:gd name="connsiteX3" fmla="*/ 685604 w 748712"/>
                <a:gd name="connsiteY3" fmla="*/ 1112903 h 1140444"/>
                <a:gd name="connsiteX4" fmla="*/ 670655 w 748712"/>
                <a:gd name="connsiteY4" fmla="*/ 1140444 h 1140444"/>
                <a:gd name="connsiteX5" fmla="*/ 405628 w 748712"/>
                <a:gd name="connsiteY5" fmla="*/ 987430 h 1140444"/>
                <a:gd name="connsiteX6" fmla="*/ 432615 w 748712"/>
                <a:gd name="connsiteY6" fmla="*/ 900491 h 1140444"/>
                <a:gd name="connsiteX7" fmla="*/ 442714 w 748712"/>
                <a:gd name="connsiteY7" fmla="*/ 800316 h 1140444"/>
                <a:gd name="connsiteX8" fmla="*/ 45827 w 748712"/>
                <a:gd name="connsiteY8" fmla="*/ 313353 h 1140444"/>
                <a:gd name="connsiteX9" fmla="*/ 0 w 748712"/>
                <a:gd name="connsiteY9" fmla="*/ 308733 h 1140444"/>
                <a:gd name="connsiteX10" fmla="*/ 0 w 748712"/>
                <a:gd name="connsiteY10" fmla="*/ 0 h 114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8712" h="1140444">
                  <a:moveTo>
                    <a:pt x="0" y="0"/>
                  </a:moveTo>
                  <a:lnTo>
                    <a:pt x="27760" y="1402"/>
                  </a:lnTo>
                  <a:cubicBezTo>
                    <a:pt x="432709" y="42527"/>
                    <a:pt x="748712" y="384518"/>
                    <a:pt x="748712" y="800316"/>
                  </a:cubicBezTo>
                  <a:cubicBezTo>
                    <a:pt x="748712" y="911196"/>
                    <a:pt x="726241" y="1016827"/>
                    <a:pt x="685604" y="1112903"/>
                  </a:cubicBezTo>
                  <a:lnTo>
                    <a:pt x="670655" y="1140444"/>
                  </a:lnTo>
                  <a:lnTo>
                    <a:pt x="405628" y="987430"/>
                  </a:lnTo>
                  <a:lnTo>
                    <a:pt x="432615" y="900491"/>
                  </a:lnTo>
                  <a:cubicBezTo>
                    <a:pt x="439237" y="868134"/>
                    <a:pt x="442714" y="834631"/>
                    <a:pt x="442714" y="800316"/>
                  </a:cubicBezTo>
                  <a:cubicBezTo>
                    <a:pt x="442714" y="560111"/>
                    <a:pt x="272331" y="359702"/>
                    <a:pt x="45827" y="313353"/>
                  </a:cubicBezTo>
                  <a:lnTo>
                    <a:pt x="0" y="308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4EA38AF-409B-4443-0937-571EAB673EC6}"/>
                </a:ext>
              </a:extLst>
            </p:cNvPr>
            <p:cNvSpPr/>
            <p:nvPr/>
          </p:nvSpPr>
          <p:spPr>
            <a:xfrm rot="18000000">
              <a:off x="1517575" y="3369600"/>
              <a:ext cx="792982" cy="1208061"/>
            </a:xfrm>
            <a:custGeom>
              <a:avLst/>
              <a:gdLst>
                <a:gd name="connsiteX0" fmla="*/ 748709 w 748709"/>
                <a:gd name="connsiteY0" fmla="*/ 0 h 1140614"/>
                <a:gd name="connsiteX1" fmla="*/ 748709 w 748709"/>
                <a:gd name="connsiteY1" fmla="*/ 308732 h 1140614"/>
                <a:gd name="connsiteX2" fmla="*/ 702885 w 748709"/>
                <a:gd name="connsiteY2" fmla="*/ 313352 h 1140614"/>
                <a:gd name="connsiteX3" fmla="*/ 305998 w 748709"/>
                <a:gd name="connsiteY3" fmla="*/ 800315 h 1140614"/>
                <a:gd name="connsiteX4" fmla="*/ 316097 w 748709"/>
                <a:gd name="connsiteY4" fmla="*/ 900490 h 1140614"/>
                <a:gd name="connsiteX5" fmla="*/ 343143 w 748709"/>
                <a:gd name="connsiteY5" fmla="*/ 987620 h 1140614"/>
                <a:gd name="connsiteX6" fmla="*/ 78149 w 748709"/>
                <a:gd name="connsiteY6" fmla="*/ 1140614 h 1140614"/>
                <a:gd name="connsiteX7" fmla="*/ 63108 w 748709"/>
                <a:gd name="connsiteY7" fmla="*/ 1112902 h 1140614"/>
                <a:gd name="connsiteX8" fmla="*/ 0 w 748709"/>
                <a:gd name="connsiteY8" fmla="*/ 800315 h 1140614"/>
                <a:gd name="connsiteX9" fmla="*/ 720952 w 748709"/>
                <a:gd name="connsiteY9" fmla="*/ 1401 h 1140614"/>
                <a:gd name="connsiteX10" fmla="*/ 748709 w 748709"/>
                <a:gd name="connsiteY10" fmla="*/ 0 h 114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8709" h="1140614">
                  <a:moveTo>
                    <a:pt x="748709" y="0"/>
                  </a:moveTo>
                  <a:lnTo>
                    <a:pt x="748709" y="308732"/>
                  </a:lnTo>
                  <a:lnTo>
                    <a:pt x="702885" y="313352"/>
                  </a:lnTo>
                  <a:cubicBezTo>
                    <a:pt x="476381" y="359701"/>
                    <a:pt x="305998" y="560110"/>
                    <a:pt x="305998" y="800315"/>
                  </a:cubicBezTo>
                  <a:cubicBezTo>
                    <a:pt x="305998" y="834630"/>
                    <a:pt x="309475" y="868133"/>
                    <a:pt x="316097" y="900490"/>
                  </a:cubicBezTo>
                  <a:lnTo>
                    <a:pt x="343143" y="987620"/>
                  </a:lnTo>
                  <a:lnTo>
                    <a:pt x="78149" y="1140614"/>
                  </a:lnTo>
                  <a:lnTo>
                    <a:pt x="63108" y="1112902"/>
                  </a:lnTo>
                  <a:cubicBezTo>
                    <a:pt x="22471" y="1016826"/>
                    <a:pt x="0" y="911195"/>
                    <a:pt x="0" y="800315"/>
                  </a:cubicBezTo>
                  <a:cubicBezTo>
                    <a:pt x="0" y="384517"/>
                    <a:pt x="316003" y="42526"/>
                    <a:pt x="720952" y="1401"/>
                  </a:cubicBezTo>
                  <a:lnTo>
                    <a:pt x="748709" y="0"/>
                  </a:ln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191AB5E-75CF-CB17-A16B-E0B672A74E54}"/>
                </a:ext>
              </a:extLst>
            </p:cNvPr>
            <p:cNvSpPr/>
            <p:nvPr/>
          </p:nvSpPr>
          <p:spPr>
            <a:xfrm rot="18000000">
              <a:off x="2137167" y="3714121"/>
              <a:ext cx="1425773" cy="551095"/>
            </a:xfrm>
            <a:custGeom>
              <a:avLst/>
              <a:gdLst>
                <a:gd name="connsiteX0" fmla="*/ 1081233 w 1346171"/>
                <a:gd name="connsiteY0" fmla="*/ 0 h 520327"/>
                <a:gd name="connsiteX1" fmla="*/ 1346171 w 1346171"/>
                <a:gd name="connsiteY1" fmla="*/ 152962 h 520327"/>
                <a:gd name="connsiteX2" fmla="*/ 1338949 w 1346171"/>
                <a:gd name="connsiteY2" fmla="*/ 166266 h 520327"/>
                <a:gd name="connsiteX3" fmla="*/ 673039 w 1346171"/>
                <a:gd name="connsiteY3" fmla="*/ 520327 h 520327"/>
                <a:gd name="connsiteX4" fmla="*/ 7129 w 1346171"/>
                <a:gd name="connsiteY4" fmla="*/ 166266 h 520327"/>
                <a:gd name="connsiteX5" fmla="*/ 0 w 1346171"/>
                <a:gd name="connsiteY5" fmla="*/ 153133 h 520327"/>
                <a:gd name="connsiteX6" fmla="*/ 264970 w 1346171"/>
                <a:gd name="connsiteY6" fmla="*/ 152 h 520327"/>
                <a:gd name="connsiteX7" fmla="*/ 321563 w 1346171"/>
                <a:gd name="connsiteY7" fmla="*/ 68743 h 520327"/>
                <a:gd name="connsiteX8" fmla="*/ 673039 w 1346171"/>
                <a:gd name="connsiteY8" fmla="*/ 214329 h 520327"/>
                <a:gd name="connsiteX9" fmla="*/ 1024515 w 1346171"/>
                <a:gd name="connsiteY9" fmla="*/ 68743 h 520327"/>
                <a:gd name="connsiteX10" fmla="*/ 1081233 w 1346171"/>
                <a:gd name="connsiteY10" fmla="*/ 0 h 52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6171" h="520327">
                  <a:moveTo>
                    <a:pt x="1081233" y="0"/>
                  </a:moveTo>
                  <a:lnTo>
                    <a:pt x="1346171" y="152962"/>
                  </a:lnTo>
                  <a:lnTo>
                    <a:pt x="1338949" y="166266"/>
                  </a:lnTo>
                  <a:cubicBezTo>
                    <a:pt x="1194634" y="379881"/>
                    <a:pt x="950238" y="520327"/>
                    <a:pt x="673039" y="520327"/>
                  </a:cubicBezTo>
                  <a:cubicBezTo>
                    <a:pt x="395840" y="520327"/>
                    <a:pt x="151444" y="379881"/>
                    <a:pt x="7129" y="166266"/>
                  </a:cubicBezTo>
                  <a:lnTo>
                    <a:pt x="0" y="153133"/>
                  </a:lnTo>
                  <a:lnTo>
                    <a:pt x="264970" y="152"/>
                  </a:lnTo>
                  <a:lnTo>
                    <a:pt x="321563" y="68743"/>
                  </a:lnTo>
                  <a:cubicBezTo>
                    <a:pt x="411513" y="158694"/>
                    <a:pt x="535779" y="214329"/>
                    <a:pt x="673039" y="214329"/>
                  </a:cubicBezTo>
                  <a:cubicBezTo>
                    <a:pt x="810299" y="214329"/>
                    <a:pt x="934565" y="158694"/>
                    <a:pt x="1024515" y="68743"/>
                  </a:cubicBezTo>
                  <a:lnTo>
                    <a:pt x="1081233" y="0"/>
                  </a:lnTo>
                  <a:close/>
                </a:path>
              </a:pathLst>
            </a:custGeom>
            <a:solidFill>
              <a:srgbClr val="4B505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D0E122-2D73-BA7F-50FA-9F9DCD75F107}"/>
                </a:ext>
              </a:extLst>
            </p:cNvPr>
            <p:cNvSpPr/>
            <p:nvPr/>
          </p:nvSpPr>
          <p:spPr>
            <a:xfrm rot="18000000">
              <a:off x="1465946" y="1162924"/>
              <a:ext cx="1878466" cy="2837905"/>
            </a:xfrm>
            <a:custGeom>
              <a:avLst/>
              <a:gdLst>
                <a:gd name="connsiteX0" fmla="*/ 0 w 1773589"/>
                <a:gd name="connsiteY0" fmla="*/ 0 h 2679462"/>
                <a:gd name="connsiteX1" fmla="*/ 132548 w 1773589"/>
                <a:gd name="connsiteY1" fmla="*/ 6693 h 2679462"/>
                <a:gd name="connsiteX2" fmla="*/ 1773589 w 1773589"/>
                <a:gd name="connsiteY2" fmla="*/ 1825193 h 2679462"/>
                <a:gd name="connsiteX3" fmla="*/ 1629941 w 1773589"/>
                <a:gd name="connsiteY3" fmla="*/ 2536709 h 2679462"/>
                <a:gd name="connsiteX4" fmla="*/ 1561173 w 1773589"/>
                <a:gd name="connsiteY4" fmla="*/ 2679462 h 2679462"/>
                <a:gd name="connsiteX5" fmla="*/ 670655 w 1773589"/>
                <a:gd name="connsiteY5" fmla="*/ 2165321 h 2679462"/>
                <a:gd name="connsiteX6" fmla="*/ 685604 w 1773589"/>
                <a:gd name="connsiteY6" fmla="*/ 2137780 h 2679462"/>
                <a:gd name="connsiteX7" fmla="*/ 748712 w 1773589"/>
                <a:gd name="connsiteY7" fmla="*/ 1825193 h 2679462"/>
                <a:gd name="connsiteX8" fmla="*/ 27760 w 1773589"/>
                <a:gd name="connsiteY8" fmla="*/ 1026279 h 2679462"/>
                <a:gd name="connsiteX9" fmla="*/ 0 w 1773589"/>
                <a:gd name="connsiteY9" fmla="*/ 1024877 h 2679462"/>
                <a:gd name="connsiteX10" fmla="*/ 0 w 1773589"/>
                <a:gd name="connsiteY10" fmla="*/ 0 h 26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3589" h="2679462">
                  <a:moveTo>
                    <a:pt x="0" y="0"/>
                  </a:moveTo>
                  <a:lnTo>
                    <a:pt x="132548" y="6693"/>
                  </a:lnTo>
                  <a:cubicBezTo>
                    <a:pt x="1054297" y="100302"/>
                    <a:pt x="1773589" y="878748"/>
                    <a:pt x="1773589" y="1825193"/>
                  </a:cubicBezTo>
                  <a:cubicBezTo>
                    <a:pt x="1773589" y="2077579"/>
                    <a:pt x="1722440" y="2318017"/>
                    <a:pt x="1629941" y="2536709"/>
                  </a:cubicBezTo>
                  <a:lnTo>
                    <a:pt x="1561173" y="2679462"/>
                  </a:lnTo>
                  <a:lnTo>
                    <a:pt x="670655" y="2165321"/>
                  </a:lnTo>
                  <a:lnTo>
                    <a:pt x="685604" y="2137780"/>
                  </a:lnTo>
                  <a:cubicBezTo>
                    <a:pt x="726241" y="2041704"/>
                    <a:pt x="748712" y="1936073"/>
                    <a:pt x="748712" y="1825193"/>
                  </a:cubicBezTo>
                  <a:cubicBezTo>
                    <a:pt x="748712" y="1409395"/>
                    <a:pt x="432709" y="1067404"/>
                    <a:pt x="27760" y="1026279"/>
                  </a:cubicBezTo>
                  <a:lnTo>
                    <a:pt x="0" y="102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F1BF558-335F-ACEF-7DAD-213FE22262B3}"/>
                </a:ext>
              </a:extLst>
            </p:cNvPr>
            <p:cNvSpPr/>
            <p:nvPr/>
          </p:nvSpPr>
          <p:spPr>
            <a:xfrm rot="18000000">
              <a:off x="469232" y="2889379"/>
              <a:ext cx="1878463" cy="2838092"/>
            </a:xfrm>
            <a:custGeom>
              <a:avLst/>
              <a:gdLst>
                <a:gd name="connsiteX0" fmla="*/ 1773586 w 1773586"/>
                <a:gd name="connsiteY0" fmla="*/ 0 h 2679638"/>
                <a:gd name="connsiteX1" fmla="*/ 1773586 w 1773586"/>
                <a:gd name="connsiteY1" fmla="*/ 1024878 h 2679638"/>
                <a:gd name="connsiteX2" fmla="*/ 1745829 w 1773586"/>
                <a:gd name="connsiteY2" fmla="*/ 1026279 h 2679638"/>
                <a:gd name="connsiteX3" fmla="*/ 1024877 w 1773586"/>
                <a:gd name="connsiteY3" fmla="*/ 1825193 h 2679638"/>
                <a:gd name="connsiteX4" fmla="*/ 1087985 w 1773586"/>
                <a:gd name="connsiteY4" fmla="*/ 2137780 h 2679638"/>
                <a:gd name="connsiteX5" fmla="*/ 1103026 w 1773586"/>
                <a:gd name="connsiteY5" fmla="*/ 2165492 h 2679638"/>
                <a:gd name="connsiteX6" fmla="*/ 212500 w 1773586"/>
                <a:gd name="connsiteY6" fmla="*/ 2679638 h 2679638"/>
                <a:gd name="connsiteX7" fmla="*/ 143648 w 1773586"/>
                <a:gd name="connsiteY7" fmla="*/ 2536709 h 2679638"/>
                <a:gd name="connsiteX8" fmla="*/ 0 w 1773586"/>
                <a:gd name="connsiteY8" fmla="*/ 1825193 h 2679638"/>
                <a:gd name="connsiteX9" fmla="*/ 1641041 w 1773586"/>
                <a:gd name="connsiteY9" fmla="*/ 6693 h 2679638"/>
                <a:gd name="connsiteX10" fmla="*/ 1773586 w 1773586"/>
                <a:gd name="connsiteY10" fmla="*/ 0 h 267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3586" h="2679638">
                  <a:moveTo>
                    <a:pt x="1773586" y="0"/>
                  </a:moveTo>
                  <a:lnTo>
                    <a:pt x="1773586" y="1024878"/>
                  </a:lnTo>
                  <a:lnTo>
                    <a:pt x="1745829" y="1026279"/>
                  </a:lnTo>
                  <a:cubicBezTo>
                    <a:pt x="1340880" y="1067404"/>
                    <a:pt x="1024877" y="1409395"/>
                    <a:pt x="1024877" y="1825193"/>
                  </a:cubicBezTo>
                  <a:cubicBezTo>
                    <a:pt x="1024877" y="1936073"/>
                    <a:pt x="1047348" y="2041704"/>
                    <a:pt x="1087985" y="2137780"/>
                  </a:cubicBezTo>
                  <a:lnTo>
                    <a:pt x="1103026" y="2165492"/>
                  </a:lnTo>
                  <a:lnTo>
                    <a:pt x="212500" y="2679638"/>
                  </a:lnTo>
                  <a:lnTo>
                    <a:pt x="143648" y="2536709"/>
                  </a:lnTo>
                  <a:cubicBezTo>
                    <a:pt x="51149" y="2318017"/>
                    <a:pt x="0" y="2077579"/>
                    <a:pt x="0" y="1825193"/>
                  </a:cubicBezTo>
                  <a:cubicBezTo>
                    <a:pt x="0" y="878748"/>
                    <a:pt x="719292" y="100302"/>
                    <a:pt x="1641041" y="6693"/>
                  </a:cubicBezTo>
                  <a:lnTo>
                    <a:pt x="1773586" y="0"/>
                  </a:ln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863EFBA-1D3A-B13E-5FEC-D6B99167D7E8}"/>
                </a:ext>
              </a:extLst>
            </p:cNvPr>
            <p:cNvSpPr/>
            <p:nvPr/>
          </p:nvSpPr>
          <p:spPr>
            <a:xfrm rot="18000000">
              <a:off x="1737346" y="3564252"/>
              <a:ext cx="3305776" cy="1474569"/>
            </a:xfrm>
            <a:custGeom>
              <a:avLst/>
              <a:gdLst>
                <a:gd name="connsiteX0" fmla="*/ 2233687 w 3121211"/>
                <a:gd name="connsiteY0" fmla="*/ 0 h 1392242"/>
                <a:gd name="connsiteX1" fmla="*/ 3121211 w 3121211"/>
                <a:gd name="connsiteY1" fmla="*/ 512412 h 1392242"/>
                <a:gd name="connsiteX2" fmla="*/ 3076309 w 3121211"/>
                <a:gd name="connsiteY2" fmla="*/ 586322 h 1392242"/>
                <a:gd name="connsiteX3" fmla="*/ 1560555 w 3121211"/>
                <a:gd name="connsiteY3" fmla="*/ 1392242 h 1392242"/>
                <a:gd name="connsiteX4" fmla="*/ 44801 w 3121211"/>
                <a:gd name="connsiteY4" fmla="*/ 586322 h 1392242"/>
                <a:gd name="connsiteX5" fmla="*/ 0 w 3121211"/>
                <a:gd name="connsiteY5" fmla="*/ 512579 h 1392242"/>
                <a:gd name="connsiteX6" fmla="*/ 887516 w 3121211"/>
                <a:gd name="connsiteY6" fmla="*/ 171 h 1392242"/>
                <a:gd name="connsiteX7" fmla="*/ 894645 w 3121211"/>
                <a:gd name="connsiteY7" fmla="*/ 13304 h 1392242"/>
                <a:gd name="connsiteX8" fmla="*/ 1560555 w 3121211"/>
                <a:gd name="connsiteY8" fmla="*/ 367365 h 1392242"/>
                <a:gd name="connsiteX9" fmla="*/ 2226465 w 3121211"/>
                <a:gd name="connsiteY9" fmla="*/ 13304 h 1392242"/>
                <a:gd name="connsiteX10" fmla="*/ 2233687 w 3121211"/>
                <a:gd name="connsiteY10" fmla="*/ 0 h 139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21211" h="1392242">
                  <a:moveTo>
                    <a:pt x="2233687" y="0"/>
                  </a:moveTo>
                  <a:lnTo>
                    <a:pt x="3121211" y="512412"/>
                  </a:lnTo>
                  <a:lnTo>
                    <a:pt x="3076309" y="586322"/>
                  </a:lnTo>
                  <a:cubicBezTo>
                    <a:pt x="2747816" y="1072557"/>
                    <a:pt x="2191519" y="1392242"/>
                    <a:pt x="1560555" y="1392242"/>
                  </a:cubicBezTo>
                  <a:cubicBezTo>
                    <a:pt x="929591" y="1392242"/>
                    <a:pt x="373294" y="1072557"/>
                    <a:pt x="44801" y="586322"/>
                  </a:cubicBezTo>
                  <a:lnTo>
                    <a:pt x="0" y="512579"/>
                  </a:lnTo>
                  <a:lnTo>
                    <a:pt x="887516" y="171"/>
                  </a:lnTo>
                  <a:lnTo>
                    <a:pt x="894645" y="13304"/>
                  </a:lnTo>
                  <a:cubicBezTo>
                    <a:pt x="1038960" y="226919"/>
                    <a:pt x="1283356" y="367365"/>
                    <a:pt x="1560555" y="367365"/>
                  </a:cubicBezTo>
                  <a:cubicBezTo>
                    <a:pt x="1837754" y="367365"/>
                    <a:pt x="2082150" y="226919"/>
                    <a:pt x="2226465" y="13304"/>
                  </a:cubicBezTo>
                  <a:lnTo>
                    <a:pt x="2233687" y="0"/>
                  </a:lnTo>
                  <a:close/>
                </a:path>
              </a:pathLst>
            </a:custGeom>
            <a:solidFill>
              <a:srgbClr val="4B505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C0FBA821-93BA-FA7F-82E0-A0EBBB215677}"/>
                </a:ext>
              </a:extLst>
            </p:cNvPr>
            <p:cNvGrpSpPr/>
            <p:nvPr/>
          </p:nvGrpSpPr>
          <p:grpSpPr>
            <a:xfrm>
              <a:off x="938200" y="2046726"/>
              <a:ext cx="2796341" cy="2660840"/>
              <a:chOff x="938200" y="2046726"/>
              <a:chExt cx="2796341" cy="2660840"/>
            </a:xfrm>
          </p:grpSpPr>
          <p:pic>
            <p:nvPicPr>
              <p:cNvPr id="77" name="Picture 76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D4358DA-5B52-CF77-88F0-3B922BF44D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5899" y="2046726"/>
                <a:ext cx="498560" cy="531024"/>
              </a:xfrm>
              <a:prstGeom prst="rect">
                <a:avLst/>
              </a:prstGeom>
            </p:spPr>
          </p:pic>
          <p:pic>
            <p:nvPicPr>
              <p:cNvPr id="82" name="Picture 81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B5335A05-B71B-B940-ED99-9B41B7625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7031" y="4156358"/>
                <a:ext cx="517510" cy="551208"/>
              </a:xfrm>
              <a:prstGeom prst="rect">
                <a:avLst/>
              </a:prstGeom>
            </p:spPr>
          </p:pic>
          <p:pic>
            <p:nvPicPr>
              <p:cNvPr id="87" name="Picture 86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543069B3-79F0-1DB5-380C-ED5F4E6B8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8200" y="4142007"/>
                <a:ext cx="449528" cy="478800"/>
              </a:xfrm>
              <a:prstGeom prst="rect">
                <a:avLst/>
              </a:prstGeom>
            </p:spPr>
          </p:pic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6A86DB2-2D87-99C9-4312-67A976BB15B9}"/>
                </a:ext>
              </a:extLst>
            </p:cNvPr>
            <p:cNvGrpSpPr/>
            <p:nvPr/>
          </p:nvGrpSpPr>
          <p:grpSpPr>
            <a:xfrm>
              <a:off x="1907391" y="3248629"/>
              <a:ext cx="901244" cy="901244"/>
              <a:chOff x="1907391" y="3248629"/>
              <a:chExt cx="901244" cy="901244"/>
            </a:xfrm>
          </p:grpSpPr>
          <p:sp>
            <p:nvSpPr>
              <p:cNvPr id="110" name="Circle: Hollow 109">
                <a:extLst>
                  <a:ext uri="{FF2B5EF4-FFF2-40B4-BE49-F238E27FC236}">
                    <a16:creationId xmlns:a16="http://schemas.microsoft.com/office/drawing/2014/main" id="{8DA23249-972F-FB27-1988-F21B7D2BF2AA}"/>
                  </a:ext>
                </a:extLst>
              </p:cNvPr>
              <p:cNvSpPr/>
              <p:nvPr/>
            </p:nvSpPr>
            <p:spPr>
              <a:xfrm>
                <a:off x="1907391" y="3248629"/>
                <a:ext cx="901244" cy="901244"/>
              </a:xfrm>
              <a:prstGeom prst="donut">
                <a:avLst>
                  <a:gd name="adj" fmla="val 10207"/>
                </a:avLst>
              </a:prstGeom>
              <a:solidFill>
                <a:srgbClr val="D61A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Circle: Hollow 110">
                <a:extLst>
                  <a:ext uri="{FF2B5EF4-FFF2-40B4-BE49-F238E27FC236}">
                    <a16:creationId xmlns:a16="http://schemas.microsoft.com/office/drawing/2014/main" id="{94D2D763-C11C-717E-5A27-F8EB9287A4DB}"/>
                  </a:ext>
                </a:extLst>
              </p:cNvPr>
              <p:cNvSpPr/>
              <p:nvPr/>
            </p:nvSpPr>
            <p:spPr>
              <a:xfrm>
                <a:off x="2035568" y="3376806"/>
                <a:ext cx="644890" cy="644890"/>
              </a:xfrm>
              <a:prstGeom prst="donut">
                <a:avLst>
                  <a:gd name="adj" fmla="val 14618"/>
                </a:avLst>
              </a:prstGeom>
              <a:solidFill>
                <a:srgbClr val="4B5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Circle: Hollow 111">
                <a:extLst>
                  <a:ext uri="{FF2B5EF4-FFF2-40B4-BE49-F238E27FC236}">
                    <a16:creationId xmlns:a16="http://schemas.microsoft.com/office/drawing/2014/main" id="{D63170A3-F7F2-349F-9569-0CB685C6530B}"/>
                  </a:ext>
                </a:extLst>
              </p:cNvPr>
              <p:cNvSpPr/>
              <p:nvPr/>
            </p:nvSpPr>
            <p:spPr>
              <a:xfrm>
                <a:off x="2165258" y="3506496"/>
                <a:ext cx="385510" cy="385510"/>
              </a:xfrm>
              <a:prstGeom prst="donut">
                <a:avLst>
                  <a:gd name="adj" fmla="val 24154"/>
                </a:avLst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20A332C-2770-CBAC-2A8C-A195630C34AD}"/>
              </a:ext>
            </a:extLst>
          </p:cNvPr>
          <p:cNvGrpSpPr/>
          <p:nvPr/>
        </p:nvGrpSpPr>
        <p:grpSpPr>
          <a:xfrm>
            <a:off x="4610860" y="1331601"/>
            <a:ext cx="980637" cy="980637"/>
            <a:chOff x="5366224" y="2533061"/>
            <a:chExt cx="980637" cy="980637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F31E06FB-A199-BA90-75A0-2845B16D3A28}"/>
                </a:ext>
              </a:extLst>
            </p:cNvPr>
            <p:cNvSpPr/>
            <p:nvPr/>
          </p:nvSpPr>
          <p:spPr>
            <a:xfrm>
              <a:off x="5366224" y="2533061"/>
              <a:ext cx="980637" cy="980637"/>
            </a:xfrm>
            <a:prstGeom prst="roundRect">
              <a:avLst>
                <a:gd name="adj" fmla="val 50000"/>
              </a:avLst>
            </a:prstGeom>
            <a:solidFill>
              <a:srgbClr val="D61A3B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pic>
          <p:nvPicPr>
            <p:cNvPr id="90" name="Picture 8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14F42AB4-B257-A066-8367-C4CFB9D28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5286" y="2767471"/>
              <a:ext cx="480526" cy="511816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E484ABF-0CC7-832A-C9FB-300261477C29}"/>
              </a:ext>
            </a:extLst>
          </p:cNvPr>
          <p:cNvGrpSpPr/>
          <p:nvPr/>
        </p:nvGrpSpPr>
        <p:grpSpPr>
          <a:xfrm>
            <a:off x="4609867" y="3226293"/>
            <a:ext cx="980637" cy="980637"/>
            <a:chOff x="5365231" y="3287967"/>
            <a:chExt cx="980637" cy="980637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477CC231-DA65-D344-43B0-A3A33BD37893}"/>
                </a:ext>
              </a:extLst>
            </p:cNvPr>
            <p:cNvSpPr/>
            <p:nvPr/>
          </p:nvSpPr>
          <p:spPr>
            <a:xfrm>
              <a:off x="5365231" y="3287967"/>
              <a:ext cx="980637" cy="980637"/>
            </a:xfrm>
            <a:prstGeom prst="roundRect">
              <a:avLst>
                <a:gd name="adj" fmla="val 50000"/>
              </a:avLst>
            </a:prstGeom>
            <a:solidFill>
              <a:srgbClr val="4B5050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pic>
          <p:nvPicPr>
            <p:cNvPr id="91" name="Picture 9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BF7A672-9C0F-D5E4-5C1B-5A966EEB6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6153" y="3508311"/>
              <a:ext cx="498792" cy="53127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18AE9E8-FE5F-739C-ADF3-9E457201E00C}"/>
              </a:ext>
            </a:extLst>
          </p:cNvPr>
          <p:cNvGrpSpPr/>
          <p:nvPr/>
        </p:nvGrpSpPr>
        <p:grpSpPr>
          <a:xfrm>
            <a:off x="4617491" y="5120985"/>
            <a:ext cx="980637" cy="980637"/>
            <a:chOff x="5372855" y="4034194"/>
            <a:chExt cx="980637" cy="980637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D51089A8-3662-DB95-B4A9-34E1D3B31BD8}"/>
                </a:ext>
              </a:extLst>
            </p:cNvPr>
            <p:cNvSpPr/>
            <p:nvPr/>
          </p:nvSpPr>
          <p:spPr>
            <a:xfrm>
              <a:off x="5372855" y="4034194"/>
              <a:ext cx="980637" cy="980637"/>
            </a:xfrm>
            <a:prstGeom prst="roundRect">
              <a:avLst>
                <a:gd name="adj" fmla="val 50000"/>
              </a:avLst>
            </a:prstGeom>
            <a:solidFill>
              <a:srgbClr val="93999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pic>
          <p:nvPicPr>
            <p:cNvPr id="92" name="Picture 9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9586108-A581-69AA-AA28-B33D6D1FF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6539" y="4288349"/>
              <a:ext cx="433268" cy="461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800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B089C8-236C-DAFE-4121-43246F56B9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Mission &amp; Vision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D423AB3-1AA0-702F-6912-DA2199273D85}"/>
              </a:ext>
            </a:extLst>
          </p:cNvPr>
          <p:cNvSpPr/>
          <p:nvPr/>
        </p:nvSpPr>
        <p:spPr>
          <a:xfrm>
            <a:off x="6263442" y="3843612"/>
            <a:ext cx="4511741" cy="1743939"/>
          </a:xfrm>
          <a:custGeom>
            <a:avLst/>
            <a:gdLst>
              <a:gd name="connsiteX0" fmla="*/ 1656370 w 4511741"/>
              <a:gd name="connsiteY0" fmla="*/ 0 h 1743939"/>
              <a:gd name="connsiteX1" fmla="*/ 4294865 w 4511741"/>
              <a:gd name="connsiteY1" fmla="*/ 0 h 1743939"/>
              <a:gd name="connsiteX2" fmla="*/ 4511741 w 4511741"/>
              <a:gd name="connsiteY2" fmla="*/ 216876 h 1743939"/>
              <a:gd name="connsiteX3" fmla="*/ 4511741 w 4511741"/>
              <a:gd name="connsiteY3" fmla="*/ 1527063 h 1743939"/>
              <a:gd name="connsiteX4" fmla="*/ 4294865 w 4511741"/>
              <a:gd name="connsiteY4" fmla="*/ 1743939 h 1743939"/>
              <a:gd name="connsiteX5" fmla="*/ 49435 w 4511741"/>
              <a:gd name="connsiteY5" fmla="*/ 1743939 h 1743939"/>
              <a:gd name="connsiteX6" fmla="*/ 5727 w 4511741"/>
              <a:gd name="connsiteY6" fmla="*/ 1739533 h 1743939"/>
              <a:gd name="connsiteX7" fmla="*/ 0 w 4511741"/>
              <a:gd name="connsiteY7" fmla="*/ 1737755 h 1743939"/>
              <a:gd name="connsiteX8" fmla="*/ 19456 w 4511741"/>
              <a:gd name="connsiteY8" fmla="*/ 1736773 h 1743939"/>
              <a:gd name="connsiteX9" fmla="*/ 1651060 w 4511741"/>
              <a:gd name="connsiteY9" fmla="*/ 105169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11741" h="1743939">
                <a:moveTo>
                  <a:pt x="1656370" y="0"/>
                </a:moveTo>
                <a:lnTo>
                  <a:pt x="4294865" y="0"/>
                </a:lnTo>
                <a:cubicBezTo>
                  <a:pt x="4414642" y="0"/>
                  <a:pt x="4511741" y="97099"/>
                  <a:pt x="4511741" y="216876"/>
                </a:cubicBezTo>
                <a:lnTo>
                  <a:pt x="4511741" y="1527063"/>
                </a:lnTo>
                <a:cubicBezTo>
                  <a:pt x="4511741" y="1646840"/>
                  <a:pt x="4414642" y="1743939"/>
                  <a:pt x="4294865" y="1743939"/>
                </a:cubicBezTo>
                <a:lnTo>
                  <a:pt x="49435" y="1743939"/>
                </a:lnTo>
                <a:cubicBezTo>
                  <a:pt x="34463" y="1743939"/>
                  <a:pt x="19845" y="1742422"/>
                  <a:pt x="5727" y="1739533"/>
                </a:cubicBezTo>
                <a:lnTo>
                  <a:pt x="0" y="1737755"/>
                </a:lnTo>
                <a:lnTo>
                  <a:pt x="19456" y="1736773"/>
                </a:lnTo>
                <a:cubicBezTo>
                  <a:pt x="879755" y="1649405"/>
                  <a:pt x="1563692" y="965468"/>
                  <a:pt x="1651060" y="105169"/>
                </a:cubicBez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54480" rtlCol="0" anchor="ctr">
            <a:noAutofit/>
          </a:bodyPr>
          <a:lstStyle/>
          <a:p>
            <a:pPr algn="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6B69FB7-EEB2-DB91-6A88-E25A4631414B}"/>
              </a:ext>
            </a:extLst>
          </p:cNvPr>
          <p:cNvSpPr/>
          <p:nvPr/>
        </p:nvSpPr>
        <p:spPr>
          <a:xfrm>
            <a:off x="6263436" y="1936217"/>
            <a:ext cx="4511746" cy="1743939"/>
          </a:xfrm>
          <a:custGeom>
            <a:avLst/>
            <a:gdLst>
              <a:gd name="connsiteX0" fmla="*/ 49440 w 4511746"/>
              <a:gd name="connsiteY0" fmla="*/ 0 h 1743939"/>
              <a:gd name="connsiteX1" fmla="*/ 4294870 w 4511746"/>
              <a:gd name="connsiteY1" fmla="*/ 0 h 1743939"/>
              <a:gd name="connsiteX2" fmla="*/ 4511746 w 4511746"/>
              <a:gd name="connsiteY2" fmla="*/ 216876 h 1743939"/>
              <a:gd name="connsiteX3" fmla="*/ 4511746 w 4511746"/>
              <a:gd name="connsiteY3" fmla="*/ 1527063 h 1743939"/>
              <a:gd name="connsiteX4" fmla="*/ 4294870 w 4511746"/>
              <a:gd name="connsiteY4" fmla="*/ 1743939 h 1743939"/>
              <a:gd name="connsiteX5" fmla="*/ 1656375 w 4511746"/>
              <a:gd name="connsiteY5" fmla="*/ 1743939 h 1743939"/>
              <a:gd name="connsiteX6" fmla="*/ 1651065 w 4511746"/>
              <a:gd name="connsiteY6" fmla="*/ 1638772 h 1743939"/>
              <a:gd name="connsiteX7" fmla="*/ 19461 w 4511746"/>
              <a:gd name="connsiteY7" fmla="*/ 7169 h 1743939"/>
              <a:gd name="connsiteX8" fmla="*/ 0 w 4511746"/>
              <a:gd name="connsiteY8" fmla="*/ 6186 h 1743939"/>
              <a:gd name="connsiteX9" fmla="*/ 5732 w 4511746"/>
              <a:gd name="connsiteY9" fmla="*/ 4406 h 1743939"/>
              <a:gd name="connsiteX10" fmla="*/ 49440 w 4511746"/>
              <a:gd name="connsiteY10" fmla="*/ 0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11746" h="1743939">
                <a:moveTo>
                  <a:pt x="49440" y="0"/>
                </a:moveTo>
                <a:lnTo>
                  <a:pt x="4294870" y="0"/>
                </a:lnTo>
                <a:cubicBezTo>
                  <a:pt x="4414647" y="0"/>
                  <a:pt x="4511746" y="97099"/>
                  <a:pt x="4511746" y="216876"/>
                </a:cubicBezTo>
                <a:lnTo>
                  <a:pt x="4511746" y="1527063"/>
                </a:lnTo>
                <a:cubicBezTo>
                  <a:pt x="4511746" y="1646840"/>
                  <a:pt x="4414647" y="1743939"/>
                  <a:pt x="4294870" y="1743939"/>
                </a:cubicBezTo>
                <a:lnTo>
                  <a:pt x="1656375" y="1743939"/>
                </a:lnTo>
                <a:lnTo>
                  <a:pt x="1651065" y="1638772"/>
                </a:lnTo>
                <a:cubicBezTo>
                  <a:pt x="1563697" y="778474"/>
                  <a:pt x="879760" y="94537"/>
                  <a:pt x="19461" y="7169"/>
                </a:cubicBezTo>
                <a:lnTo>
                  <a:pt x="0" y="6186"/>
                </a:lnTo>
                <a:lnTo>
                  <a:pt x="5732" y="4406"/>
                </a:lnTo>
                <a:cubicBezTo>
                  <a:pt x="19850" y="1517"/>
                  <a:pt x="34468" y="0"/>
                  <a:pt x="49440" y="0"/>
                </a:cubicBezTo>
                <a:close/>
              </a:path>
            </a:pathLst>
          </a:cu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54480" rtlCol="0" anchor="ctr">
            <a:noAutofit/>
          </a:bodyPr>
          <a:lstStyle/>
          <a:p>
            <a:pPr algn="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061754-1F37-4AA7-C205-16EA7A8001BB}"/>
              </a:ext>
            </a:extLst>
          </p:cNvPr>
          <p:cNvSpPr/>
          <p:nvPr/>
        </p:nvSpPr>
        <p:spPr>
          <a:xfrm>
            <a:off x="1416818" y="3843612"/>
            <a:ext cx="4511742" cy="1743939"/>
          </a:xfrm>
          <a:custGeom>
            <a:avLst/>
            <a:gdLst>
              <a:gd name="connsiteX0" fmla="*/ 216876 w 4511742"/>
              <a:gd name="connsiteY0" fmla="*/ 0 h 1743939"/>
              <a:gd name="connsiteX1" fmla="*/ 2855373 w 4511742"/>
              <a:gd name="connsiteY1" fmla="*/ 0 h 1743939"/>
              <a:gd name="connsiteX2" fmla="*/ 2860684 w 4511742"/>
              <a:gd name="connsiteY2" fmla="*/ 105169 h 1743939"/>
              <a:gd name="connsiteX3" fmla="*/ 4492287 w 4511742"/>
              <a:gd name="connsiteY3" fmla="*/ 1736773 h 1743939"/>
              <a:gd name="connsiteX4" fmla="*/ 4511742 w 4511742"/>
              <a:gd name="connsiteY4" fmla="*/ 1737755 h 1743939"/>
              <a:gd name="connsiteX5" fmla="*/ 4506014 w 4511742"/>
              <a:gd name="connsiteY5" fmla="*/ 1739533 h 1743939"/>
              <a:gd name="connsiteX6" fmla="*/ 4462306 w 4511742"/>
              <a:gd name="connsiteY6" fmla="*/ 1743939 h 1743939"/>
              <a:gd name="connsiteX7" fmla="*/ 216876 w 4511742"/>
              <a:gd name="connsiteY7" fmla="*/ 1743939 h 1743939"/>
              <a:gd name="connsiteX8" fmla="*/ 0 w 4511742"/>
              <a:gd name="connsiteY8" fmla="*/ 1527063 h 1743939"/>
              <a:gd name="connsiteX9" fmla="*/ 0 w 4511742"/>
              <a:gd name="connsiteY9" fmla="*/ 216876 h 1743939"/>
              <a:gd name="connsiteX10" fmla="*/ 216876 w 4511742"/>
              <a:gd name="connsiteY10" fmla="*/ 0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11742" h="1743939">
                <a:moveTo>
                  <a:pt x="216876" y="0"/>
                </a:moveTo>
                <a:lnTo>
                  <a:pt x="2855373" y="0"/>
                </a:lnTo>
                <a:lnTo>
                  <a:pt x="2860684" y="105169"/>
                </a:lnTo>
                <a:cubicBezTo>
                  <a:pt x="2948052" y="965468"/>
                  <a:pt x="3631989" y="1649405"/>
                  <a:pt x="4492287" y="1736773"/>
                </a:cubicBezTo>
                <a:lnTo>
                  <a:pt x="4511742" y="1737755"/>
                </a:lnTo>
                <a:lnTo>
                  <a:pt x="4506014" y="1739533"/>
                </a:lnTo>
                <a:cubicBezTo>
                  <a:pt x="4491896" y="1742422"/>
                  <a:pt x="4477278" y="1743939"/>
                  <a:pt x="4462306" y="1743939"/>
                </a:cubicBezTo>
                <a:lnTo>
                  <a:pt x="216876" y="1743939"/>
                </a:lnTo>
                <a:cubicBezTo>
                  <a:pt x="97099" y="1743939"/>
                  <a:pt x="0" y="1646840"/>
                  <a:pt x="0" y="1527063"/>
                </a:cubicBezTo>
                <a:lnTo>
                  <a:pt x="0" y="216876"/>
                </a:lnTo>
                <a:cubicBezTo>
                  <a:pt x="0" y="97099"/>
                  <a:pt x="97099" y="0"/>
                  <a:pt x="216876" y="0"/>
                </a:cubicBezTo>
                <a:close/>
              </a:path>
            </a:pathLst>
          </a:cu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554480" rtlCol="0" anchor="ctr">
            <a:no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AB93CE-BFF8-C700-8C9F-AF07605A0129}"/>
              </a:ext>
            </a:extLst>
          </p:cNvPr>
          <p:cNvSpPr/>
          <p:nvPr/>
        </p:nvSpPr>
        <p:spPr>
          <a:xfrm>
            <a:off x="1416819" y="1936217"/>
            <a:ext cx="4511747" cy="1743939"/>
          </a:xfrm>
          <a:custGeom>
            <a:avLst/>
            <a:gdLst>
              <a:gd name="connsiteX0" fmla="*/ 216876 w 4511747"/>
              <a:gd name="connsiteY0" fmla="*/ 0 h 1743939"/>
              <a:gd name="connsiteX1" fmla="*/ 4462306 w 4511747"/>
              <a:gd name="connsiteY1" fmla="*/ 0 h 1743939"/>
              <a:gd name="connsiteX2" fmla="*/ 4506014 w 4511747"/>
              <a:gd name="connsiteY2" fmla="*/ 4406 h 1743939"/>
              <a:gd name="connsiteX3" fmla="*/ 4511747 w 4511747"/>
              <a:gd name="connsiteY3" fmla="*/ 6186 h 1743939"/>
              <a:gd name="connsiteX4" fmla="*/ 4492287 w 4511747"/>
              <a:gd name="connsiteY4" fmla="*/ 7169 h 1743939"/>
              <a:gd name="connsiteX5" fmla="*/ 2860684 w 4511747"/>
              <a:gd name="connsiteY5" fmla="*/ 1638772 h 1743939"/>
              <a:gd name="connsiteX6" fmla="*/ 2855373 w 4511747"/>
              <a:gd name="connsiteY6" fmla="*/ 1743939 h 1743939"/>
              <a:gd name="connsiteX7" fmla="*/ 216876 w 4511747"/>
              <a:gd name="connsiteY7" fmla="*/ 1743939 h 1743939"/>
              <a:gd name="connsiteX8" fmla="*/ 0 w 4511747"/>
              <a:gd name="connsiteY8" fmla="*/ 1527063 h 1743939"/>
              <a:gd name="connsiteX9" fmla="*/ 0 w 4511747"/>
              <a:gd name="connsiteY9" fmla="*/ 216876 h 1743939"/>
              <a:gd name="connsiteX10" fmla="*/ 216876 w 4511747"/>
              <a:gd name="connsiteY10" fmla="*/ 0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11747" h="1743939">
                <a:moveTo>
                  <a:pt x="216876" y="0"/>
                </a:moveTo>
                <a:lnTo>
                  <a:pt x="4462306" y="0"/>
                </a:lnTo>
                <a:cubicBezTo>
                  <a:pt x="4477278" y="0"/>
                  <a:pt x="4491896" y="1517"/>
                  <a:pt x="4506014" y="4406"/>
                </a:cubicBezTo>
                <a:lnTo>
                  <a:pt x="4511747" y="6186"/>
                </a:lnTo>
                <a:lnTo>
                  <a:pt x="4492287" y="7169"/>
                </a:lnTo>
                <a:cubicBezTo>
                  <a:pt x="3631989" y="94537"/>
                  <a:pt x="2948052" y="778474"/>
                  <a:pt x="2860684" y="1638772"/>
                </a:cubicBezTo>
                <a:lnTo>
                  <a:pt x="2855373" y="1743939"/>
                </a:lnTo>
                <a:lnTo>
                  <a:pt x="216876" y="1743939"/>
                </a:lnTo>
                <a:cubicBezTo>
                  <a:pt x="97099" y="1743939"/>
                  <a:pt x="0" y="1646840"/>
                  <a:pt x="0" y="1527063"/>
                </a:cubicBezTo>
                <a:lnTo>
                  <a:pt x="0" y="216876"/>
                </a:lnTo>
                <a:cubicBezTo>
                  <a:pt x="0" y="97099"/>
                  <a:pt x="97099" y="0"/>
                  <a:pt x="216876" y="0"/>
                </a:cubicBez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554480" rtlCol="0" anchor="ctr">
            <a:no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ED5A5A-A259-09A1-EB46-A280FC2B78FE}"/>
              </a:ext>
            </a:extLst>
          </p:cNvPr>
          <p:cNvGrpSpPr/>
          <p:nvPr/>
        </p:nvGrpSpPr>
        <p:grpSpPr>
          <a:xfrm>
            <a:off x="4268064" y="1933948"/>
            <a:ext cx="3655873" cy="3655873"/>
            <a:chOff x="4268064" y="2147598"/>
            <a:chExt cx="3655873" cy="365587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87C3C79-9574-EF3A-C55D-1DBDAB4692D2}"/>
                </a:ext>
              </a:extLst>
            </p:cNvPr>
            <p:cNvSpPr/>
            <p:nvPr/>
          </p:nvSpPr>
          <p:spPr>
            <a:xfrm>
              <a:off x="4268064" y="2147598"/>
              <a:ext cx="3655873" cy="36558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320515-0DA2-2772-4ED0-7757B0C02D61}"/>
                </a:ext>
              </a:extLst>
            </p:cNvPr>
            <p:cNvSpPr/>
            <p:nvPr/>
          </p:nvSpPr>
          <p:spPr>
            <a:xfrm>
              <a:off x="4599992" y="2479525"/>
              <a:ext cx="2992016" cy="2992018"/>
            </a:xfrm>
            <a:prstGeom prst="ellipse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CC402F7-DEE1-4CE8-8B74-574872914B62}"/>
                </a:ext>
              </a:extLst>
            </p:cNvPr>
            <p:cNvSpPr/>
            <p:nvPr/>
          </p:nvSpPr>
          <p:spPr>
            <a:xfrm>
              <a:off x="4935894" y="2815426"/>
              <a:ext cx="2320212" cy="2320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16D642A-6E9A-2F30-87BD-C42ADCD66A8F}"/>
                </a:ext>
              </a:extLst>
            </p:cNvPr>
            <p:cNvSpPr/>
            <p:nvPr/>
          </p:nvSpPr>
          <p:spPr>
            <a:xfrm>
              <a:off x="5274907" y="3149775"/>
              <a:ext cx="1642186" cy="1642188"/>
            </a:xfrm>
            <a:prstGeom prst="ellipse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9BF580F-B055-A3F4-33AA-93F3E8ECFEF0}"/>
                </a:ext>
              </a:extLst>
            </p:cNvPr>
            <p:cNvSpPr/>
            <p:nvPr/>
          </p:nvSpPr>
          <p:spPr>
            <a:xfrm>
              <a:off x="5610809" y="3485677"/>
              <a:ext cx="970382" cy="97038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63B59D-AC75-79DD-AA06-6941B2966D0A}"/>
                </a:ext>
              </a:extLst>
            </p:cNvPr>
            <p:cNvSpPr/>
            <p:nvPr/>
          </p:nvSpPr>
          <p:spPr>
            <a:xfrm>
              <a:off x="5890009" y="3769543"/>
              <a:ext cx="411982" cy="411982"/>
            </a:xfrm>
            <a:prstGeom prst="ellipse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4A424D-F46A-7761-A8E1-94C2149DC9D4}"/>
              </a:ext>
            </a:extLst>
          </p:cNvPr>
          <p:cNvGrpSpPr/>
          <p:nvPr/>
        </p:nvGrpSpPr>
        <p:grpSpPr>
          <a:xfrm rot="18953867">
            <a:off x="5547197" y="2373674"/>
            <a:ext cx="3598771" cy="380622"/>
            <a:chOff x="6546112" y="5567332"/>
            <a:chExt cx="3206968" cy="38062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A421F87-3315-DF21-E17E-837196699EB7}"/>
                </a:ext>
              </a:extLst>
            </p:cNvPr>
            <p:cNvSpPr/>
            <p:nvPr/>
          </p:nvSpPr>
          <p:spPr>
            <a:xfrm>
              <a:off x="6546112" y="5688419"/>
              <a:ext cx="2720570" cy="138449"/>
            </a:xfrm>
            <a:prstGeom prst="roundRect">
              <a:avLst>
                <a:gd name="adj" fmla="val 50000"/>
              </a:avLst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0BE17AE6-11AA-CB51-F2BB-5593E0F47277}"/>
                </a:ext>
              </a:extLst>
            </p:cNvPr>
            <p:cNvSpPr/>
            <p:nvPr/>
          </p:nvSpPr>
          <p:spPr>
            <a:xfrm flipH="1">
              <a:off x="9119156" y="5567332"/>
              <a:ext cx="633924" cy="380622"/>
            </a:xfrm>
            <a:prstGeom prst="chevron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AEA7EB-8DB9-7936-F1EF-911BDE828F7F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ECFC21-6EF6-9453-2EAF-36930C1DE58B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2BC21D9-0115-D7A9-48EB-3BE10ED0940B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C549DA-8FE0-5B3A-AF68-4580E5160C4C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9E34EF8-1BF1-2B71-2857-6D0E63D6357D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9375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3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" presetClass="entr" presetSubtype="3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A5B9-3A43-441A-DB99-C44CC860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D762670-682A-3E46-FB72-43F9FE2ED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Services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EE86BF-36BE-A681-A8CD-65540393C887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C8E74A-CC2A-A03C-1D57-15C91D059E44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821282-DA81-2B9B-084F-6C49BD4397F2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A101779-3F5E-7C84-D4F6-2529C6D39EC2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B7E232-4E72-E52D-6D22-9A1CE6801EC7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310FEE4-F714-F12D-3A8F-AB4504CB411D}"/>
              </a:ext>
            </a:extLst>
          </p:cNvPr>
          <p:cNvSpPr/>
          <p:nvPr/>
        </p:nvSpPr>
        <p:spPr>
          <a:xfrm>
            <a:off x="3909132" y="4764673"/>
            <a:ext cx="43938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20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2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7858E5-EA65-52C8-14C3-36DE5FFD16E4}"/>
              </a:ext>
            </a:extLst>
          </p:cNvPr>
          <p:cNvGrpSpPr/>
          <p:nvPr/>
        </p:nvGrpSpPr>
        <p:grpSpPr>
          <a:xfrm>
            <a:off x="1137601" y="1359373"/>
            <a:ext cx="9936895" cy="3885901"/>
            <a:chOff x="1137601" y="1359373"/>
            <a:chExt cx="9936895" cy="388590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413CB70-607E-8C00-2F21-B77271FD1BF4}"/>
                </a:ext>
              </a:extLst>
            </p:cNvPr>
            <p:cNvSpPr/>
            <p:nvPr/>
          </p:nvSpPr>
          <p:spPr>
            <a:xfrm rot="1800000">
              <a:off x="8866458" y="2399666"/>
              <a:ext cx="2208038" cy="2845607"/>
            </a:xfrm>
            <a:prstGeom prst="roundRect">
              <a:avLst/>
            </a:prstGeom>
            <a:solidFill>
              <a:srgbClr val="474C4C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t" anchorCtr="0"/>
            <a:lstStyle/>
            <a:p>
              <a:pPr algn="ctr"/>
              <a:r>
                <a:rPr lang="en-MY" sz="40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  <a:p>
              <a:pPr algn="ctr"/>
              <a:endParaRPr lang="en-MY" sz="2400" b="1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ctr"/>
              <a:r>
                <a:rPr lang="en-MY" sz="22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Service 5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DA39270-259F-A58F-D041-6B335918D823}"/>
                </a:ext>
              </a:extLst>
            </p:cNvPr>
            <p:cNvSpPr/>
            <p:nvPr/>
          </p:nvSpPr>
          <p:spPr>
            <a:xfrm rot="900000">
              <a:off x="7021798" y="1600013"/>
              <a:ext cx="2208038" cy="2845607"/>
            </a:xfrm>
            <a:prstGeom prst="roundRect">
              <a:avLst/>
            </a:prstGeom>
            <a:solidFill>
              <a:srgbClr val="D61A3B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t" anchorCtr="0"/>
            <a:lstStyle/>
            <a:p>
              <a:pPr algn="ctr"/>
              <a:r>
                <a:rPr lang="en-MY" sz="40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</a:t>
              </a:r>
            </a:p>
            <a:p>
              <a:pPr algn="ctr"/>
              <a:endParaRPr lang="en-MY" sz="2400" b="1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ctr"/>
              <a:r>
                <a:rPr lang="en-MY" sz="22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Service 4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2A6E0AD-3A65-4451-7C09-4A4FB441D7DD}"/>
                </a:ext>
              </a:extLst>
            </p:cNvPr>
            <p:cNvSpPr/>
            <p:nvPr/>
          </p:nvSpPr>
          <p:spPr>
            <a:xfrm>
              <a:off x="5002030" y="1359373"/>
              <a:ext cx="2208038" cy="2845607"/>
            </a:xfrm>
            <a:prstGeom prst="roundRect">
              <a:avLst/>
            </a:prstGeom>
            <a:solidFill>
              <a:srgbClr val="939999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t" anchorCtr="0"/>
            <a:lstStyle/>
            <a:p>
              <a:pPr algn="ctr"/>
              <a:r>
                <a:rPr lang="en-MY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</a:p>
            <a:p>
              <a:pPr algn="ctr"/>
              <a:endParaRPr lang="en-MY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ctr"/>
              <a:r>
                <a:rPr lang="en-MY" sz="2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Service 3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4404061-C8C6-0545-5159-643539825088}"/>
                </a:ext>
              </a:extLst>
            </p:cNvPr>
            <p:cNvSpPr/>
            <p:nvPr/>
          </p:nvSpPr>
          <p:spPr>
            <a:xfrm rot="-900000">
              <a:off x="2982260" y="1600013"/>
              <a:ext cx="2208038" cy="2845607"/>
            </a:xfrm>
            <a:prstGeom prst="roundRect">
              <a:avLst/>
            </a:prstGeom>
            <a:solidFill>
              <a:srgbClr val="474C4C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t" anchorCtr="0"/>
            <a:lstStyle/>
            <a:p>
              <a:pPr algn="ctr"/>
              <a:r>
                <a:rPr lang="en-MY" sz="40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  <a:p>
              <a:pPr algn="ctr"/>
              <a:endParaRPr lang="en-MY" sz="2400" b="1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ctr"/>
              <a:r>
                <a:rPr lang="en-MY" sz="22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Service 2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97284F2-AC00-55F9-9F83-FD654C42ABAF}"/>
                </a:ext>
              </a:extLst>
            </p:cNvPr>
            <p:cNvSpPr/>
            <p:nvPr/>
          </p:nvSpPr>
          <p:spPr>
            <a:xfrm rot="-1800000">
              <a:off x="1137601" y="2399667"/>
              <a:ext cx="2208038" cy="2845607"/>
            </a:xfrm>
            <a:prstGeom prst="roundRect">
              <a:avLst/>
            </a:prstGeom>
            <a:solidFill>
              <a:srgbClr val="D61A3B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t" anchorCtr="0"/>
            <a:lstStyle/>
            <a:p>
              <a:pPr algn="ctr"/>
              <a:r>
                <a:rPr lang="en-MY" sz="40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  <a:p>
              <a:pPr algn="ctr"/>
              <a:endParaRPr lang="en-MY" sz="2400" b="1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ctr"/>
              <a:r>
                <a:rPr lang="en-MY" sz="2200" b="1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Service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56314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B93E0-8D5A-60FD-C8CA-5AD3E552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3B5860-4722-D2DA-E2E5-657882DBF795}"/>
              </a:ext>
            </a:extLst>
          </p:cNvPr>
          <p:cNvSpPr/>
          <p:nvPr/>
        </p:nvSpPr>
        <p:spPr>
          <a:xfrm>
            <a:off x="0" y="2492225"/>
            <a:ext cx="12192000" cy="2594752"/>
          </a:xfrm>
          <a:prstGeom prst="rect">
            <a:avLst/>
          </a:pr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868A8A-983A-6B79-97E8-F4DD9D49FB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Services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5748A6-3B17-8DC1-FBE7-F3B5FAEBA5F9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418FD3-4062-7AC1-DEA4-6C8812133A87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4EFAAD-1E97-CAA4-33A5-527FF7E490E9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5BE911-60A3-253B-AA9E-ED6FB1E4664B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482F808-305B-5E57-C2CF-0729C1BAFECF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04F7D20-81E1-3C25-AD76-9909812AC6BC}"/>
              </a:ext>
            </a:extLst>
          </p:cNvPr>
          <p:cNvSpPr/>
          <p:nvPr/>
        </p:nvSpPr>
        <p:spPr>
          <a:xfrm>
            <a:off x="6388514" y="1273178"/>
            <a:ext cx="5404958" cy="2271410"/>
          </a:xfrm>
          <a:prstGeom prst="rect">
            <a:avLst/>
          </a:prstGeom>
          <a:solidFill>
            <a:srgbClr val="9399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FEF7F-2FE1-ACFA-8F34-B4CC5BAC2D4A}"/>
              </a:ext>
            </a:extLst>
          </p:cNvPr>
          <p:cNvSpPr/>
          <p:nvPr/>
        </p:nvSpPr>
        <p:spPr>
          <a:xfrm>
            <a:off x="6388514" y="3951272"/>
            <a:ext cx="5404958" cy="2271410"/>
          </a:xfrm>
          <a:prstGeom prst="rect">
            <a:avLst/>
          </a:prstGeom>
          <a:solidFill>
            <a:srgbClr val="4B5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B2AFA2-10B5-A354-7EE2-A64114803986}"/>
              </a:ext>
            </a:extLst>
          </p:cNvPr>
          <p:cNvSpPr/>
          <p:nvPr/>
        </p:nvSpPr>
        <p:spPr>
          <a:xfrm>
            <a:off x="398530" y="1273178"/>
            <a:ext cx="5404958" cy="2271410"/>
          </a:xfrm>
          <a:prstGeom prst="rect">
            <a:avLst/>
          </a:prstGeom>
          <a:solidFill>
            <a:srgbClr val="4B5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2002E-389E-8B55-07DB-355A3C060BFC}"/>
              </a:ext>
            </a:extLst>
          </p:cNvPr>
          <p:cNvSpPr/>
          <p:nvPr/>
        </p:nvSpPr>
        <p:spPr>
          <a:xfrm>
            <a:off x="398530" y="3951272"/>
            <a:ext cx="5404958" cy="2271410"/>
          </a:xfrm>
          <a:prstGeom prst="rect">
            <a:avLst/>
          </a:prstGeom>
          <a:solidFill>
            <a:srgbClr val="9399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94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5224-1CB1-7D83-9655-60B42361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id="{C27C33CD-C78F-1687-A12D-47782A275AA9}"/>
              </a:ext>
            </a:extLst>
          </p:cNvPr>
          <p:cNvGrpSpPr/>
          <p:nvPr/>
        </p:nvGrpSpPr>
        <p:grpSpPr>
          <a:xfrm>
            <a:off x="6336205" y="1496274"/>
            <a:ext cx="5368311" cy="1782003"/>
            <a:chOff x="6336205" y="1496274"/>
            <a:chExt cx="5368311" cy="178200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3F38AEB-BAEB-5BC9-6BD5-E23FC76A40F0}"/>
                </a:ext>
              </a:extLst>
            </p:cNvPr>
            <p:cNvGrpSpPr/>
            <p:nvPr/>
          </p:nvGrpSpPr>
          <p:grpSpPr>
            <a:xfrm>
              <a:off x="6336205" y="1496274"/>
              <a:ext cx="5368311" cy="1782003"/>
              <a:chOff x="6336205" y="1496274"/>
              <a:chExt cx="5368311" cy="178200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97312C1-197B-31D3-B406-2D99B78089F3}"/>
                  </a:ext>
                </a:extLst>
              </p:cNvPr>
              <p:cNvSpPr/>
              <p:nvPr/>
            </p:nvSpPr>
            <p:spPr>
              <a:xfrm rot="16200000">
                <a:off x="8575170" y="148930"/>
                <a:ext cx="1782002" cy="4476691"/>
              </a:xfrm>
              <a:prstGeom prst="rect">
                <a:avLst/>
              </a:prstGeom>
              <a:solidFill>
                <a:srgbClr val="D61A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7DDFD0A-DE5C-AB71-62CF-97A127A40FA8}"/>
                  </a:ext>
                </a:extLst>
              </p:cNvPr>
              <p:cNvSpPr/>
              <p:nvPr/>
            </p:nvSpPr>
            <p:spPr>
              <a:xfrm rot="16200000">
                <a:off x="5894587" y="1937892"/>
                <a:ext cx="1775184" cy="891948"/>
              </a:xfrm>
              <a:custGeom>
                <a:avLst/>
                <a:gdLst>
                  <a:gd name="csX0" fmla="*/ 1775184 w 1775184"/>
                  <a:gd name="csY0" fmla="*/ 887592 h 891948"/>
                  <a:gd name="csX1" fmla="*/ 1774964 w 1775184"/>
                  <a:gd name="csY1" fmla="*/ 891948 h 891948"/>
                  <a:gd name="csX2" fmla="*/ 1621959 w 1775184"/>
                  <a:gd name="csY2" fmla="*/ 891948 h 891948"/>
                  <a:gd name="csX3" fmla="*/ 1622179 w 1775184"/>
                  <a:gd name="csY3" fmla="*/ 887592 h 891948"/>
                  <a:gd name="csX4" fmla="*/ 887591 w 1775184"/>
                  <a:gd name="csY4" fmla="*/ 153004 h 891948"/>
                  <a:gd name="csX5" fmla="*/ 153003 w 1775184"/>
                  <a:gd name="csY5" fmla="*/ 887592 h 891948"/>
                  <a:gd name="csX6" fmla="*/ 153223 w 1775184"/>
                  <a:gd name="csY6" fmla="*/ 891948 h 891948"/>
                  <a:gd name="csX7" fmla="*/ 220 w 1775184"/>
                  <a:gd name="csY7" fmla="*/ 891948 h 891948"/>
                  <a:gd name="csX8" fmla="*/ 0 w 1775184"/>
                  <a:gd name="csY8" fmla="*/ 887592 h 891948"/>
                  <a:gd name="csX9" fmla="*/ 887592 w 1775184"/>
                  <a:gd name="csY9" fmla="*/ 0 h 891948"/>
                  <a:gd name="csX10" fmla="*/ 1775184 w 1775184"/>
                  <a:gd name="csY10" fmla="*/ 887592 h 891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775184" h="891948">
                    <a:moveTo>
                      <a:pt x="1775184" y="887592"/>
                    </a:moveTo>
                    <a:lnTo>
                      <a:pt x="1774964" y="891948"/>
                    </a:lnTo>
                    <a:lnTo>
                      <a:pt x="1621959" y="891948"/>
                    </a:lnTo>
                    <a:lnTo>
                      <a:pt x="1622179" y="887592"/>
                    </a:lnTo>
                    <a:cubicBezTo>
                      <a:pt x="1622179" y="481890"/>
                      <a:pt x="1293293" y="153004"/>
                      <a:pt x="887591" y="153004"/>
                    </a:cubicBezTo>
                    <a:cubicBezTo>
                      <a:pt x="481889" y="153004"/>
                      <a:pt x="153003" y="481890"/>
                      <a:pt x="153003" y="887592"/>
                    </a:cubicBezTo>
                    <a:lnTo>
                      <a:pt x="153223" y="891948"/>
                    </a:lnTo>
                    <a:lnTo>
                      <a:pt x="220" y="891948"/>
                    </a:lnTo>
                    <a:lnTo>
                      <a:pt x="0" y="887592"/>
                    </a:lnTo>
                    <a:cubicBezTo>
                      <a:pt x="0" y="397388"/>
                      <a:pt x="397388" y="0"/>
                      <a:pt x="887592" y="0"/>
                    </a:cubicBezTo>
                    <a:cubicBezTo>
                      <a:pt x="1377796" y="0"/>
                      <a:pt x="1775184" y="397388"/>
                      <a:pt x="1775184" y="887592"/>
                    </a:cubicBezTo>
                    <a:close/>
                  </a:path>
                </a:pathLst>
              </a:custGeom>
              <a:solidFill>
                <a:srgbClr val="D61A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9178D-9A8C-D434-20F6-F4A39A0BB84F}"/>
                </a:ext>
              </a:extLst>
            </p:cNvPr>
            <p:cNvSpPr/>
            <p:nvPr/>
          </p:nvSpPr>
          <p:spPr>
            <a:xfrm rot="16200000">
              <a:off x="8439342" y="280729"/>
              <a:ext cx="1782002" cy="42130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043ECA6-3F37-DDA4-F4C7-8A438BFA8E94}"/>
                </a:ext>
              </a:extLst>
            </p:cNvPr>
            <p:cNvGrpSpPr/>
            <p:nvPr/>
          </p:nvGrpSpPr>
          <p:grpSpPr>
            <a:xfrm>
              <a:off x="6557478" y="1717548"/>
              <a:ext cx="1332637" cy="1332637"/>
              <a:chOff x="894905" y="1717548"/>
              <a:chExt cx="1332637" cy="1332637"/>
            </a:xfrm>
            <a:solidFill>
              <a:srgbClr val="D61A3B"/>
            </a:solidFill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3AA37F2-B609-1A7C-453A-1D97516D07F7}"/>
                  </a:ext>
                </a:extLst>
              </p:cNvPr>
              <p:cNvSpPr/>
              <p:nvPr/>
            </p:nvSpPr>
            <p:spPr>
              <a:xfrm rot="16200000">
                <a:off x="894905" y="1717548"/>
                <a:ext cx="1332637" cy="13326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C883E1-7E10-E2B3-C12E-736E00D83DFD}"/>
                  </a:ext>
                </a:extLst>
              </p:cNvPr>
              <p:cNvSpPr txBox="1"/>
              <p:nvPr/>
            </p:nvSpPr>
            <p:spPr>
              <a:xfrm>
                <a:off x="1241544" y="2060700"/>
                <a:ext cx="648072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3600" dirty="0">
                    <a:solidFill>
                      <a:schemeClr val="bg1"/>
                    </a:solidFill>
                    <a:latin typeface="Daytona Condensed" panose="020B0506030503040204" pitchFamily="34" charset="0"/>
                  </a:rPr>
                  <a:t>03</a:t>
                </a:r>
                <a:endParaRPr lang="en-MY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E3EFECE-A3A4-61DE-508A-6A1E44C1AECB}"/>
              </a:ext>
            </a:extLst>
          </p:cNvPr>
          <p:cNvGrpSpPr/>
          <p:nvPr/>
        </p:nvGrpSpPr>
        <p:grpSpPr>
          <a:xfrm>
            <a:off x="487484" y="1496274"/>
            <a:ext cx="5368311" cy="1782003"/>
            <a:chOff x="487484" y="1496274"/>
            <a:chExt cx="5368311" cy="178200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ACCEE55-9272-859A-F729-D044B2F89A3C}"/>
                </a:ext>
              </a:extLst>
            </p:cNvPr>
            <p:cNvGrpSpPr/>
            <p:nvPr/>
          </p:nvGrpSpPr>
          <p:grpSpPr>
            <a:xfrm>
              <a:off x="487484" y="1496274"/>
              <a:ext cx="5368311" cy="1782003"/>
              <a:chOff x="487484" y="1496274"/>
              <a:chExt cx="5368311" cy="178200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E835462-59AF-4FE4-663A-021D9851F0E2}"/>
                  </a:ext>
                </a:extLst>
              </p:cNvPr>
              <p:cNvSpPr/>
              <p:nvPr/>
            </p:nvSpPr>
            <p:spPr>
              <a:xfrm rot="16200000">
                <a:off x="2726449" y="148930"/>
                <a:ext cx="1782002" cy="4476691"/>
              </a:xfrm>
              <a:prstGeom prst="rect">
                <a:avLst/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FCAC9AE-A350-2CA6-207F-DCB0BFDD5034}"/>
                  </a:ext>
                </a:extLst>
              </p:cNvPr>
              <p:cNvSpPr/>
              <p:nvPr/>
            </p:nvSpPr>
            <p:spPr>
              <a:xfrm rot="16200000">
                <a:off x="45866" y="1937892"/>
                <a:ext cx="1775184" cy="891948"/>
              </a:xfrm>
              <a:custGeom>
                <a:avLst/>
                <a:gdLst>
                  <a:gd name="csX0" fmla="*/ 1775184 w 1775184"/>
                  <a:gd name="csY0" fmla="*/ 887592 h 891948"/>
                  <a:gd name="csX1" fmla="*/ 1774964 w 1775184"/>
                  <a:gd name="csY1" fmla="*/ 891948 h 891948"/>
                  <a:gd name="csX2" fmla="*/ 1621959 w 1775184"/>
                  <a:gd name="csY2" fmla="*/ 891948 h 891948"/>
                  <a:gd name="csX3" fmla="*/ 1622179 w 1775184"/>
                  <a:gd name="csY3" fmla="*/ 887592 h 891948"/>
                  <a:gd name="csX4" fmla="*/ 887591 w 1775184"/>
                  <a:gd name="csY4" fmla="*/ 153004 h 891948"/>
                  <a:gd name="csX5" fmla="*/ 153003 w 1775184"/>
                  <a:gd name="csY5" fmla="*/ 887592 h 891948"/>
                  <a:gd name="csX6" fmla="*/ 153223 w 1775184"/>
                  <a:gd name="csY6" fmla="*/ 891948 h 891948"/>
                  <a:gd name="csX7" fmla="*/ 220 w 1775184"/>
                  <a:gd name="csY7" fmla="*/ 891948 h 891948"/>
                  <a:gd name="csX8" fmla="*/ 0 w 1775184"/>
                  <a:gd name="csY8" fmla="*/ 887592 h 891948"/>
                  <a:gd name="csX9" fmla="*/ 887592 w 1775184"/>
                  <a:gd name="csY9" fmla="*/ 0 h 891948"/>
                  <a:gd name="csX10" fmla="*/ 1775184 w 1775184"/>
                  <a:gd name="csY10" fmla="*/ 887592 h 8919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775184" h="891948">
                    <a:moveTo>
                      <a:pt x="1775184" y="887592"/>
                    </a:moveTo>
                    <a:lnTo>
                      <a:pt x="1774964" y="891948"/>
                    </a:lnTo>
                    <a:lnTo>
                      <a:pt x="1621959" y="891948"/>
                    </a:lnTo>
                    <a:lnTo>
                      <a:pt x="1622179" y="887592"/>
                    </a:lnTo>
                    <a:cubicBezTo>
                      <a:pt x="1622179" y="481890"/>
                      <a:pt x="1293293" y="153004"/>
                      <a:pt x="887591" y="153004"/>
                    </a:cubicBezTo>
                    <a:cubicBezTo>
                      <a:pt x="481889" y="153004"/>
                      <a:pt x="153003" y="481890"/>
                      <a:pt x="153003" y="887592"/>
                    </a:cubicBezTo>
                    <a:lnTo>
                      <a:pt x="153223" y="891948"/>
                    </a:lnTo>
                    <a:lnTo>
                      <a:pt x="220" y="891948"/>
                    </a:lnTo>
                    <a:lnTo>
                      <a:pt x="0" y="887592"/>
                    </a:lnTo>
                    <a:cubicBezTo>
                      <a:pt x="0" y="397388"/>
                      <a:pt x="397388" y="0"/>
                      <a:pt x="887592" y="0"/>
                    </a:cubicBezTo>
                    <a:cubicBezTo>
                      <a:pt x="1377796" y="0"/>
                      <a:pt x="1775184" y="397388"/>
                      <a:pt x="1775184" y="887592"/>
                    </a:cubicBezTo>
                    <a:close/>
                  </a:path>
                </a:pathLst>
              </a:cu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9D0ADD6-5475-B78D-75B2-C6E4F99B455E}"/>
                </a:ext>
              </a:extLst>
            </p:cNvPr>
            <p:cNvSpPr/>
            <p:nvPr/>
          </p:nvSpPr>
          <p:spPr>
            <a:xfrm rot="16200000">
              <a:off x="2590621" y="280729"/>
              <a:ext cx="1782002" cy="42130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7C851DE-2514-BC37-F1BB-EAC89378B939}"/>
                </a:ext>
              </a:extLst>
            </p:cNvPr>
            <p:cNvGrpSpPr/>
            <p:nvPr/>
          </p:nvGrpSpPr>
          <p:grpSpPr>
            <a:xfrm>
              <a:off x="708757" y="1717548"/>
              <a:ext cx="1332637" cy="1332637"/>
              <a:chOff x="894905" y="1717548"/>
              <a:chExt cx="1332637" cy="1332637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15845F50-1FAB-7195-2E31-5FD37FEA0921}"/>
                  </a:ext>
                </a:extLst>
              </p:cNvPr>
              <p:cNvSpPr/>
              <p:nvPr/>
            </p:nvSpPr>
            <p:spPr>
              <a:xfrm rot="16200000">
                <a:off x="894905" y="1717548"/>
                <a:ext cx="1332637" cy="1332637"/>
              </a:xfrm>
              <a:prstGeom prst="ellipse">
                <a:avLst/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DD30226-08E2-35A4-EC8F-165ECBC40D37}"/>
                  </a:ext>
                </a:extLst>
              </p:cNvPr>
              <p:cNvSpPr txBox="1"/>
              <p:nvPr/>
            </p:nvSpPr>
            <p:spPr>
              <a:xfrm>
                <a:off x="1241544" y="2060700"/>
                <a:ext cx="6480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3600" dirty="0">
                    <a:solidFill>
                      <a:schemeClr val="bg1"/>
                    </a:solidFill>
                    <a:latin typeface="Daytona Condensed" panose="020B0506030503040204" pitchFamily="34" charset="0"/>
                  </a:rPr>
                  <a:t>01</a:t>
                </a:r>
                <a:endParaRPr lang="en-MY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p:grp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DE99E3-129B-0881-0CD9-91138AB23A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Choose Us?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EFA859-62F4-6288-F2FD-EB235B6BFB04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544A73-63C3-AD69-A023-8CA9C73CC245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AB2E22-0714-76DF-704A-BBAC59FD273E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52E676-6B29-32B9-AAED-C2E37AC0600F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7E3F94-A287-68C0-C99A-3336D50DE72A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F5132EA-7ECE-1FC2-908A-7DA782969B37}"/>
              </a:ext>
            </a:extLst>
          </p:cNvPr>
          <p:cNvSpPr txBox="1"/>
          <p:nvPr/>
        </p:nvSpPr>
        <p:spPr>
          <a:xfrm>
            <a:off x="8002388" y="1719051"/>
            <a:ext cx="3329465" cy="133882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Reason 3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FBFF685-31D8-D026-BC37-4712B4A961DF}"/>
              </a:ext>
            </a:extLst>
          </p:cNvPr>
          <p:cNvGrpSpPr/>
          <p:nvPr/>
        </p:nvGrpSpPr>
        <p:grpSpPr>
          <a:xfrm>
            <a:off x="6336204" y="3578381"/>
            <a:ext cx="5368312" cy="1782002"/>
            <a:chOff x="6336204" y="3578381"/>
            <a:chExt cx="5368312" cy="1782002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3D09811-371A-F5DA-9066-C45B219101A4}"/>
                </a:ext>
              </a:extLst>
            </p:cNvPr>
            <p:cNvGrpSpPr/>
            <p:nvPr/>
          </p:nvGrpSpPr>
          <p:grpSpPr>
            <a:xfrm>
              <a:off x="6336204" y="3578381"/>
              <a:ext cx="5368312" cy="1782002"/>
              <a:chOff x="6336204" y="3578381"/>
              <a:chExt cx="5368312" cy="1782002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33DB2DD-ED61-5485-8FD0-4621BED400BA}"/>
                  </a:ext>
                </a:extLst>
              </p:cNvPr>
              <p:cNvSpPr/>
              <p:nvPr/>
            </p:nvSpPr>
            <p:spPr>
              <a:xfrm rot="16200000">
                <a:off x="8575170" y="2231036"/>
                <a:ext cx="1782002" cy="4476691"/>
              </a:xfrm>
              <a:prstGeom prst="rect">
                <a:avLst/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32C8651-D635-5DC1-A379-FE2D261EE027}"/>
                  </a:ext>
                </a:extLst>
              </p:cNvPr>
              <p:cNvSpPr/>
              <p:nvPr/>
            </p:nvSpPr>
            <p:spPr>
              <a:xfrm rot="16200000">
                <a:off x="5890448" y="4024356"/>
                <a:ext cx="1774744" cy="883231"/>
              </a:xfrm>
              <a:custGeom>
                <a:avLst/>
                <a:gdLst>
                  <a:gd name="csX0" fmla="*/ 1774744 w 1774744"/>
                  <a:gd name="csY0" fmla="*/ 883231 h 883231"/>
                  <a:gd name="csX1" fmla="*/ 1621739 w 1774744"/>
                  <a:gd name="csY1" fmla="*/ 883231 h 883231"/>
                  <a:gd name="csX2" fmla="*/ 1618166 w 1774744"/>
                  <a:gd name="csY2" fmla="*/ 812485 h 883231"/>
                  <a:gd name="csX3" fmla="*/ 887371 w 1774744"/>
                  <a:gd name="csY3" fmla="*/ 153004 h 883231"/>
                  <a:gd name="csX4" fmla="*/ 156576 w 1774744"/>
                  <a:gd name="csY4" fmla="*/ 812485 h 883231"/>
                  <a:gd name="csX5" fmla="*/ 153003 w 1774744"/>
                  <a:gd name="csY5" fmla="*/ 883231 h 883231"/>
                  <a:gd name="csX6" fmla="*/ 0 w 1774744"/>
                  <a:gd name="csY6" fmla="*/ 883231 h 883231"/>
                  <a:gd name="csX7" fmla="*/ 4363 w 1774744"/>
                  <a:gd name="csY7" fmla="*/ 796841 h 883231"/>
                  <a:gd name="csX8" fmla="*/ 887372 w 1774744"/>
                  <a:gd name="csY8" fmla="*/ 0 h 883231"/>
                  <a:gd name="csX9" fmla="*/ 1770381 w 1774744"/>
                  <a:gd name="csY9" fmla="*/ 796841 h 8832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74744" h="883231">
                    <a:moveTo>
                      <a:pt x="1774744" y="883231"/>
                    </a:moveTo>
                    <a:lnTo>
                      <a:pt x="1621739" y="883231"/>
                    </a:lnTo>
                    <a:lnTo>
                      <a:pt x="1618166" y="812485"/>
                    </a:lnTo>
                    <a:cubicBezTo>
                      <a:pt x="1580548" y="442064"/>
                      <a:pt x="1267717" y="153004"/>
                      <a:pt x="887371" y="153004"/>
                    </a:cubicBezTo>
                    <a:cubicBezTo>
                      <a:pt x="507026" y="153004"/>
                      <a:pt x="194194" y="442064"/>
                      <a:pt x="156576" y="812485"/>
                    </a:cubicBezTo>
                    <a:lnTo>
                      <a:pt x="153003" y="883231"/>
                    </a:lnTo>
                    <a:lnTo>
                      <a:pt x="0" y="883231"/>
                    </a:lnTo>
                    <a:lnTo>
                      <a:pt x="4363" y="796841"/>
                    </a:lnTo>
                    <a:cubicBezTo>
                      <a:pt x="49816" y="349267"/>
                      <a:pt x="427806" y="0"/>
                      <a:pt x="887372" y="0"/>
                    </a:cubicBezTo>
                    <a:cubicBezTo>
                      <a:pt x="1346938" y="0"/>
                      <a:pt x="1724928" y="349267"/>
                      <a:pt x="1770381" y="796841"/>
                    </a:cubicBezTo>
                    <a:close/>
                  </a:path>
                </a:pathLst>
              </a:cu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73CEBE2-5B62-D326-AF74-656E34BD5D41}"/>
                </a:ext>
              </a:extLst>
            </p:cNvPr>
            <p:cNvSpPr/>
            <p:nvPr/>
          </p:nvSpPr>
          <p:spPr>
            <a:xfrm rot="16200000">
              <a:off x="8439342" y="2362835"/>
              <a:ext cx="1782002" cy="42130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4D72169-8573-5276-A539-F0943238ECD8}"/>
                </a:ext>
              </a:extLst>
            </p:cNvPr>
            <p:cNvGrpSpPr/>
            <p:nvPr/>
          </p:nvGrpSpPr>
          <p:grpSpPr>
            <a:xfrm>
              <a:off x="6557478" y="3799654"/>
              <a:ext cx="1332637" cy="1332637"/>
              <a:chOff x="6557478" y="3799654"/>
              <a:chExt cx="1332637" cy="1332637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6C62AA1-314C-42EA-A36C-4136DBD07DD2}"/>
                  </a:ext>
                </a:extLst>
              </p:cNvPr>
              <p:cNvSpPr/>
              <p:nvPr/>
            </p:nvSpPr>
            <p:spPr>
              <a:xfrm rot="16200000">
                <a:off x="6557478" y="3799654"/>
                <a:ext cx="1332637" cy="1332637"/>
              </a:xfrm>
              <a:prstGeom prst="ellipse">
                <a:avLst/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DC4A355-9512-DFE0-B96A-E787C06B487C}"/>
                  </a:ext>
                </a:extLst>
              </p:cNvPr>
              <p:cNvSpPr txBox="1"/>
              <p:nvPr/>
            </p:nvSpPr>
            <p:spPr>
              <a:xfrm>
                <a:off x="6895400" y="4142806"/>
                <a:ext cx="6480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3600" dirty="0">
                    <a:solidFill>
                      <a:schemeClr val="bg1"/>
                    </a:solidFill>
                    <a:latin typeface="Daytona Condensed" panose="020B0506030503040204" pitchFamily="34" charset="0"/>
                  </a:rPr>
                  <a:t>04</a:t>
                </a:r>
                <a:endParaRPr lang="en-MY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C85A94E-818F-8431-43B0-4503E093ECE8}"/>
              </a:ext>
            </a:extLst>
          </p:cNvPr>
          <p:cNvSpPr txBox="1"/>
          <p:nvPr/>
        </p:nvSpPr>
        <p:spPr>
          <a:xfrm>
            <a:off x="8002388" y="3796557"/>
            <a:ext cx="3329465" cy="133882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Reason 4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48AA8E-A0A1-9783-00F3-30BFAC35329C}"/>
              </a:ext>
            </a:extLst>
          </p:cNvPr>
          <p:cNvSpPr txBox="1"/>
          <p:nvPr/>
        </p:nvSpPr>
        <p:spPr>
          <a:xfrm>
            <a:off x="2153667" y="1719051"/>
            <a:ext cx="3329465" cy="133882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Reason 1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42F9FE6-6143-B6B0-6E25-597377E4BF1B}"/>
              </a:ext>
            </a:extLst>
          </p:cNvPr>
          <p:cNvGrpSpPr/>
          <p:nvPr/>
        </p:nvGrpSpPr>
        <p:grpSpPr>
          <a:xfrm>
            <a:off x="487483" y="3578381"/>
            <a:ext cx="5368312" cy="1782002"/>
            <a:chOff x="487483" y="3578381"/>
            <a:chExt cx="5368312" cy="1782002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16AD0387-896A-4770-FC21-EE4487F461CA}"/>
                </a:ext>
              </a:extLst>
            </p:cNvPr>
            <p:cNvGrpSpPr/>
            <p:nvPr/>
          </p:nvGrpSpPr>
          <p:grpSpPr>
            <a:xfrm>
              <a:off x="487483" y="3578381"/>
              <a:ext cx="5368312" cy="1782002"/>
              <a:chOff x="487483" y="3578381"/>
              <a:chExt cx="5368312" cy="1782002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B24A0E4-CFA2-6F65-3CBF-57FE606A8B22}"/>
                  </a:ext>
                </a:extLst>
              </p:cNvPr>
              <p:cNvSpPr/>
              <p:nvPr/>
            </p:nvSpPr>
            <p:spPr>
              <a:xfrm rot="16200000">
                <a:off x="2726449" y="2231036"/>
                <a:ext cx="1782002" cy="4476691"/>
              </a:xfrm>
              <a:prstGeom prst="rect">
                <a:avLst/>
              </a:prstGeom>
              <a:solidFill>
                <a:srgbClr val="474C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02109D4C-16C1-04B3-CE10-4C7EE35587CC}"/>
                  </a:ext>
                </a:extLst>
              </p:cNvPr>
              <p:cNvSpPr/>
              <p:nvPr/>
            </p:nvSpPr>
            <p:spPr>
              <a:xfrm rot="16200000">
                <a:off x="41727" y="4024356"/>
                <a:ext cx="1774744" cy="883231"/>
              </a:xfrm>
              <a:custGeom>
                <a:avLst/>
                <a:gdLst>
                  <a:gd name="csX0" fmla="*/ 1774744 w 1774744"/>
                  <a:gd name="csY0" fmla="*/ 883231 h 883231"/>
                  <a:gd name="csX1" fmla="*/ 1621739 w 1774744"/>
                  <a:gd name="csY1" fmla="*/ 883231 h 883231"/>
                  <a:gd name="csX2" fmla="*/ 1618166 w 1774744"/>
                  <a:gd name="csY2" fmla="*/ 812485 h 883231"/>
                  <a:gd name="csX3" fmla="*/ 887371 w 1774744"/>
                  <a:gd name="csY3" fmla="*/ 153004 h 883231"/>
                  <a:gd name="csX4" fmla="*/ 156576 w 1774744"/>
                  <a:gd name="csY4" fmla="*/ 812485 h 883231"/>
                  <a:gd name="csX5" fmla="*/ 153003 w 1774744"/>
                  <a:gd name="csY5" fmla="*/ 883231 h 883231"/>
                  <a:gd name="csX6" fmla="*/ 0 w 1774744"/>
                  <a:gd name="csY6" fmla="*/ 883231 h 883231"/>
                  <a:gd name="csX7" fmla="*/ 4363 w 1774744"/>
                  <a:gd name="csY7" fmla="*/ 796841 h 883231"/>
                  <a:gd name="csX8" fmla="*/ 887372 w 1774744"/>
                  <a:gd name="csY8" fmla="*/ 0 h 883231"/>
                  <a:gd name="csX9" fmla="*/ 1770381 w 1774744"/>
                  <a:gd name="csY9" fmla="*/ 796841 h 8832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74744" h="883231">
                    <a:moveTo>
                      <a:pt x="1774744" y="883231"/>
                    </a:moveTo>
                    <a:lnTo>
                      <a:pt x="1621739" y="883231"/>
                    </a:lnTo>
                    <a:lnTo>
                      <a:pt x="1618166" y="812485"/>
                    </a:lnTo>
                    <a:cubicBezTo>
                      <a:pt x="1580548" y="442064"/>
                      <a:pt x="1267717" y="153004"/>
                      <a:pt x="887371" y="153004"/>
                    </a:cubicBezTo>
                    <a:cubicBezTo>
                      <a:pt x="507026" y="153004"/>
                      <a:pt x="194194" y="442064"/>
                      <a:pt x="156576" y="812485"/>
                    </a:cubicBezTo>
                    <a:lnTo>
                      <a:pt x="153003" y="883231"/>
                    </a:lnTo>
                    <a:lnTo>
                      <a:pt x="0" y="883231"/>
                    </a:lnTo>
                    <a:lnTo>
                      <a:pt x="4363" y="796841"/>
                    </a:lnTo>
                    <a:cubicBezTo>
                      <a:pt x="49816" y="349267"/>
                      <a:pt x="427806" y="0"/>
                      <a:pt x="887372" y="0"/>
                    </a:cubicBezTo>
                    <a:cubicBezTo>
                      <a:pt x="1346938" y="0"/>
                      <a:pt x="1724928" y="349267"/>
                      <a:pt x="1770381" y="796841"/>
                    </a:cubicBezTo>
                    <a:close/>
                  </a:path>
                </a:pathLst>
              </a:custGeom>
              <a:solidFill>
                <a:srgbClr val="474C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EE9377B-B863-BD30-A72D-5EA77E81CF91}"/>
                </a:ext>
              </a:extLst>
            </p:cNvPr>
            <p:cNvSpPr/>
            <p:nvPr/>
          </p:nvSpPr>
          <p:spPr>
            <a:xfrm rot="16200000">
              <a:off x="2590621" y="2362835"/>
              <a:ext cx="1782002" cy="42130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623D1DC7-4996-8103-4B1F-BE2B9534BC16}"/>
                </a:ext>
              </a:extLst>
            </p:cNvPr>
            <p:cNvGrpSpPr/>
            <p:nvPr/>
          </p:nvGrpSpPr>
          <p:grpSpPr>
            <a:xfrm>
              <a:off x="708757" y="3799654"/>
              <a:ext cx="1332637" cy="1332637"/>
              <a:chOff x="708757" y="3799654"/>
              <a:chExt cx="1332637" cy="1332637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6C17DBE8-693B-F0AA-5393-D1D603E511B0}"/>
                  </a:ext>
                </a:extLst>
              </p:cNvPr>
              <p:cNvSpPr/>
              <p:nvPr/>
            </p:nvSpPr>
            <p:spPr>
              <a:xfrm rot="16200000">
                <a:off x="708757" y="3799654"/>
                <a:ext cx="1332637" cy="1332637"/>
              </a:xfrm>
              <a:prstGeom prst="ellipse">
                <a:avLst/>
              </a:prstGeom>
              <a:solidFill>
                <a:srgbClr val="474C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CA17022-D040-3535-1FA1-E7A56B5311DF}"/>
                  </a:ext>
                </a:extLst>
              </p:cNvPr>
              <p:cNvSpPr txBox="1"/>
              <p:nvPr/>
            </p:nvSpPr>
            <p:spPr>
              <a:xfrm>
                <a:off x="1046679" y="4142806"/>
                <a:ext cx="6480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3600" dirty="0">
                    <a:solidFill>
                      <a:schemeClr val="bg1"/>
                    </a:solidFill>
                    <a:latin typeface="Daytona Condensed" panose="020B0506030503040204" pitchFamily="34" charset="0"/>
                  </a:rPr>
                  <a:t>02</a:t>
                </a:r>
                <a:endParaRPr lang="en-MY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p:grp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D57BE395-B012-E1E0-4A1A-B4DA81445416}"/>
              </a:ext>
            </a:extLst>
          </p:cNvPr>
          <p:cNvSpPr txBox="1"/>
          <p:nvPr/>
        </p:nvSpPr>
        <p:spPr>
          <a:xfrm>
            <a:off x="2153667" y="3796557"/>
            <a:ext cx="3329465" cy="133882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Reason 2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91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1" grpId="0"/>
      <p:bldP spid="86" grpId="0"/>
      <p:bldP spid="9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7EDF-BF32-B25E-CAE1-A87254B8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EA8E333-3F6A-4FEB-D4DB-5C27EA2C0578}"/>
              </a:ext>
            </a:extLst>
          </p:cNvPr>
          <p:cNvGrpSpPr/>
          <p:nvPr/>
        </p:nvGrpSpPr>
        <p:grpSpPr>
          <a:xfrm>
            <a:off x="0" y="1169074"/>
            <a:ext cx="12192000" cy="5116316"/>
            <a:chOff x="0" y="1169074"/>
            <a:chExt cx="12192000" cy="51163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D7E2B7-BC6D-AF03-5BE2-1149BD02380C}"/>
                </a:ext>
              </a:extLst>
            </p:cNvPr>
            <p:cNvSpPr/>
            <p:nvPr/>
          </p:nvSpPr>
          <p:spPr>
            <a:xfrm>
              <a:off x="0" y="1169074"/>
              <a:ext cx="12192000" cy="1615828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A730BA-CC88-43A2-3183-286D98EAECEB}"/>
                </a:ext>
              </a:extLst>
            </p:cNvPr>
            <p:cNvSpPr>
              <a:spLocks/>
            </p:cNvSpPr>
            <p:nvPr/>
          </p:nvSpPr>
          <p:spPr>
            <a:xfrm>
              <a:off x="0" y="2784901"/>
              <a:ext cx="12192000" cy="3500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5B6F8D09-5F2A-EDE6-471C-A93540300A20}"/>
              </a:ext>
            </a:extLst>
          </p:cNvPr>
          <p:cNvSpPr/>
          <p:nvPr/>
        </p:nvSpPr>
        <p:spPr>
          <a:xfrm>
            <a:off x="6486553" y="1740472"/>
            <a:ext cx="2088859" cy="2088859"/>
          </a:xfrm>
          <a:prstGeom prst="ellipse">
            <a:avLst/>
          </a:prstGeom>
          <a:blipFill>
            <a:blip r:embed="rId2"/>
            <a:srcRect/>
            <a:stretch>
              <a:fillRect l="-82530" t="-13052" r="-34338" b="-31526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B36F59-35AC-6841-FF80-16EA991D5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FD367E-56AD-4AFB-A7B8-ED24058F0412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A3853C-04DA-43A2-ED29-758AC8F66F1A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CCE89B-960B-CBD8-D82C-4F14A14974E2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93CA76-ACA6-56C2-25E4-3F872DC83D55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801810-9366-1FBE-1BD7-0B7205E43712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2742E87-8A23-C525-AF34-55E3A5FB77DC}"/>
              </a:ext>
            </a:extLst>
          </p:cNvPr>
          <p:cNvSpPr/>
          <p:nvPr/>
        </p:nvSpPr>
        <p:spPr>
          <a:xfrm>
            <a:off x="746621" y="1740472"/>
            <a:ext cx="2088859" cy="2088859"/>
          </a:xfrm>
          <a:prstGeom prst="ellipse">
            <a:avLst/>
          </a:prstGeom>
          <a:blipFill>
            <a:blip r:embed="rId3"/>
            <a:srcRect/>
            <a:stretch>
              <a:fillRect l="-89089" t="-5121" r="-41031" b="-48293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06D764-F877-4E91-4E24-3E6E83731E49}"/>
              </a:ext>
            </a:extLst>
          </p:cNvPr>
          <p:cNvSpPr/>
          <p:nvPr/>
        </p:nvSpPr>
        <p:spPr>
          <a:xfrm>
            <a:off x="3616587" y="1740472"/>
            <a:ext cx="2088859" cy="2088859"/>
          </a:xfrm>
          <a:prstGeom prst="ellipse">
            <a:avLst/>
          </a:prstGeom>
          <a:blipFill>
            <a:blip r:embed="rId4"/>
            <a:srcRect/>
            <a:stretch>
              <a:fillRect l="-119378" t="-22692" r="-113756" b="-99397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ED5E6C-00C7-10D4-D4B4-FC69731F2D5E}"/>
              </a:ext>
            </a:extLst>
          </p:cNvPr>
          <p:cNvSpPr/>
          <p:nvPr/>
        </p:nvSpPr>
        <p:spPr>
          <a:xfrm>
            <a:off x="9356520" y="1740472"/>
            <a:ext cx="2088859" cy="2088859"/>
          </a:xfrm>
          <a:prstGeom prst="ellipse">
            <a:avLst/>
          </a:prstGeom>
          <a:blipFill>
            <a:blip r:embed="rId5"/>
            <a:srcRect/>
            <a:stretch>
              <a:fillRect l="-52846" t="-6581" r="-32562" b="-17023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F7B3CF-C037-1E05-124E-EFA9ADB8B03E}"/>
              </a:ext>
            </a:extLst>
          </p:cNvPr>
          <p:cNvGrpSpPr/>
          <p:nvPr/>
        </p:nvGrpSpPr>
        <p:grpSpPr>
          <a:xfrm>
            <a:off x="685364" y="3900340"/>
            <a:ext cx="2211371" cy="1944650"/>
            <a:chOff x="685364" y="3900340"/>
            <a:chExt cx="2211371" cy="194465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629798-1C0C-5E63-8701-FCEC5867CAE7}"/>
                </a:ext>
              </a:extLst>
            </p:cNvPr>
            <p:cNvSpPr txBox="1"/>
            <p:nvPr/>
          </p:nvSpPr>
          <p:spPr>
            <a:xfrm>
              <a:off x="685364" y="3900340"/>
              <a:ext cx="221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Name 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17AF4A-4924-FA0B-B55C-CA5978D7929F}"/>
                </a:ext>
              </a:extLst>
            </p:cNvPr>
            <p:cNvSpPr txBox="1"/>
            <p:nvPr/>
          </p:nvSpPr>
          <p:spPr>
            <a:xfrm>
              <a:off x="685364" y="4321496"/>
              <a:ext cx="2211371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DESCRIPTION HERE</a:t>
              </a:r>
            </a:p>
            <a:p>
              <a:pPr algn="ctr"/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80389DB-32BF-C286-EDE6-4F9FDED0B124}"/>
              </a:ext>
            </a:extLst>
          </p:cNvPr>
          <p:cNvGrpSpPr/>
          <p:nvPr/>
        </p:nvGrpSpPr>
        <p:grpSpPr>
          <a:xfrm>
            <a:off x="3555329" y="3900340"/>
            <a:ext cx="2211372" cy="1944650"/>
            <a:chOff x="3555329" y="3900340"/>
            <a:chExt cx="2211372" cy="194465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D5A617-12D4-B0D0-DA11-7EA29A602943}"/>
                </a:ext>
              </a:extLst>
            </p:cNvPr>
            <p:cNvSpPr txBox="1"/>
            <p:nvPr/>
          </p:nvSpPr>
          <p:spPr>
            <a:xfrm>
              <a:off x="3555330" y="3900340"/>
              <a:ext cx="221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Name 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DE7C195-90ED-A8E3-6209-0FE7B65E1220}"/>
                </a:ext>
              </a:extLst>
            </p:cNvPr>
            <p:cNvSpPr txBox="1"/>
            <p:nvPr/>
          </p:nvSpPr>
          <p:spPr>
            <a:xfrm>
              <a:off x="3555329" y="4321496"/>
              <a:ext cx="2211371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DESCRIPTION HERE</a:t>
              </a:r>
            </a:p>
            <a:p>
              <a:pPr algn="ctr"/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7D1B74C-7F81-6F1B-21D4-77D21BB19849}"/>
              </a:ext>
            </a:extLst>
          </p:cNvPr>
          <p:cNvGrpSpPr/>
          <p:nvPr/>
        </p:nvGrpSpPr>
        <p:grpSpPr>
          <a:xfrm>
            <a:off x="6425296" y="3900340"/>
            <a:ext cx="2211372" cy="1944650"/>
            <a:chOff x="6425296" y="3900340"/>
            <a:chExt cx="2211372" cy="194465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9916FF-63D9-ABCE-22ED-7E6CB12F78F3}"/>
                </a:ext>
              </a:extLst>
            </p:cNvPr>
            <p:cNvSpPr txBox="1"/>
            <p:nvPr/>
          </p:nvSpPr>
          <p:spPr>
            <a:xfrm>
              <a:off x="6425296" y="3900340"/>
              <a:ext cx="221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Name 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228812A-9744-87FC-7052-C13BEE4AC60D}"/>
                </a:ext>
              </a:extLst>
            </p:cNvPr>
            <p:cNvSpPr txBox="1"/>
            <p:nvPr/>
          </p:nvSpPr>
          <p:spPr>
            <a:xfrm>
              <a:off x="6425297" y="4321496"/>
              <a:ext cx="2211371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DESCRIPTION HERE</a:t>
              </a:r>
            </a:p>
            <a:p>
              <a:pPr algn="ctr"/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71D2C8C-449A-0EE9-70FC-00DE78808D9A}"/>
              </a:ext>
            </a:extLst>
          </p:cNvPr>
          <p:cNvGrpSpPr/>
          <p:nvPr/>
        </p:nvGrpSpPr>
        <p:grpSpPr>
          <a:xfrm>
            <a:off x="9295262" y="3900340"/>
            <a:ext cx="2211371" cy="1944650"/>
            <a:chOff x="9295262" y="3900340"/>
            <a:chExt cx="2211371" cy="194465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5A49E37-D064-54F3-2345-D1D5ADA78015}"/>
                </a:ext>
              </a:extLst>
            </p:cNvPr>
            <p:cNvSpPr txBox="1"/>
            <p:nvPr/>
          </p:nvSpPr>
          <p:spPr>
            <a:xfrm>
              <a:off x="9295262" y="3900340"/>
              <a:ext cx="221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Name 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E76DD39-B3A5-2564-2724-6361FFAA7323}"/>
                </a:ext>
              </a:extLst>
            </p:cNvPr>
            <p:cNvSpPr txBox="1"/>
            <p:nvPr/>
          </p:nvSpPr>
          <p:spPr>
            <a:xfrm>
              <a:off x="9295262" y="4321496"/>
              <a:ext cx="2211371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DESCRIPTION HERE</a:t>
              </a:r>
            </a:p>
            <a:p>
              <a:pPr algn="ctr"/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3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3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6269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6" grpId="0" animBg="1"/>
      <p:bldP spid="17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83B10-A2A2-F9A0-55AD-00484FDF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BAF495-2EAE-8CEF-2B1C-BFFDB2446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Timeline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3447AE-B1BD-D24E-5955-A5574031B437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0DDECE-DDD1-817F-BF59-C73CFB182CF7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BA08A-5F82-8C6B-0D70-60E4999C5766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3F1797-2EDF-7FBC-ACE4-1B66949B754D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791B03-BFD8-31E6-9B28-453549E9ED65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8A99CB20-D052-8EAB-2428-D961BF6AE0F0}"/>
              </a:ext>
            </a:extLst>
          </p:cNvPr>
          <p:cNvSpPr/>
          <p:nvPr/>
        </p:nvSpPr>
        <p:spPr>
          <a:xfrm flipV="1">
            <a:off x="8225833" y="1920182"/>
            <a:ext cx="1481081" cy="1468200"/>
          </a:xfrm>
          <a:prstGeom prst="ellipse">
            <a:avLst/>
          </a:prstGeom>
          <a:noFill/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2F55861-4E5F-16D2-9406-DE5E6DB246F9}"/>
              </a:ext>
            </a:extLst>
          </p:cNvPr>
          <p:cNvGrpSpPr/>
          <p:nvPr/>
        </p:nvGrpSpPr>
        <p:grpSpPr>
          <a:xfrm>
            <a:off x="768" y="2909487"/>
            <a:ext cx="12190164" cy="1226284"/>
            <a:chOff x="768" y="2909487"/>
            <a:chExt cx="12190164" cy="122628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7834722-A211-4DC4-6667-104996C8FA33}"/>
                </a:ext>
              </a:extLst>
            </p:cNvPr>
            <p:cNvGrpSpPr/>
            <p:nvPr/>
          </p:nvGrpSpPr>
          <p:grpSpPr>
            <a:xfrm>
              <a:off x="768" y="2909487"/>
              <a:ext cx="12190164" cy="1226284"/>
              <a:chOff x="768" y="2909487"/>
              <a:chExt cx="12190164" cy="122628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AAD2363-9B7D-4CCF-BAB1-62D875D25635}"/>
                  </a:ext>
                </a:extLst>
              </p:cNvPr>
              <p:cNvSpPr/>
              <p:nvPr/>
            </p:nvSpPr>
            <p:spPr>
              <a:xfrm flipV="1">
                <a:off x="11038932" y="3494341"/>
                <a:ext cx="1152000" cy="5752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5A046E-1386-1C07-1125-4C26A08E9297}"/>
                  </a:ext>
                </a:extLst>
              </p:cNvPr>
              <p:cNvSpPr/>
              <p:nvPr/>
            </p:nvSpPr>
            <p:spPr>
              <a:xfrm flipV="1">
                <a:off x="768" y="3494341"/>
                <a:ext cx="1152000" cy="5752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15AAA0A-60A7-8738-410E-38035D17746F}"/>
                  </a:ext>
                </a:extLst>
              </p:cNvPr>
              <p:cNvSpPr/>
              <p:nvPr/>
            </p:nvSpPr>
            <p:spPr>
              <a:xfrm flipV="1">
                <a:off x="2363448" y="3494341"/>
                <a:ext cx="915179" cy="5752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D55ACDA-FF0E-96FB-CFD5-7EE70903B683}"/>
                  </a:ext>
                </a:extLst>
              </p:cNvPr>
              <p:cNvSpPr/>
              <p:nvPr/>
            </p:nvSpPr>
            <p:spPr>
              <a:xfrm flipV="1">
                <a:off x="1094260" y="3493396"/>
                <a:ext cx="1296023" cy="642375"/>
              </a:xfrm>
              <a:custGeom>
                <a:avLst/>
                <a:gdLst>
                  <a:gd name="connsiteX0" fmla="*/ 822670 w 1645340"/>
                  <a:gd name="connsiteY0" fmla="*/ 0 h 815516"/>
                  <a:gd name="connsiteX1" fmla="*/ 1645340 w 1645340"/>
                  <a:gd name="connsiteY1" fmla="*/ 815516 h 815516"/>
                  <a:gd name="connsiteX2" fmla="*/ 1563209 w 1645340"/>
                  <a:gd name="connsiteY2" fmla="*/ 815516 h 815516"/>
                  <a:gd name="connsiteX3" fmla="*/ 1563209 w 1645340"/>
                  <a:gd name="connsiteY3" fmla="*/ 815515 h 815516"/>
                  <a:gd name="connsiteX4" fmla="*/ 822669 w 1645340"/>
                  <a:gd name="connsiteY4" fmla="*/ 81415 h 815516"/>
                  <a:gd name="connsiteX5" fmla="*/ 82129 w 1645340"/>
                  <a:gd name="connsiteY5" fmla="*/ 815515 h 815516"/>
                  <a:gd name="connsiteX6" fmla="*/ 82129 w 1645340"/>
                  <a:gd name="connsiteY6" fmla="*/ 815516 h 815516"/>
                  <a:gd name="connsiteX7" fmla="*/ 0 w 1645340"/>
                  <a:gd name="connsiteY7" fmla="*/ 815516 h 815516"/>
                  <a:gd name="connsiteX8" fmla="*/ 822670 w 1645340"/>
                  <a:gd name="connsiteY8" fmla="*/ 0 h 81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5340" h="815516">
                    <a:moveTo>
                      <a:pt x="822670" y="0"/>
                    </a:moveTo>
                    <a:cubicBezTo>
                      <a:pt x="1277018" y="0"/>
                      <a:pt x="1645340" y="365119"/>
                      <a:pt x="1645340" y="815516"/>
                    </a:cubicBezTo>
                    <a:lnTo>
                      <a:pt x="1563209" y="815516"/>
                    </a:lnTo>
                    <a:lnTo>
                      <a:pt x="1563209" y="815515"/>
                    </a:lnTo>
                    <a:cubicBezTo>
                      <a:pt x="1563209" y="410083"/>
                      <a:pt x="1231658" y="81415"/>
                      <a:pt x="822669" y="81415"/>
                    </a:cubicBezTo>
                    <a:cubicBezTo>
                      <a:pt x="413680" y="81415"/>
                      <a:pt x="82129" y="410083"/>
                      <a:pt x="82129" y="815515"/>
                    </a:cubicBezTo>
                    <a:lnTo>
                      <a:pt x="82129" y="815516"/>
                    </a:lnTo>
                    <a:lnTo>
                      <a:pt x="0" y="815516"/>
                    </a:lnTo>
                    <a:cubicBezTo>
                      <a:pt x="0" y="365119"/>
                      <a:pt x="368322" y="0"/>
                      <a:pt x="822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C6D0A3-4342-D511-BB03-EE620C26DA3E}"/>
                  </a:ext>
                </a:extLst>
              </p:cNvPr>
              <p:cNvSpPr/>
              <p:nvPr/>
            </p:nvSpPr>
            <p:spPr>
              <a:xfrm flipV="1">
                <a:off x="4559644" y="3494341"/>
                <a:ext cx="915179" cy="5752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359A546-FE56-262E-38E2-0EA03BAEBF3C}"/>
                  </a:ext>
                </a:extLst>
              </p:cNvPr>
              <p:cNvSpPr/>
              <p:nvPr/>
            </p:nvSpPr>
            <p:spPr>
              <a:xfrm>
                <a:off x="3271124" y="2909487"/>
                <a:ext cx="1296022" cy="642375"/>
              </a:xfrm>
              <a:custGeom>
                <a:avLst/>
                <a:gdLst>
                  <a:gd name="connsiteX0" fmla="*/ 822670 w 1645340"/>
                  <a:gd name="connsiteY0" fmla="*/ 0 h 815516"/>
                  <a:gd name="connsiteX1" fmla="*/ 1645340 w 1645340"/>
                  <a:gd name="connsiteY1" fmla="*/ 815516 h 815516"/>
                  <a:gd name="connsiteX2" fmla="*/ 1563209 w 1645340"/>
                  <a:gd name="connsiteY2" fmla="*/ 815516 h 815516"/>
                  <a:gd name="connsiteX3" fmla="*/ 1563209 w 1645340"/>
                  <a:gd name="connsiteY3" fmla="*/ 815515 h 815516"/>
                  <a:gd name="connsiteX4" fmla="*/ 822669 w 1645340"/>
                  <a:gd name="connsiteY4" fmla="*/ 81415 h 815516"/>
                  <a:gd name="connsiteX5" fmla="*/ 82129 w 1645340"/>
                  <a:gd name="connsiteY5" fmla="*/ 815515 h 815516"/>
                  <a:gd name="connsiteX6" fmla="*/ 82129 w 1645340"/>
                  <a:gd name="connsiteY6" fmla="*/ 815516 h 815516"/>
                  <a:gd name="connsiteX7" fmla="*/ 0 w 1645340"/>
                  <a:gd name="connsiteY7" fmla="*/ 815516 h 815516"/>
                  <a:gd name="connsiteX8" fmla="*/ 822670 w 1645340"/>
                  <a:gd name="connsiteY8" fmla="*/ 0 h 81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5340" h="815516">
                    <a:moveTo>
                      <a:pt x="822670" y="0"/>
                    </a:moveTo>
                    <a:cubicBezTo>
                      <a:pt x="1277018" y="0"/>
                      <a:pt x="1645340" y="365119"/>
                      <a:pt x="1645340" y="815516"/>
                    </a:cubicBezTo>
                    <a:lnTo>
                      <a:pt x="1563209" y="815516"/>
                    </a:lnTo>
                    <a:lnTo>
                      <a:pt x="1563209" y="815515"/>
                    </a:lnTo>
                    <a:cubicBezTo>
                      <a:pt x="1563209" y="410083"/>
                      <a:pt x="1231658" y="81415"/>
                      <a:pt x="822669" y="81415"/>
                    </a:cubicBezTo>
                    <a:cubicBezTo>
                      <a:pt x="413680" y="81415"/>
                      <a:pt x="82129" y="410083"/>
                      <a:pt x="82129" y="815515"/>
                    </a:cubicBezTo>
                    <a:lnTo>
                      <a:pt x="82129" y="815516"/>
                    </a:lnTo>
                    <a:lnTo>
                      <a:pt x="0" y="815516"/>
                    </a:lnTo>
                    <a:cubicBezTo>
                      <a:pt x="0" y="365119"/>
                      <a:pt x="368322" y="0"/>
                      <a:pt x="822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14B2B60-528D-7851-29CE-CDB39C322597}"/>
                  </a:ext>
                </a:extLst>
              </p:cNvPr>
              <p:cNvSpPr/>
              <p:nvPr/>
            </p:nvSpPr>
            <p:spPr>
              <a:xfrm flipV="1">
                <a:off x="6732027" y="3494341"/>
                <a:ext cx="915179" cy="5752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CB1C9B2-E18F-F0D2-6CA4-C055172BA127}"/>
                  </a:ext>
                </a:extLst>
              </p:cNvPr>
              <p:cNvSpPr/>
              <p:nvPr/>
            </p:nvSpPr>
            <p:spPr>
              <a:xfrm flipV="1">
                <a:off x="5447988" y="3493396"/>
                <a:ext cx="1296023" cy="642375"/>
              </a:xfrm>
              <a:custGeom>
                <a:avLst/>
                <a:gdLst>
                  <a:gd name="connsiteX0" fmla="*/ 822670 w 1645340"/>
                  <a:gd name="connsiteY0" fmla="*/ 0 h 815516"/>
                  <a:gd name="connsiteX1" fmla="*/ 1645340 w 1645340"/>
                  <a:gd name="connsiteY1" fmla="*/ 815516 h 815516"/>
                  <a:gd name="connsiteX2" fmla="*/ 1563209 w 1645340"/>
                  <a:gd name="connsiteY2" fmla="*/ 815516 h 815516"/>
                  <a:gd name="connsiteX3" fmla="*/ 1563209 w 1645340"/>
                  <a:gd name="connsiteY3" fmla="*/ 815515 h 815516"/>
                  <a:gd name="connsiteX4" fmla="*/ 822669 w 1645340"/>
                  <a:gd name="connsiteY4" fmla="*/ 81415 h 815516"/>
                  <a:gd name="connsiteX5" fmla="*/ 82129 w 1645340"/>
                  <a:gd name="connsiteY5" fmla="*/ 815515 h 815516"/>
                  <a:gd name="connsiteX6" fmla="*/ 82129 w 1645340"/>
                  <a:gd name="connsiteY6" fmla="*/ 815516 h 815516"/>
                  <a:gd name="connsiteX7" fmla="*/ 0 w 1645340"/>
                  <a:gd name="connsiteY7" fmla="*/ 815516 h 815516"/>
                  <a:gd name="connsiteX8" fmla="*/ 822670 w 1645340"/>
                  <a:gd name="connsiteY8" fmla="*/ 0 h 81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5340" h="815516">
                    <a:moveTo>
                      <a:pt x="822670" y="0"/>
                    </a:moveTo>
                    <a:cubicBezTo>
                      <a:pt x="1277018" y="0"/>
                      <a:pt x="1645340" y="365119"/>
                      <a:pt x="1645340" y="815516"/>
                    </a:cubicBezTo>
                    <a:lnTo>
                      <a:pt x="1563209" y="815516"/>
                    </a:lnTo>
                    <a:lnTo>
                      <a:pt x="1563209" y="815515"/>
                    </a:lnTo>
                    <a:cubicBezTo>
                      <a:pt x="1563209" y="410083"/>
                      <a:pt x="1231658" y="81415"/>
                      <a:pt x="822669" y="81415"/>
                    </a:cubicBezTo>
                    <a:cubicBezTo>
                      <a:pt x="413680" y="81415"/>
                      <a:pt x="82129" y="410083"/>
                      <a:pt x="82129" y="815515"/>
                    </a:cubicBezTo>
                    <a:lnTo>
                      <a:pt x="82129" y="815516"/>
                    </a:lnTo>
                    <a:lnTo>
                      <a:pt x="0" y="815516"/>
                    </a:lnTo>
                    <a:cubicBezTo>
                      <a:pt x="0" y="365119"/>
                      <a:pt x="368322" y="0"/>
                      <a:pt x="822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8EE82C-1574-013D-E91F-C5EA5EDC35E5}"/>
                  </a:ext>
                </a:extLst>
              </p:cNvPr>
              <p:cNvSpPr/>
              <p:nvPr/>
            </p:nvSpPr>
            <p:spPr>
              <a:xfrm flipV="1">
                <a:off x="8913372" y="3494341"/>
                <a:ext cx="915179" cy="5752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7E0A2AD-807F-AB9A-7852-21828BB81B5A}"/>
                  </a:ext>
                </a:extLst>
              </p:cNvPr>
              <p:cNvSpPr/>
              <p:nvPr/>
            </p:nvSpPr>
            <p:spPr>
              <a:xfrm>
                <a:off x="7624852" y="2909487"/>
                <a:ext cx="1296022" cy="642375"/>
              </a:xfrm>
              <a:custGeom>
                <a:avLst/>
                <a:gdLst>
                  <a:gd name="connsiteX0" fmla="*/ 822670 w 1645340"/>
                  <a:gd name="connsiteY0" fmla="*/ 0 h 815516"/>
                  <a:gd name="connsiteX1" fmla="*/ 1645340 w 1645340"/>
                  <a:gd name="connsiteY1" fmla="*/ 815516 h 815516"/>
                  <a:gd name="connsiteX2" fmla="*/ 1563209 w 1645340"/>
                  <a:gd name="connsiteY2" fmla="*/ 815516 h 815516"/>
                  <a:gd name="connsiteX3" fmla="*/ 1563209 w 1645340"/>
                  <a:gd name="connsiteY3" fmla="*/ 815515 h 815516"/>
                  <a:gd name="connsiteX4" fmla="*/ 822669 w 1645340"/>
                  <a:gd name="connsiteY4" fmla="*/ 81415 h 815516"/>
                  <a:gd name="connsiteX5" fmla="*/ 82129 w 1645340"/>
                  <a:gd name="connsiteY5" fmla="*/ 815515 h 815516"/>
                  <a:gd name="connsiteX6" fmla="*/ 82129 w 1645340"/>
                  <a:gd name="connsiteY6" fmla="*/ 815516 h 815516"/>
                  <a:gd name="connsiteX7" fmla="*/ 0 w 1645340"/>
                  <a:gd name="connsiteY7" fmla="*/ 815516 h 815516"/>
                  <a:gd name="connsiteX8" fmla="*/ 822670 w 1645340"/>
                  <a:gd name="connsiteY8" fmla="*/ 0 h 81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5340" h="815516">
                    <a:moveTo>
                      <a:pt x="822670" y="0"/>
                    </a:moveTo>
                    <a:cubicBezTo>
                      <a:pt x="1277018" y="0"/>
                      <a:pt x="1645340" y="365119"/>
                      <a:pt x="1645340" y="815516"/>
                    </a:cubicBezTo>
                    <a:lnTo>
                      <a:pt x="1563209" y="815516"/>
                    </a:lnTo>
                    <a:lnTo>
                      <a:pt x="1563209" y="815515"/>
                    </a:lnTo>
                    <a:cubicBezTo>
                      <a:pt x="1563209" y="410083"/>
                      <a:pt x="1231658" y="81415"/>
                      <a:pt x="822669" y="81415"/>
                    </a:cubicBezTo>
                    <a:cubicBezTo>
                      <a:pt x="413680" y="81415"/>
                      <a:pt x="82129" y="410083"/>
                      <a:pt x="82129" y="815515"/>
                    </a:cubicBezTo>
                    <a:lnTo>
                      <a:pt x="82129" y="815516"/>
                    </a:lnTo>
                    <a:lnTo>
                      <a:pt x="0" y="815516"/>
                    </a:lnTo>
                    <a:cubicBezTo>
                      <a:pt x="0" y="365119"/>
                      <a:pt x="368322" y="0"/>
                      <a:pt x="822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94A79A5-C7D0-77D1-6898-89DD41983383}"/>
                  </a:ext>
                </a:extLst>
              </p:cNvPr>
              <p:cNvSpPr/>
              <p:nvPr/>
            </p:nvSpPr>
            <p:spPr>
              <a:xfrm flipV="1">
                <a:off x="9801716" y="3493396"/>
                <a:ext cx="1296023" cy="642375"/>
              </a:xfrm>
              <a:custGeom>
                <a:avLst/>
                <a:gdLst>
                  <a:gd name="connsiteX0" fmla="*/ 822670 w 1645340"/>
                  <a:gd name="connsiteY0" fmla="*/ 0 h 815516"/>
                  <a:gd name="connsiteX1" fmla="*/ 1645340 w 1645340"/>
                  <a:gd name="connsiteY1" fmla="*/ 815516 h 815516"/>
                  <a:gd name="connsiteX2" fmla="*/ 1563209 w 1645340"/>
                  <a:gd name="connsiteY2" fmla="*/ 815516 h 815516"/>
                  <a:gd name="connsiteX3" fmla="*/ 1563209 w 1645340"/>
                  <a:gd name="connsiteY3" fmla="*/ 815515 h 815516"/>
                  <a:gd name="connsiteX4" fmla="*/ 822669 w 1645340"/>
                  <a:gd name="connsiteY4" fmla="*/ 81415 h 815516"/>
                  <a:gd name="connsiteX5" fmla="*/ 82129 w 1645340"/>
                  <a:gd name="connsiteY5" fmla="*/ 815515 h 815516"/>
                  <a:gd name="connsiteX6" fmla="*/ 82129 w 1645340"/>
                  <a:gd name="connsiteY6" fmla="*/ 815516 h 815516"/>
                  <a:gd name="connsiteX7" fmla="*/ 0 w 1645340"/>
                  <a:gd name="connsiteY7" fmla="*/ 815516 h 815516"/>
                  <a:gd name="connsiteX8" fmla="*/ 822670 w 1645340"/>
                  <a:gd name="connsiteY8" fmla="*/ 0 h 81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5340" h="815516">
                    <a:moveTo>
                      <a:pt x="822670" y="0"/>
                    </a:moveTo>
                    <a:cubicBezTo>
                      <a:pt x="1277018" y="0"/>
                      <a:pt x="1645340" y="365119"/>
                      <a:pt x="1645340" y="815516"/>
                    </a:cubicBezTo>
                    <a:lnTo>
                      <a:pt x="1563209" y="815516"/>
                    </a:lnTo>
                    <a:lnTo>
                      <a:pt x="1563209" y="815515"/>
                    </a:lnTo>
                    <a:cubicBezTo>
                      <a:pt x="1563209" y="410083"/>
                      <a:pt x="1231658" y="81415"/>
                      <a:pt x="822669" y="81415"/>
                    </a:cubicBezTo>
                    <a:cubicBezTo>
                      <a:pt x="413680" y="81415"/>
                      <a:pt x="82129" y="410083"/>
                      <a:pt x="82129" y="815515"/>
                    </a:cubicBezTo>
                    <a:lnTo>
                      <a:pt x="82129" y="815516"/>
                    </a:lnTo>
                    <a:lnTo>
                      <a:pt x="0" y="815516"/>
                    </a:lnTo>
                    <a:cubicBezTo>
                      <a:pt x="0" y="365119"/>
                      <a:pt x="368322" y="0"/>
                      <a:pt x="822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9A4C0B1-8513-A925-5CFA-501BF358C2E1}"/>
                </a:ext>
              </a:extLst>
            </p:cNvPr>
            <p:cNvGrpSpPr/>
            <p:nvPr/>
          </p:nvGrpSpPr>
          <p:grpSpPr>
            <a:xfrm>
              <a:off x="2697573" y="3351870"/>
              <a:ext cx="6770075" cy="352898"/>
              <a:chOff x="2697573" y="3351870"/>
              <a:chExt cx="6770075" cy="352898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6BFEBA77-9417-2BF8-5996-B5937CDE5467}"/>
                  </a:ext>
                </a:extLst>
              </p:cNvPr>
              <p:cNvSpPr/>
              <p:nvPr/>
            </p:nvSpPr>
            <p:spPr>
              <a:xfrm>
                <a:off x="2697573" y="3355276"/>
                <a:ext cx="237304" cy="349492"/>
              </a:xfrm>
              <a:prstGeom prst="chevron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Arrow: Chevron 29">
                <a:extLst>
                  <a:ext uri="{FF2B5EF4-FFF2-40B4-BE49-F238E27FC236}">
                    <a16:creationId xmlns:a16="http://schemas.microsoft.com/office/drawing/2014/main" id="{3AA9ECE8-7B06-A790-53B1-D44491A07B32}"/>
                  </a:ext>
                </a:extLst>
              </p:cNvPr>
              <p:cNvSpPr/>
              <p:nvPr/>
            </p:nvSpPr>
            <p:spPr>
              <a:xfrm>
                <a:off x="4841514" y="3355276"/>
                <a:ext cx="237304" cy="349492"/>
              </a:xfrm>
              <a:prstGeom prst="chevron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Arrow: Chevron 30">
                <a:extLst>
                  <a:ext uri="{FF2B5EF4-FFF2-40B4-BE49-F238E27FC236}">
                    <a16:creationId xmlns:a16="http://schemas.microsoft.com/office/drawing/2014/main" id="{4BDD2B24-0D6D-3EC8-493F-190779AF28A4}"/>
                  </a:ext>
                </a:extLst>
              </p:cNvPr>
              <p:cNvSpPr/>
              <p:nvPr/>
            </p:nvSpPr>
            <p:spPr>
              <a:xfrm>
                <a:off x="7078078" y="3355276"/>
                <a:ext cx="237304" cy="349492"/>
              </a:xfrm>
              <a:prstGeom prst="chevron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0BD5DD7D-9B23-5165-2A13-1CF3538111BF}"/>
                  </a:ext>
                </a:extLst>
              </p:cNvPr>
              <p:cNvSpPr/>
              <p:nvPr/>
            </p:nvSpPr>
            <p:spPr>
              <a:xfrm>
                <a:off x="9230344" y="3351870"/>
                <a:ext cx="237304" cy="349492"/>
              </a:xfrm>
              <a:prstGeom prst="chevron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AEB3D39-53FC-C5A8-7859-C675220F88A7}"/>
              </a:ext>
            </a:extLst>
          </p:cNvPr>
          <p:cNvGrpSpPr/>
          <p:nvPr/>
        </p:nvGrpSpPr>
        <p:grpSpPr>
          <a:xfrm>
            <a:off x="1241398" y="3001232"/>
            <a:ext cx="9709203" cy="1059893"/>
            <a:chOff x="1241398" y="3001232"/>
            <a:chExt cx="9709203" cy="105989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4D73BC2-8A6A-E97A-B32C-2E54D73B24C7}"/>
                </a:ext>
              </a:extLst>
            </p:cNvPr>
            <p:cNvGrpSpPr/>
            <p:nvPr/>
          </p:nvGrpSpPr>
          <p:grpSpPr>
            <a:xfrm>
              <a:off x="1241398" y="3001232"/>
              <a:ext cx="1001747" cy="1001746"/>
              <a:chOff x="1241398" y="2888401"/>
              <a:chExt cx="1001747" cy="1001746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4A24CCC-ACD8-E64C-D66F-9E17060BE58B}"/>
                  </a:ext>
                </a:extLst>
              </p:cNvPr>
              <p:cNvSpPr/>
              <p:nvPr/>
            </p:nvSpPr>
            <p:spPr>
              <a:xfrm flipV="1">
                <a:off x="1241398" y="2888401"/>
                <a:ext cx="1001747" cy="1001746"/>
              </a:xfrm>
              <a:prstGeom prst="ellipse">
                <a:avLst/>
              </a:prstGeom>
              <a:solidFill>
                <a:srgbClr val="93999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23D987F-E898-D50E-6385-637ED2B26946}"/>
                  </a:ext>
                </a:extLst>
              </p:cNvPr>
              <p:cNvSpPr/>
              <p:nvPr/>
            </p:nvSpPr>
            <p:spPr>
              <a:xfrm>
                <a:off x="1696859" y="3342313"/>
                <a:ext cx="99232" cy="9923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82550" h="381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08A9164-2D15-36B9-8D6D-3C6B905F902B}"/>
                </a:ext>
              </a:extLst>
            </p:cNvPr>
            <p:cNvGrpSpPr/>
            <p:nvPr/>
          </p:nvGrpSpPr>
          <p:grpSpPr>
            <a:xfrm>
              <a:off x="3418262" y="3059379"/>
              <a:ext cx="1001747" cy="1001746"/>
              <a:chOff x="3418262" y="2946548"/>
              <a:chExt cx="1001747" cy="100174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E6075B8C-6226-0C4E-A3E0-097B934A2654}"/>
                  </a:ext>
                </a:extLst>
              </p:cNvPr>
              <p:cNvSpPr/>
              <p:nvPr/>
            </p:nvSpPr>
            <p:spPr>
              <a:xfrm>
                <a:off x="3418262" y="2946548"/>
                <a:ext cx="1001747" cy="1001746"/>
              </a:xfrm>
              <a:prstGeom prst="ellipse">
                <a:avLst/>
              </a:prstGeom>
              <a:solidFill>
                <a:srgbClr val="474C4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2E1E4B7C-923E-8EE9-C823-BFFC89E2AC44}"/>
                  </a:ext>
                </a:extLst>
              </p:cNvPr>
              <p:cNvGrpSpPr/>
              <p:nvPr/>
            </p:nvGrpSpPr>
            <p:grpSpPr>
              <a:xfrm>
                <a:off x="3773605" y="3401308"/>
                <a:ext cx="295986" cy="99232"/>
                <a:chOff x="4520330" y="4130237"/>
                <a:chExt cx="375763" cy="125978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5623425-F74E-9586-8DE6-A2D6DDFC9F95}"/>
                    </a:ext>
                  </a:extLst>
                </p:cNvPr>
                <p:cNvSpPr/>
                <p:nvPr/>
              </p:nvSpPr>
              <p:spPr>
                <a:xfrm>
                  <a:off x="4520330" y="4130237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4E827983-3DA4-68B8-CCFE-4E84E793A190}"/>
                    </a:ext>
                  </a:extLst>
                </p:cNvPr>
                <p:cNvSpPr/>
                <p:nvPr/>
              </p:nvSpPr>
              <p:spPr>
                <a:xfrm>
                  <a:off x="4770115" y="4130237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8167C9A-4F9C-9438-7587-73B6E08F4134}"/>
                </a:ext>
              </a:extLst>
            </p:cNvPr>
            <p:cNvGrpSpPr/>
            <p:nvPr/>
          </p:nvGrpSpPr>
          <p:grpSpPr>
            <a:xfrm>
              <a:off x="5595126" y="3001232"/>
              <a:ext cx="1001747" cy="1001746"/>
              <a:chOff x="5595126" y="2888401"/>
              <a:chExt cx="1001747" cy="1001746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85AEE13-469F-8853-9C81-6DCADE9257B4}"/>
                  </a:ext>
                </a:extLst>
              </p:cNvPr>
              <p:cNvSpPr/>
              <p:nvPr/>
            </p:nvSpPr>
            <p:spPr>
              <a:xfrm flipV="1">
                <a:off x="5595126" y="2888401"/>
                <a:ext cx="1001747" cy="1001746"/>
              </a:xfrm>
              <a:prstGeom prst="ellipse">
                <a:avLst/>
              </a:prstGeom>
              <a:solidFill>
                <a:srgbClr val="D61A3B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E7C43050-5139-947C-A84D-F6833FF5FA4A}"/>
                  </a:ext>
                </a:extLst>
              </p:cNvPr>
              <p:cNvGrpSpPr/>
              <p:nvPr/>
            </p:nvGrpSpPr>
            <p:grpSpPr>
              <a:xfrm>
                <a:off x="5959983" y="3267428"/>
                <a:ext cx="272033" cy="221562"/>
                <a:chOff x="7311207" y="3988982"/>
                <a:chExt cx="345354" cy="281280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39B0787C-F8AC-D315-F711-8D1570C31F0D}"/>
                    </a:ext>
                  </a:extLst>
                </p:cNvPr>
                <p:cNvSpPr/>
                <p:nvPr/>
              </p:nvSpPr>
              <p:spPr>
                <a:xfrm>
                  <a:off x="7311207" y="4144284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89E04F1-7A5E-1422-D649-F2B7B2BCE4FB}"/>
                    </a:ext>
                  </a:extLst>
                </p:cNvPr>
                <p:cNvSpPr/>
                <p:nvPr/>
              </p:nvSpPr>
              <p:spPr>
                <a:xfrm>
                  <a:off x="7530583" y="4144284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9F826CE1-D8DE-6FA9-6F34-3399FE1DA7B6}"/>
                    </a:ext>
                  </a:extLst>
                </p:cNvPr>
                <p:cNvSpPr/>
                <p:nvPr/>
              </p:nvSpPr>
              <p:spPr>
                <a:xfrm>
                  <a:off x="7419038" y="3988982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9FD7DE3-8C1A-A4D4-1ABA-BBC3002CEAE4}"/>
                </a:ext>
              </a:extLst>
            </p:cNvPr>
            <p:cNvGrpSpPr/>
            <p:nvPr/>
          </p:nvGrpSpPr>
          <p:grpSpPr>
            <a:xfrm>
              <a:off x="7779493" y="3059379"/>
              <a:ext cx="1001747" cy="1001746"/>
              <a:chOff x="7779493" y="2946548"/>
              <a:chExt cx="1001747" cy="1001746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DC04078-51A9-D75D-FBDB-DFCEBB705C41}"/>
                  </a:ext>
                </a:extLst>
              </p:cNvPr>
              <p:cNvSpPr/>
              <p:nvPr/>
            </p:nvSpPr>
            <p:spPr>
              <a:xfrm>
                <a:off x="7779493" y="2946548"/>
                <a:ext cx="1001747" cy="1001746"/>
              </a:xfrm>
              <a:prstGeom prst="ellipse">
                <a:avLst/>
              </a:prstGeom>
              <a:solidFill>
                <a:srgbClr val="474C4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568E73E-93AD-5C84-B31E-FE0F79081406}"/>
                  </a:ext>
                </a:extLst>
              </p:cNvPr>
              <p:cNvGrpSpPr/>
              <p:nvPr/>
            </p:nvGrpSpPr>
            <p:grpSpPr>
              <a:xfrm>
                <a:off x="8144350" y="3302710"/>
                <a:ext cx="272033" cy="289227"/>
                <a:chOff x="10069123" y="4005064"/>
                <a:chExt cx="345354" cy="367183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5B7C6A9-643B-AD69-9887-5D8422FFBE83}"/>
                    </a:ext>
                  </a:extLst>
                </p:cNvPr>
                <p:cNvSpPr/>
                <p:nvPr/>
              </p:nvSpPr>
              <p:spPr>
                <a:xfrm>
                  <a:off x="10069123" y="4129622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FB5BE1B-7C4D-8623-9AA4-C36401CD875F}"/>
                    </a:ext>
                  </a:extLst>
                </p:cNvPr>
                <p:cNvSpPr/>
                <p:nvPr/>
              </p:nvSpPr>
              <p:spPr>
                <a:xfrm>
                  <a:off x="10288499" y="4129622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93F52EE-CAB2-0DE3-AFB5-F23CADAAABEF}"/>
                    </a:ext>
                  </a:extLst>
                </p:cNvPr>
                <p:cNvSpPr/>
                <p:nvPr/>
              </p:nvSpPr>
              <p:spPr>
                <a:xfrm>
                  <a:off x="10176954" y="4005064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0268DC3A-A74C-3096-5458-1C37946CFF36}"/>
                    </a:ext>
                  </a:extLst>
                </p:cNvPr>
                <p:cNvSpPr/>
                <p:nvPr/>
              </p:nvSpPr>
              <p:spPr>
                <a:xfrm>
                  <a:off x="10176954" y="4246269"/>
                  <a:ext cx="125978" cy="125978"/>
                </a:xfrm>
                <a:prstGeom prst="ellipse">
                  <a:avLst/>
                </a:prstGeom>
                <a:grpFill/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A56C230-D7BA-754B-8400-5E7DFFBD7C52}"/>
                </a:ext>
              </a:extLst>
            </p:cNvPr>
            <p:cNvGrpSpPr/>
            <p:nvPr/>
          </p:nvGrpSpPr>
          <p:grpSpPr>
            <a:xfrm>
              <a:off x="9948854" y="3001232"/>
              <a:ext cx="1001747" cy="1001746"/>
              <a:chOff x="9948854" y="2888401"/>
              <a:chExt cx="1001747" cy="1001746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16FA934-D23D-F568-DFB6-4DC9FB054690}"/>
                  </a:ext>
                </a:extLst>
              </p:cNvPr>
              <p:cNvSpPr/>
              <p:nvPr/>
            </p:nvSpPr>
            <p:spPr>
              <a:xfrm flipV="1">
                <a:off x="9948854" y="2888401"/>
                <a:ext cx="1001747" cy="1001746"/>
              </a:xfrm>
              <a:prstGeom prst="ellipse">
                <a:avLst/>
              </a:prstGeom>
              <a:solidFill>
                <a:srgbClr val="93999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08E24A26-206F-232D-4BD6-8E67C4727DF0}"/>
                  </a:ext>
                </a:extLst>
              </p:cNvPr>
              <p:cNvGrpSpPr/>
              <p:nvPr/>
            </p:nvGrpSpPr>
            <p:grpSpPr>
              <a:xfrm>
                <a:off x="10294115" y="3252841"/>
                <a:ext cx="311225" cy="321887"/>
                <a:chOff x="10294115" y="3252841"/>
                <a:chExt cx="311225" cy="321887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7C800796-FBEC-B84F-6713-D9E15991D9B6}"/>
                    </a:ext>
                  </a:extLst>
                </p:cNvPr>
                <p:cNvSpPr/>
                <p:nvPr/>
              </p:nvSpPr>
              <p:spPr>
                <a:xfrm>
                  <a:off x="10294115" y="3367284"/>
                  <a:ext cx="99232" cy="99232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31EDA72C-2EC0-FABF-3712-524B229334B7}"/>
                    </a:ext>
                  </a:extLst>
                </p:cNvPr>
                <p:cNvSpPr/>
                <p:nvPr/>
              </p:nvSpPr>
              <p:spPr>
                <a:xfrm>
                  <a:off x="10506108" y="3367284"/>
                  <a:ext cx="99232" cy="99232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C10DA01-D3FB-556F-7BB7-A42CB354F9B3}"/>
                    </a:ext>
                  </a:extLst>
                </p:cNvPr>
                <p:cNvSpPr/>
                <p:nvPr/>
              </p:nvSpPr>
              <p:spPr>
                <a:xfrm>
                  <a:off x="10398649" y="3252841"/>
                  <a:ext cx="99232" cy="99232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1E345E72-33D0-FB7A-857E-71096AEFAB6C}"/>
                    </a:ext>
                  </a:extLst>
                </p:cNvPr>
                <p:cNvSpPr/>
                <p:nvPr/>
              </p:nvSpPr>
              <p:spPr>
                <a:xfrm>
                  <a:off x="10398649" y="3475496"/>
                  <a:ext cx="99232" cy="99232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6135DB43-8971-B000-3D14-CAE4C0EB1C4D}"/>
                    </a:ext>
                  </a:extLst>
                </p:cNvPr>
                <p:cNvSpPr/>
                <p:nvPr/>
              </p:nvSpPr>
              <p:spPr>
                <a:xfrm>
                  <a:off x="10398649" y="3364169"/>
                  <a:ext cx="99232" cy="99232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 w="82550" h="381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</p:grp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392709-876B-C1CF-FF35-86AE6CA96862}"/>
              </a:ext>
            </a:extLst>
          </p:cNvPr>
          <p:cNvSpPr txBox="1"/>
          <p:nvPr/>
        </p:nvSpPr>
        <p:spPr>
          <a:xfrm>
            <a:off x="431786" y="4332656"/>
            <a:ext cx="26361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924A21-A413-A791-D344-E348F161092C}"/>
              </a:ext>
            </a:extLst>
          </p:cNvPr>
          <p:cNvSpPr txBox="1"/>
          <p:nvPr/>
        </p:nvSpPr>
        <p:spPr>
          <a:xfrm>
            <a:off x="4767457" y="4332656"/>
            <a:ext cx="2654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2AE3D9-DDD5-948E-521C-C3EBED70A02F}"/>
              </a:ext>
            </a:extLst>
          </p:cNvPr>
          <p:cNvSpPr txBox="1"/>
          <p:nvPr/>
        </p:nvSpPr>
        <p:spPr>
          <a:xfrm>
            <a:off x="2561379" y="1103473"/>
            <a:ext cx="2706536" cy="1569660"/>
          </a:xfrm>
          <a:prstGeom prst="rect">
            <a:avLst/>
          </a:prstGeom>
          <a:noFill/>
        </p:spPr>
        <p:txBody>
          <a:bodyPr wrap="square" anchor="b" anchorCtr="0">
            <a:spAutoFit/>
          </a:bodyPr>
          <a:lstStyle/>
          <a:p>
            <a:pPr algn="ctr"/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5A006E-A8EC-A480-A6F5-A59BC727BCA5}"/>
              </a:ext>
            </a:extLst>
          </p:cNvPr>
          <p:cNvSpPr txBox="1"/>
          <p:nvPr/>
        </p:nvSpPr>
        <p:spPr>
          <a:xfrm>
            <a:off x="6924087" y="1103473"/>
            <a:ext cx="2706534" cy="1569660"/>
          </a:xfrm>
          <a:prstGeom prst="rect">
            <a:avLst/>
          </a:prstGeom>
          <a:noFill/>
        </p:spPr>
        <p:txBody>
          <a:bodyPr wrap="square" anchor="b" anchorCtr="0">
            <a:spAutoFit/>
          </a:bodyPr>
          <a:lstStyle/>
          <a:p>
            <a:pPr algn="ctr"/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47773-5B60-1F0E-BA61-D33DC3769E60}"/>
              </a:ext>
            </a:extLst>
          </p:cNvPr>
          <p:cNvSpPr txBox="1"/>
          <p:nvPr/>
        </p:nvSpPr>
        <p:spPr>
          <a:xfrm>
            <a:off x="9121185" y="4332656"/>
            <a:ext cx="2654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sz="16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sz="16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MY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8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6" grpId="0"/>
      <p:bldP spid="67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5C1C-D91E-1286-40B7-7086317D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8204BE-BB27-F737-0006-740A0E353F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04BE52-3565-9609-0C95-C51856A2AB09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49DA9B-BE62-2BE6-C75E-1F24EBB41DCF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5640D2-5160-29D6-155D-E0641A8613FC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F10217-BE6E-F098-F62A-083C5286AB5F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87930F-EFE5-A505-58C7-9E3D7D79BBB5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B994FD8-6ADA-75D7-CA55-91CD7CA473B1}"/>
              </a:ext>
            </a:extLst>
          </p:cNvPr>
          <p:cNvGrpSpPr/>
          <p:nvPr/>
        </p:nvGrpSpPr>
        <p:grpSpPr>
          <a:xfrm>
            <a:off x="659802" y="2558843"/>
            <a:ext cx="2297009" cy="3228752"/>
            <a:chOff x="659802" y="2558843"/>
            <a:chExt cx="2297009" cy="322875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5D998A1-7540-7856-2DDD-90E018482338}"/>
                </a:ext>
              </a:extLst>
            </p:cNvPr>
            <p:cNvSpPr/>
            <p:nvPr/>
          </p:nvSpPr>
          <p:spPr>
            <a:xfrm>
              <a:off x="659802" y="3082985"/>
              <a:ext cx="2297009" cy="2704610"/>
            </a:xfrm>
            <a:prstGeom prst="rect">
              <a:avLst/>
            </a:prstGeom>
            <a:solidFill>
              <a:srgbClr val="474C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1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lvl="0"/>
              <a:endParaRPr lang="en-US" sz="1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D0B9ED1-A0FD-9235-0C3B-E2D1CC53B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8306" y="2558843"/>
              <a:ext cx="2092" cy="524142"/>
            </a:xfrm>
            <a:prstGeom prst="line">
              <a:avLst/>
            </a:prstGeom>
            <a:solidFill>
              <a:srgbClr val="474C4C"/>
            </a:solidFill>
            <a:ln w="57150"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84CAAA-E407-92A5-7CCB-9CF7EDBA538D}"/>
              </a:ext>
            </a:extLst>
          </p:cNvPr>
          <p:cNvGrpSpPr/>
          <p:nvPr/>
        </p:nvGrpSpPr>
        <p:grpSpPr>
          <a:xfrm>
            <a:off x="6115537" y="2558842"/>
            <a:ext cx="2297009" cy="3228753"/>
            <a:chOff x="6115537" y="2558842"/>
            <a:chExt cx="2297009" cy="3228753"/>
          </a:xfrm>
          <a:solidFill>
            <a:srgbClr val="474C4C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86B666-C247-759A-AC17-34873B4C3928}"/>
                </a:ext>
              </a:extLst>
            </p:cNvPr>
            <p:cNvSpPr/>
            <p:nvPr/>
          </p:nvSpPr>
          <p:spPr>
            <a:xfrm>
              <a:off x="6115537" y="3082985"/>
              <a:ext cx="2297009" cy="2704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1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785010-F1C3-266F-DCCF-69D59A9DB02B}"/>
                </a:ext>
              </a:extLst>
            </p:cNvPr>
            <p:cNvCxnSpPr/>
            <p:nvPr/>
          </p:nvCxnSpPr>
          <p:spPr>
            <a:xfrm>
              <a:off x="7258756" y="2558842"/>
              <a:ext cx="10571" cy="524142"/>
            </a:xfrm>
            <a:prstGeom prst="line">
              <a:avLst/>
            </a:prstGeom>
            <a:grpFill/>
            <a:ln w="57150"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AF017B-C434-84BF-482B-5E63BFC904A2}"/>
              </a:ext>
            </a:extLst>
          </p:cNvPr>
          <p:cNvGrpSpPr/>
          <p:nvPr/>
        </p:nvGrpSpPr>
        <p:grpSpPr>
          <a:xfrm>
            <a:off x="8843404" y="2558843"/>
            <a:ext cx="2297009" cy="3228752"/>
            <a:chOff x="8843404" y="2558843"/>
            <a:chExt cx="2297009" cy="3228752"/>
          </a:xfrm>
          <a:solidFill>
            <a:srgbClr val="D61A3B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61AC5FB-CF01-B1F8-EBCB-C48BBE9A17DC}"/>
                </a:ext>
              </a:extLst>
            </p:cNvPr>
            <p:cNvSpPr/>
            <p:nvPr/>
          </p:nvSpPr>
          <p:spPr>
            <a:xfrm>
              <a:off x="8843404" y="3082985"/>
              <a:ext cx="2297009" cy="2704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1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BE4FF38-B3D1-866C-5822-3A8ED4515864}"/>
                </a:ext>
              </a:extLst>
            </p:cNvPr>
            <p:cNvCxnSpPr/>
            <p:nvPr/>
          </p:nvCxnSpPr>
          <p:spPr>
            <a:xfrm>
              <a:off x="9947550" y="2558843"/>
              <a:ext cx="10571" cy="524142"/>
            </a:xfrm>
            <a:prstGeom prst="line">
              <a:avLst/>
            </a:prstGeom>
            <a:grpFill/>
            <a:ln w="57150"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281C0488-A79C-179C-5EB0-6130626B7BF6}"/>
              </a:ext>
            </a:extLst>
          </p:cNvPr>
          <p:cNvSpPr/>
          <p:nvPr/>
        </p:nvSpPr>
        <p:spPr>
          <a:xfrm>
            <a:off x="8843404" y="1800863"/>
            <a:ext cx="2688794" cy="757979"/>
          </a:xfrm>
          <a:prstGeom prst="chevron">
            <a:avLst/>
          </a:pr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4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35C71CBF-3E3A-F2F0-4025-6C2D777F5E0D}"/>
              </a:ext>
            </a:extLst>
          </p:cNvPr>
          <p:cNvSpPr/>
          <p:nvPr/>
        </p:nvSpPr>
        <p:spPr>
          <a:xfrm>
            <a:off x="6115536" y="1800863"/>
            <a:ext cx="2688794" cy="757979"/>
          </a:xfrm>
          <a:prstGeom prst="chevron">
            <a:avLst/>
          </a:prstGeom>
          <a:solidFill>
            <a:srgbClr val="47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3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A8BF5B-B778-1137-23F1-F35F67C20DB1}"/>
              </a:ext>
            </a:extLst>
          </p:cNvPr>
          <p:cNvGrpSpPr/>
          <p:nvPr/>
        </p:nvGrpSpPr>
        <p:grpSpPr>
          <a:xfrm>
            <a:off x="3387670" y="2558843"/>
            <a:ext cx="2297009" cy="3228752"/>
            <a:chOff x="3387670" y="2558843"/>
            <a:chExt cx="2297009" cy="3228752"/>
          </a:xfrm>
          <a:solidFill>
            <a:srgbClr val="D61A3B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B6523D-38F8-6867-DB00-82770F416A4F}"/>
                </a:ext>
              </a:extLst>
            </p:cNvPr>
            <p:cNvSpPr/>
            <p:nvPr/>
          </p:nvSpPr>
          <p:spPr>
            <a:xfrm>
              <a:off x="3387670" y="3082985"/>
              <a:ext cx="2297009" cy="2704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14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400" b="0" i="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400" b="0" i="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MY" sz="1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F5F2E54-EFA7-4115-5154-5F7D6B1E3C3B}"/>
                </a:ext>
              </a:extLst>
            </p:cNvPr>
            <p:cNvCxnSpPr/>
            <p:nvPr/>
          </p:nvCxnSpPr>
          <p:spPr>
            <a:xfrm>
              <a:off x="4530888" y="2558843"/>
              <a:ext cx="10571" cy="524142"/>
            </a:xfrm>
            <a:prstGeom prst="line">
              <a:avLst/>
            </a:prstGeom>
            <a:grpFill/>
            <a:ln w="57150"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ED5BD1FC-2AFF-5AB0-FA9B-5381DF10B1D1}"/>
              </a:ext>
            </a:extLst>
          </p:cNvPr>
          <p:cNvSpPr/>
          <p:nvPr/>
        </p:nvSpPr>
        <p:spPr>
          <a:xfrm>
            <a:off x="3387669" y="1800863"/>
            <a:ext cx="2688794" cy="757979"/>
          </a:xfrm>
          <a:prstGeom prst="chevron">
            <a:avLst/>
          </a:pr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2</a:t>
            </a:r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C349F0D9-8275-8623-5037-54A08A56ABEB}"/>
              </a:ext>
            </a:extLst>
          </p:cNvPr>
          <p:cNvSpPr/>
          <p:nvPr/>
        </p:nvSpPr>
        <p:spPr>
          <a:xfrm>
            <a:off x="659802" y="1800864"/>
            <a:ext cx="2688794" cy="757979"/>
          </a:xfrm>
          <a:prstGeom prst="homePlate">
            <a:avLst>
              <a:gd name="adj" fmla="val 51136"/>
            </a:avLst>
          </a:prstGeom>
          <a:solidFill>
            <a:srgbClr val="47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1</a:t>
            </a:r>
          </a:p>
        </p:txBody>
      </p:sp>
    </p:spTree>
    <p:extLst>
      <p:ext uri="{BB962C8B-B14F-4D97-AF65-F5344CB8AC3E}">
        <p14:creationId xmlns:p14="http://schemas.microsoft.com/office/powerpoint/2010/main" val="1474177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2434-9B72-0391-99DE-A855D99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39D827-5C13-C278-8FF4-7F8855E221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7EA410-EF1B-DA75-AF17-1A9F375849B7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5059B5-6FE1-A919-E910-BE1EF26B2872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8055E6F-5489-504E-C60C-5949B0B08180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4586E6-270C-322A-AD82-8CC6F4D5E39D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5DD0F5-6C96-8E08-3948-EE7220E5B41D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8DFBE0-F982-A055-6330-F14ABAB8A746}"/>
              </a:ext>
            </a:extLst>
          </p:cNvPr>
          <p:cNvGrpSpPr/>
          <p:nvPr/>
        </p:nvGrpSpPr>
        <p:grpSpPr>
          <a:xfrm>
            <a:off x="0" y="2442932"/>
            <a:ext cx="10539414" cy="2568576"/>
            <a:chOff x="0" y="2660649"/>
            <a:chExt cx="10539414" cy="2568576"/>
          </a:xfrm>
          <a:solidFill>
            <a:srgbClr val="474C4C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4AD40F9-F44C-707D-869D-B49790784FA6}"/>
                </a:ext>
              </a:extLst>
            </p:cNvPr>
            <p:cNvSpPr/>
            <p:nvPr/>
          </p:nvSpPr>
          <p:spPr>
            <a:xfrm>
              <a:off x="1" y="2660649"/>
              <a:ext cx="10539413" cy="2568576"/>
            </a:xfrm>
            <a:custGeom>
              <a:avLst/>
              <a:gdLst>
                <a:gd name="csX0" fmla="*/ 0 w 10539413"/>
                <a:gd name="csY0" fmla="*/ 0 h 2568576"/>
                <a:gd name="csX1" fmla="*/ 1839913 w 10539413"/>
                <a:gd name="csY1" fmla="*/ 0 h 2568576"/>
                <a:gd name="csX2" fmla="*/ 1839913 w 10539413"/>
                <a:gd name="csY2" fmla="*/ 1 h 2568576"/>
                <a:gd name="csX3" fmla="*/ 10118820 w 10539413"/>
                <a:gd name="csY3" fmla="*/ 1 h 2568576"/>
                <a:gd name="csX4" fmla="*/ 10539413 w 10539413"/>
                <a:gd name="csY4" fmla="*/ 420811 h 2568576"/>
                <a:gd name="csX5" fmla="*/ 10539413 w 10539413"/>
                <a:gd name="csY5" fmla="*/ 2147766 h 2568576"/>
                <a:gd name="csX6" fmla="*/ 10118820 w 10539413"/>
                <a:gd name="csY6" fmla="*/ 2568576 h 2568576"/>
                <a:gd name="csX7" fmla="*/ 1839913 w 10539413"/>
                <a:gd name="csY7" fmla="*/ 2568576 h 2568576"/>
                <a:gd name="csX8" fmla="*/ 1839913 w 10539413"/>
                <a:gd name="csY8" fmla="*/ 2567920 h 2568576"/>
                <a:gd name="csX9" fmla="*/ 0 w 10539413"/>
                <a:gd name="csY9" fmla="*/ 2567920 h 2568576"/>
                <a:gd name="csX10" fmla="*/ 0 w 10539413"/>
                <a:gd name="csY10" fmla="*/ 2237894 h 2568576"/>
                <a:gd name="csX11" fmla="*/ 1839913 w 10539413"/>
                <a:gd name="csY11" fmla="*/ 2237894 h 2568576"/>
                <a:gd name="csX12" fmla="*/ 1839913 w 10539413"/>
                <a:gd name="csY12" fmla="*/ 2236289 h 2568576"/>
                <a:gd name="csX13" fmla="*/ 9922702 w 10539413"/>
                <a:gd name="csY13" fmla="*/ 2236289 h 2568576"/>
                <a:gd name="csX14" fmla="*/ 10187736 w 10539413"/>
                <a:gd name="csY14" fmla="*/ 1971119 h 2568576"/>
                <a:gd name="csX15" fmla="*/ 10187736 w 10539413"/>
                <a:gd name="csY15" fmla="*/ 597458 h 2568576"/>
                <a:gd name="csX16" fmla="*/ 9922702 w 10539413"/>
                <a:gd name="csY16" fmla="*/ 332288 h 2568576"/>
                <a:gd name="csX17" fmla="*/ 1839913 w 10539413"/>
                <a:gd name="csY17" fmla="*/ 332288 h 2568576"/>
                <a:gd name="csX18" fmla="*/ 1839913 w 10539413"/>
                <a:gd name="csY18" fmla="*/ 330026 h 2568576"/>
                <a:gd name="csX19" fmla="*/ 0 w 10539413"/>
                <a:gd name="csY19" fmla="*/ 330026 h 2568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0539413" h="2568576">
                  <a:moveTo>
                    <a:pt x="0" y="0"/>
                  </a:moveTo>
                  <a:lnTo>
                    <a:pt x="1839913" y="0"/>
                  </a:lnTo>
                  <a:lnTo>
                    <a:pt x="1839913" y="1"/>
                  </a:lnTo>
                  <a:lnTo>
                    <a:pt x="10118820" y="1"/>
                  </a:lnTo>
                  <a:cubicBezTo>
                    <a:pt x="10351107" y="1"/>
                    <a:pt x="10539413" y="188405"/>
                    <a:pt x="10539413" y="420811"/>
                  </a:cubicBezTo>
                  <a:lnTo>
                    <a:pt x="10539413" y="2147766"/>
                  </a:lnTo>
                  <a:cubicBezTo>
                    <a:pt x="10539413" y="2380173"/>
                    <a:pt x="10351107" y="2568576"/>
                    <a:pt x="10118820" y="2568576"/>
                  </a:cubicBezTo>
                  <a:lnTo>
                    <a:pt x="1839913" y="2568576"/>
                  </a:lnTo>
                  <a:lnTo>
                    <a:pt x="1839913" y="2567920"/>
                  </a:lnTo>
                  <a:lnTo>
                    <a:pt x="0" y="2567920"/>
                  </a:lnTo>
                  <a:lnTo>
                    <a:pt x="0" y="2237894"/>
                  </a:lnTo>
                  <a:lnTo>
                    <a:pt x="1839913" y="2237894"/>
                  </a:lnTo>
                  <a:lnTo>
                    <a:pt x="1839913" y="2236289"/>
                  </a:lnTo>
                  <a:lnTo>
                    <a:pt x="9922702" y="2236289"/>
                  </a:lnTo>
                  <a:cubicBezTo>
                    <a:pt x="10069076" y="2236289"/>
                    <a:pt x="10187736" y="2117569"/>
                    <a:pt x="10187736" y="1971119"/>
                  </a:cubicBezTo>
                  <a:lnTo>
                    <a:pt x="10187736" y="597458"/>
                  </a:lnTo>
                  <a:cubicBezTo>
                    <a:pt x="10187736" y="451009"/>
                    <a:pt x="10069076" y="332288"/>
                    <a:pt x="9922702" y="332288"/>
                  </a:cubicBezTo>
                  <a:lnTo>
                    <a:pt x="1839913" y="332288"/>
                  </a:lnTo>
                  <a:lnTo>
                    <a:pt x="1839913" y="330026"/>
                  </a:lnTo>
                  <a:lnTo>
                    <a:pt x="0" y="3300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F5C74C-6AFA-5EF9-312D-D865F86F9F6D}"/>
                </a:ext>
              </a:extLst>
            </p:cNvPr>
            <p:cNvSpPr txBox="1"/>
            <p:nvPr/>
          </p:nvSpPr>
          <p:spPr>
            <a:xfrm>
              <a:off x="0" y="2669037"/>
              <a:ext cx="906011" cy="307777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r>
                <a:rPr lang="en-MY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BEGIN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E2BD06-BDCB-4ED6-DA78-1AD19A63E39E}"/>
                </a:ext>
              </a:extLst>
            </p:cNvPr>
            <p:cNvSpPr txBox="1"/>
            <p:nvPr/>
          </p:nvSpPr>
          <p:spPr>
            <a:xfrm>
              <a:off x="0" y="4913149"/>
              <a:ext cx="906011" cy="307777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r>
                <a:rPr lang="en-MY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END</a:t>
              </a: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94E5E7-FC1B-D660-4A90-512A01383252}"/>
              </a:ext>
            </a:extLst>
          </p:cNvPr>
          <p:cNvSpPr/>
          <p:nvPr/>
        </p:nvSpPr>
        <p:spPr>
          <a:xfrm>
            <a:off x="803275" y="1884133"/>
            <a:ext cx="2060575" cy="1466850"/>
          </a:xfrm>
          <a:prstGeom prst="roundRect">
            <a:avLst/>
          </a:prstGeom>
          <a:solidFill>
            <a:srgbClr val="D61A3B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1F2243F-DA47-96D0-F996-43F76EDD33BD}"/>
              </a:ext>
            </a:extLst>
          </p:cNvPr>
          <p:cNvSpPr/>
          <p:nvPr/>
        </p:nvSpPr>
        <p:spPr>
          <a:xfrm rot="5400000">
            <a:off x="2835276" y="2450870"/>
            <a:ext cx="838200" cy="333375"/>
          </a:xfrm>
          <a:custGeom>
            <a:avLst/>
            <a:gdLst>
              <a:gd name="csX0" fmla="*/ 0 w 839128"/>
              <a:gd name="csY0" fmla="*/ 333249 h 333249"/>
              <a:gd name="csX1" fmla="*/ 419564 w 839128"/>
              <a:gd name="csY1" fmla="*/ 0 h 333249"/>
              <a:gd name="csX2" fmla="*/ 839128 w 839128"/>
              <a:gd name="csY2" fmla="*/ 333249 h 333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9128" h="333249">
                <a:moveTo>
                  <a:pt x="0" y="333249"/>
                </a:moveTo>
                <a:lnTo>
                  <a:pt x="419564" y="0"/>
                </a:lnTo>
                <a:lnTo>
                  <a:pt x="839128" y="333249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MY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454EBC-7258-9C2D-6944-EC2481928BD8}"/>
              </a:ext>
            </a:extLst>
          </p:cNvPr>
          <p:cNvSpPr/>
          <p:nvPr/>
        </p:nvSpPr>
        <p:spPr>
          <a:xfrm>
            <a:off x="3644900" y="1884133"/>
            <a:ext cx="2060575" cy="1466850"/>
          </a:xfrm>
          <a:prstGeom prst="roundRect">
            <a:avLst/>
          </a:prstGeom>
          <a:solidFill>
            <a:srgbClr val="93999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2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35A6C2D-23DB-7DFE-3E66-AE8F6FC45797}"/>
              </a:ext>
            </a:extLst>
          </p:cNvPr>
          <p:cNvSpPr/>
          <p:nvPr/>
        </p:nvSpPr>
        <p:spPr>
          <a:xfrm rot="5400000">
            <a:off x="5676901" y="2450870"/>
            <a:ext cx="838200" cy="333375"/>
          </a:xfrm>
          <a:custGeom>
            <a:avLst/>
            <a:gdLst>
              <a:gd name="csX0" fmla="*/ 0 w 839128"/>
              <a:gd name="csY0" fmla="*/ 333249 h 333249"/>
              <a:gd name="csX1" fmla="*/ 419564 w 839128"/>
              <a:gd name="csY1" fmla="*/ 0 h 333249"/>
              <a:gd name="csX2" fmla="*/ 839128 w 839128"/>
              <a:gd name="csY2" fmla="*/ 333249 h 333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9128" h="333249">
                <a:moveTo>
                  <a:pt x="0" y="333249"/>
                </a:moveTo>
                <a:lnTo>
                  <a:pt x="419564" y="0"/>
                </a:lnTo>
                <a:lnTo>
                  <a:pt x="839128" y="333249"/>
                </a:lnTo>
                <a:close/>
              </a:path>
            </a:pathLst>
          </a:custGeom>
          <a:solidFill>
            <a:srgbClr val="93999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MY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959AC1-616C-5B72-34A8-76D932169899}"/>
              </a:ext>
            </a:extLst>
          </p:cNvPr>
          <p:cNvSpPr/>
          <p:nvPr/>
        </p:nvSpPr>
        <p:spPr>
          <a:xfrm>
            <a:off x="6486525" y="1884133"/>
            <a:ext cx="2060575" cy="1466850"/>
          </a:xfrm>
          <a:prstGeom prst="roundRect">
            <a:avLst/>
          </a:prstGeom>
          <a:solidFill>
            <a:srgbClr val="D61A3B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3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5BCEB98-203D-3D81-5071-B651D798A54E}"/>
              </a:ext>
            </a:extLst>
          </p:cNvPr>
          <p:cNvSpPr/>
          <p:nvPr/>
        </p:nvSpPr>
        <p:spPr>
          <a:xfrm rot="5400000">
            <a:off x="8518526" y="2450870"/>
            <a:ext cx="838200" cy="333375"/>
          </a:xfrm>
          <a:custGeom>
            <a:avLst/>
            <a:gdLst>
              <a:gd name="csX0" fmla="*/ 0 w 839128"/>
              <a:gd name="csY0" fmla="*/ 333249 h 333249"/>
              <a:gd name="csX1" fmla="*/ 419564 w 839128"/>
              <a:gd name="csY1" fmla="*/ 0 h 333249"/>
              <a:gd name="csX2" fmla="*/ 839128 w 839128"/>
              <a:gd name="csY2" fmla="*/ 333249 h 333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9128" h="333249">
                <a:moveTo>
                  <a:pt x="0" y="333249"/>
                </a:moveTo>
                <a:lnTo>
                  <a:pt x="419564" y="0"/>
                </a:lnTo>
                <a:lnTo>
                  <a:pt x="839128" y="333249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MY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F1BD81-723B-D10A-FE5D-A206DE627D30}"/>
              </a:ext>
            </a:extLst>
          </p:cNvPr>
          <p:cNvSpPr/>
          <p:nvPr/>
        </p:nvSpPr>
        <p:spPr>
          <a:xfrm>
            <a:off x="9328150" y="1884133"/>
            <a:ext cx="2060575" cy="1466850"/>
          </a:xfrm>
          <a:prstGeom prst="roundRect">
            <a:avLst/>
          </a:prstGeom>
          <a:solidFill>
            <a:srgbClr val="93999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4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B515EC2-D080-0B9C-8475-BD5CD2D4772E}"/>
              </a:ext>
            </a:extLst>
          </p:cNvPr>
          <p:cNvSpPr/>
          <p:nvPr/>
        </p:nvSpPr>
        <p:spPr>
          <a:xfrm rot="10800000">
            <a:off x="9939338" y="3571646"/>
            <a:ext cx="838200" cy="333375"/>
          </a:xfrm>
          <a:custGeom>
            <a:avLst/>
            <a:gdLst>
              <a:gd name="csX0" fmla="*/ 0 w 839128"/>
              <a:gd name="csY0" fmla="*/ 333249 h 333249"/>
              <a:gd name="csX1" fmla="*/ 419564 w 839128"/>
              <a:gd name="csY1" fmla="*/ 0 h 333249"/>
              <a:gd name="csX2" fmla="*/ 839128 w 839128"/>
              <a:gd name="csY2" fmla="*/ 333249 h 333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9128" h="333249">
                <a:moveTo>
                  <a:pt x="0" y="333249"/>
                </a:moveTo>
                <a:lnTo>
                  <a:pt x="419564" y="0"/>
                </a:lnTo>
                <a:lnTo>
                  <a:pt x="839128" y="333249"/>
                </a:lnTo>
                <a:close/>
              </a:path>
            </a:pathLst>
          </a:custGeom>
          <a:solidFill>
            <a:srgbClr val="93999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MY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27F5CF0-4CFB-CC33-8B50-27287B04AD26}"/>
              </a:ext>
            </a:extLst>
          </p:cNvPr>
          <p:cNvSpPr/>
          <p:nvPr/>
        </p:nvSpPr>
        <p:spPr>
          <a:xfrm flipH="1">
            <a:off x="9328150" y="4108221"/>
            <a:ext cx="2060575" cy="1466850"/>
          </a:xfrm>
          <a:prstGeom prst="roundRect">
            <a:avLst/>
          </a:prstGeom>
          <a:solidFill>
            <a:srgbClr val="D61A3B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5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283B2D3-83B0-A790-BA63-DBEA0A9E78A7}"/>
              </a:ext>
            </a:extLst>
          </p:cNvPr>
          <p:cNvSpPr/>
          <p:nvPr/>
        </p:nvSpPr>
        <p:spPr>
          <a:xfrm rot="16200000" flipH="1">
            <a:off x="8518526" y="4674958"/>
            <a:ext cx="838200" cy="333375"/>
          </a:xfrm>
          <a:custGeom>
            <a:avLst/>
            <a:gdLst>
              <a:gd name="csX0" fmla="*/ 0 w 839128"/>
              <a:gd name="csY0" fmla="*/ 333249 h 333249"/>
              <a:gd name="csX1" fmla="*/ 419564 w 839128"/>
              <a:gd name="csY1" fmla="*/ 0 h 333249"/>
              <a:gd name="csX2" fmla="*/ 839128 w 839128"/>
              <a:gd name="csY2" fmla="*/ 333249 h 333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9128" h="333249">
                <a:moveTo>
                  <a:pt x="0" y="333249"/>
                </a:moveTo>
                <a:lnTo>
                  <a:pt x="419564" y="0"/>
                </a:lnTo>
                <a:lnTo>
                  <a:pt x="839128" y="333249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MY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7FC43D2-8CFA-EA7A-ED0F-1FAD4C53052E}"/>
              </a:ext>
            </a:extLst>
          </p:cNvPr>
          <p:cNvSpPr/>
          <p:nvPr/>
        </p:nvSpPr>
        <p:spPr>
          <a:xfrm flipH="1">
            <a:off x="6486525" y="4108221"/>
            <a:ext cx="2060575" cy="1466850"/>
          </a:xfrm>
          <a:prstGeom prst="roundRect">
            <a:avLst/>
          </a:prstGeom>
          <a:solidFill>
            <a:srgbClr val="93999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6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8DD3676-6A42-585D-E87E-6EBC3D8825B1}"/>
              </a:ext>
            </a:extLst>
          </p:cNvPr>
          <p:cNvSpPr/>
          <p:nvPr/>
        </p:nvSpPr>
        <p:spPr>
          <a:xfrm rot="16200000" flipH="1">
            <a:off x="5676901" y="4674958"/>
            <a:ext cx="838200" cy="333375"/>
          </a:xfrm>
          <a:custGeom>
            <a:avLst/>
            <a:gdLst>
              <a:gd name="csX0" fmla="*/ 0 w 839128"/>
              <a:gd name="csY0" fmla="*/ 333249 h 333249"/>
              <a:gd name="csX1" fmla="*/ 419564 w 839128"/>
              <a:gd name="csY1" fmla="*/ 0 h 333249"/>
              <a:gd name="csX2" fmla="*/ 839128 w 839128"/>
              <a:gd name="csY2" fmla="*/ 333249 h 333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9128" h="333249">
                <a:moveTo>
                  <a:pt x="0" y="333249"/>
                </a:moveTo>
                <a:lnTo>
                  <a:pt x="419564" y="0"/>
                </a:lnTo>
                <a:lnTo>
                  <a:pt x="839128" y="333249"/>
                </a:lnTo>
                <a:close/>
              </a:path>
            </a:pathLst>
          </a:custGeom>
          <a:solidFill>
            <a:srgbClr val="93999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MY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0EF9E74-852E-606D-3BBD-C5A7DCBB53B4}"/>
              </a:ext>
            </a:extLst>
          </p:cNvPr>
          <p:cNvSpPr/>
          <p:nvPr/>
        </p:nvSpPr>
        <p:spPr>
          <a:xfrm flipH="1">
            <a:off x="3644900" y="4108221"/>
            <a:ext cx="2060575" cy="1466850"/>
          </a:xfrm>
          <a:prstGeom prst="roundRect">
            <a:avLst/>
          </a:prstGeom>
          <a:solidFill>
            <a:srgbClr val="D61A3B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7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A4B77D2-C754-D457-B8F8-EAF1D3550418}"/>
              </a:ext>
            </a:extLst>
          </p:cNvPr>
          <p:cNvSpPr/>
          <p:nvPr/>
        </p:nvSpPr>
        <p:spPr>
          <a:xfrm rot="16200000" flipH="1">
            <a:off x="2835276" y="4674958"/>
            <a:ext cx="838200" cy="333375"/>
          </a:xfrm>
          <a:custGeom>
            <a:avLst/>
            <a:gdLst>
              <a:gd name="csX0" fmla="*/ 0 w 839128"/>
              <a:gd name="csY0" fmla="*/ 333249 h 333249"/>
              <a:gd name="csX1" fmla="*/ 419564 w 839128"/>
              <a:gd name="csY1" fmla="*/ 0 h 333249"/>
              <a:gd name="csX2" fmla="*/ 839128 w 839128"/>
              <a:gd name="csY2" fmla="*/ 333249 h 333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9128" h="333249">
                <a:moveTo>
                  <a:pt x="0" y="333249"/>
                </a:moveTo>
                <a:lnTo>
                  <a:pt x="419564" y="0"/>
                </a:lnTo>
                <a:lnTo>
                  <a:pt x="839128" y="333249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MY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B3B9D78-2EF4-8A1C-8190-42DFBF94517D}"/>
              </a:ext>
            </a:extLst>
          </p:cNvPr>
          <p:cNvSpPr/>
          <p:nvPr/>
        </p:nvSpPr>
        <p:spPr>
          <a:xfrm flipH="1">
            <a:off x="803275" y="4108221"/>
            <a:ext cx="2060575" cy="1466850"/>
          </a:xfrm>
          <a:prstGeom prst="roundRect">
            <a:avLst/>
          </a:prstGeom>
          <a:solidFill>
            <a:srgbClr val="93999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8</a:t>
            </a:r>
          </a:p>
        </p:txBody>
      </p:sp>
    </p:spTree>
    <p:extLst>
      <p:ext uri="{BB962C8B-B14F-4D97-AF65-F5344CB8AC3E}">
        <p14:creationId xmlns:p14="http://schemas.microsoft.com/office/powerpoint/2010/main" val="1767336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49BF-7845-D3EB-FEB7-D8B63634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76C68-D15C-ADBA-FA5A-D49E062F53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SWOT Analysis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EF7FBC-3ADF-B6D5-88A6-C8D7640A04AE}"/>
              </a:ext>
            </a:extLst>
          </p:cNvPr>
          <p:cNvGrpSpPr/>
          <p:nvPr/>
        </p:nvGrpSpPr>
        <p:grpSpPr>
          <a:xfrm>
            <a:off x="4425431" y="2013085"/>
            <a:ext cx="1801201" cy="2014933"/>
            <a:chOff x="4425431" y="2013085"/>
            <a:chExt cx="1801201" cy="201493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98167F5-940D-A4E4-7924-B1A9955C72FA}"/>
                </a:ext>
              </a:extLst>
            </p:cNvPr>
            <p:cNvSpPr/>
            <p:nvPr/>
          </p:nvSpPr>
          <p:spPr>
            <a:xfrm rot="2700000">
              <a:off x="4318565" y="2119951"/>
              <a:ext cx="2014933" cy="1801201"/>
            </a:xfrm>
            <a:custGeom>
              <a:avLst/>
              <a:gdLst>
                <a:gd name="connsiteX0" fmla="*/ 0 w 2768469"/>
                <a:gd name="connsiteY0" fmla="*/ 0 h 2474806"/>
                <a:gd name="connsiteX1" fmla="*/ 1531066 w 2768469"/>
                <a:gd name="connsiteY1" fmla="*/ 0 h 2474806"/>
                <a:gd name="connsiteX2" fmla="*/ 2768469 w 2768469"/>
                <a:gd name="connsiteY2" fmla="*/ 1237403 h 2474806"/>
                <a:gd name="connsiteX3" fmla="*/ 1531066 w 2768469"/>
                <a:gd name="connsiteY3" fmla="*/ 2474806 h 2474806"/>
                <a:gd name="connsiteX4" fmla="*/ 0 w 2768469"/>
                <a:gd name="connsiteY4" fmla="*/ 2474806 h 2474806"/>
                <a:gd name="connsiteX5" fmla="*/ 0 w 2768469"/>
                <a:gd name="connsiteY5" fmla="*/ 0 h 247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8469" h="2474806">
                  <a:moveTo>
                    <a:pt x="0" y="0"/>
                  </a:moveTo>
                  <a:lnTo>
                    <a:pt x="1531066" y="0"/>
                  </a:lnTo>
                  <a:lnTo>
                    <a:pt x="2768469" y="1237403"/>
                  </a:lnTo>
                  <a:lnTo>
                    <a:pt x="1531066" y="2474806"/>
                  </a:lnTo>
                  <a:lnTo>
                    <a:pt x="0" y="24748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1FC664-735C-6EEF-1B5B-35228BCCEFA5}"/>
                </a:ext>
              </a:extLst>
            </p:cNvPr>
            <p:cNvSpPr txBox="1"/>
            <p:nvPr/>
          </p:nvSpPr>
          <p:spPr>
            <a:xfrm>
              <a:off x="4797171" y="2519989"/>
              <a:ext cx="8825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F231EA-78A1-4FBB-55F3-67B90AF420ED}"/>
              </a:ext>
            </a:extLst>
          </p:cNvPr>
          <p:cNvGrpSpPr/>
          <p:nvPr/>
        </p:nvGrpSpPr>
        <p:grpSpPr>
          <a:xfrm>
            <a:off x="5858504" y="2119951"/>
            <a:ext cx="2014933" cy="1801201"/>
            <a:chOff x="5858504" y="2119951"/>
            <a:chExt cx="2014933" cy="180120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99AA277-6644-E09A-641E-A0BBB25442C4}"/>
                </a:ext>
              </a:extLst>
            </p:cNvPr>
            <p:cNvSpPr/>
            <p:nvPr/>
          </p:nvSpPr>
          <p:spPr>
            <a:xfrm rot="2700000">
              <a:off x="5965370" y="2013085"/>
              <a:ext cx="1801201" cy="2014933"/>
            </a:xfrm>
            <a:custGeom>
              <a:avLst/>
              <a:gdLst>
                <a:gd name="connsiteX0" fmla="*/ 0 w 2474806"/>
                <a:gd name="connsiteY0" fmla="*/ 0 h 2768469"/>
                <a:gd name="connsiteX1" fmla="*/ 2474806 w 2474806"/>
                <a:gd name="connsiteY1" fmla="*/ 0 h 2768469"/>
                <a:gd name="connsiteX2" fmla="*/ 2474806 w 2474806"/>
                <a:gd name="connsiteY2" fmla="*/ 1531066 h 2768469"/>
                <a:gd name="connsiteX3" fmla="*/ 1237403 w 2474806"/>
                <a:gd name="connsiteY3" fmla="*/ 2768469 h 2768469"/>
                <a:gd name="connsiteX4" fmla="*/ 0 w 2474806"/>
                <a:gd name="connsiteY4" fmla="*/ 1531066 h 2768469"/>
                <a:gd name="connsiteX5" fmla="*/ 0 w 2474806"/>
                <a:gd name="connsiteY5" fmla="*/ 0 h 276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4806" h="2768469">
                  <a:moveTo>
                    <a:pt x="0" y="0"/>
                  </a:moveTo>
                  <a:lnTo>
                    <a:pt x="2474806" y="0"/>
                  </a:lnTo>
                  <a:lnTo>
                    <a:pt x="2474806" y="1531066"/>
                  </a:lnTo>
                  <a:lnTo>
                    <a:pt x="1237403" y="2768469"/>
                  </a:lnTo>
                  <a:lnTo>
                    <a:pt x="0" y="15310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10CFD4-3969-6152-43AD-963F3A8380F9}"/>
                </a:ext>
              </a:extLst>
            </p:cNvPr>
            <p:cNvSpPr txBox="1"/>
            <p:nvPr/>
          </p:nvSpPr>
          <p:spPr>
            <a:xfrm>
              <a:off x="6533767" y="2519989"/>
              <a:ext cx="8825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W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9C52FD-36E7-7A4A-4066-BFDCA5D548F5}"/>
              </a:ext>
            </a:extLst>
          </p:cNvPr>
          <p:cNvGrpSpPr/>
          <p:nvPr/>
        </p:nvGrpSpPr>
        <p:grpSpPr>
          <a:xfrm>
            <a:off x="4318564" y="3659891"/>
            <a:ext cx="2014933" cy="1801201"/>
            <a:chOff x="4318564" y="3659891"/>
            <a:chExt cx="2014933" cy="180120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D108464-8340-DEC6-7339-EC77FC0F9839}"/>
                </a:ext>
              </a:extLst>
            </p:cNvPr>
            <p:cNvSpPr/>
            <p:nvPr/>
          </p:nvSpPr>
          <p:spPr>
            <a:xfrm rot="2700000">
              <a:off x="4425430" y="3553025"/>
              <a:ext cx="1801201" cy="2014933"/>
            </a:xfrm>
            <a:custGeom>
              <a:avLst/>
              <a:gdLst>
                <a:gd name="connsiteX0" fmla="*/ 1237403 w 2474806"/>
                <a:gd name="connsiteY0" fmla="*/ 0 h 2768469"/>
                <a:gd name="connsiteX1" fmla="*/ 2474806 w 2474806"/>
                <a:gd name="connsiteY1" fmla="*/ 1237403 h 2768469"/>
                <a:gd name="connsiteX2" fmla="*/ 2474806 w 2474806"/>
                <a:gd name="connsiteY2" fmla="*/ 2768469 h 2768469"/>
                <a:gd name="connsiteX3" fmla="*/ 0 w 2474806"/>
                <a:gd name="connsiteY3" fmla="*/ 2768469 h 2768469"/>
                <a:gd name="connsiteX4" fmla="*/ 0 w 2474806"/>
                <a:gd name="connsiteY4" fmla="*/ 1237403 h 2768469"/>
                <a:gd name="connsiteX5" fmla="*/ 1237403 w 2474806"/>
                <a:gd name="connsiteY5" fmla="*/ 0 h 276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4806" h="2768469">
                  <a:moveTo>
                    <a:pt x="1237403" y="0"/>
                  </a:moveTo>
                  <a:lnTo>
                    <a:pt x="2474806" y="1237403"/>
                  </a:lnTo>
                  <a:lnTo>
                    <a:pt x="2474806" y="2768469"/>
                  </a:lnTo>
                  <a:lnTo>
                    <a:pt x="0" y="2768469"/>
                  </a:lnTo>
                  <a:lnTo>
                    <a:pt x="0" y="1237403"/>
                  </a:lnTo>
                  <a:lnTo>
                    <a:pt x="1237403" y="0"/>
                  </a:ln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AC4EC65-36E7-0C21-2817-A1AA923043DC}"/>
                </a:ext>
              </a:extLst>
            </p:cNvPr>
            <p:cNvSpPr txBox="1"/>
            <p:nvPr/>
          </p:nvSpPr>
          <p:spPr>
            <a:xfrm>
              <a:off x="4797171" y="4199631"/>
              <a:ext cx="8825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O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DC5B8DF-3DFE-9EBE-AD9A-68339BADEDB6}"/>
              </a:ext>
            </a:extLst>
          </p:cNvPr>
          <p:cNvGrpSpPr/>
          <p:nvPr/>
        </p:nvGrpSpPr>
        <p:grpSpPr>
          <a:xfrm>
            <a:off x="5965371" y="3553025"/>
            <a:ext cx="1801201" cy="2014933"/>
            <a:chOff x="5965371" y="3553025"/>
            <a:chExt cx="1801201" cy="201493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0C591D3-080B-6CF6-816E-C0F7FAAB14BD}"/>
                </a:ext>
              </a:extLst>
            </p:cNvPr>
            <p:cNvSpPr/>
            <p:nvPr/>
          </p:nvSpPr>
          <p:spPr>
            <a:xfrm rot="2700000">
              <a:off x="5858505" y="3659891"/>
              <a:ext cx="2014933" cy="1801201"/>
            </a:xfrm>
            <a:custGeom>
              <a:avLst/>
              <a:gdLst>
                <a:gd name="connsiteX0" fmla="*/ 1237403 w 2768469"/>
                <a:gd name="connsiteY0" fmla="*/ 0 h 2474806"/>
                <a:gd name="connsiteX1" fmla="*/ 2768469 w 2768469"/>
                <a:gd name="connsiteY1" fmla="*/ 0 h 2474806"/>
                <a:gd name="connsiteX2" fmla="*/ 2768469 w 2768469"/>
                <a:gd name="connsiteY2" fmla="*/ 2474806 h 2474806"/>
                <a:gd name="connsiteX3" fmla="*/ 1237403 w 2768469"/>
                <a:gd name="connsiteY3" fmla="*/ 2474806 h 2474806"/>
                <a:gd name="connsiteX4" fmla="*/ 0 w 2768469"/>
                <a:gd name="connsiteY4" fmla="*/ 1237403 h 2474806"/>
                <a:gd name="connsiteX5" fmla="*/ 1237403 w 2768469"/>
                <a:gd name="connsiteY5" fmla="*/ 0 h 247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8469" h="2474806">
                  <a:moveTo>
                    <a:pt x="1237403" y="0"/>
                  </a:moveTo>
                  <a:lnTo>
                    <a:pt x="2768469" y="0"/>
                  </a:lnTo>
                  <a:lnTo>
                    <a:pt x="2768469" y="2474806"/>
                  </a:lnTo>
                  <a:lnTo>
                    <a:pt x="1237403" y="2474806"/>
                  </a:lnTo>
                  <a:lnTo>
                    <a:pt x="0" y="1237403"/>
                  </a:lnTo>
                  <a:lnTo>
                    <a:pt x="1237403" y="0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4E7761-B967-DC4D-3846-AD31C617C86F}"/>
                </a:ext>
              </a:extLst>
            </p:cNvPr>
            <p:cNvSpPr txBox="1"/>
            <p:nvPr/>
          </p:nvSpPr>
          <p:spPr>
            <a:xfrm>
              <a:off x="6533767" y="4199631"/>
              <a:ext cx="8825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16C907B-DF4C-39B6-58BF-1D62EB59762A}"/>
              </a:ext>
            </a:extLst>
          </p:cNvPr>
          <p:cNvGrpSpPr/>
          <p:nvPr/>
        </p:nvGrpSpPr>
        <p:grpSpPr>
          <a:xfrm>
            <a:off x="8514960" y="1489998"/>
            <a:ext cx="3223384" cy="1591459"/>
            <a:chOff x="8514960" y="1489998"/>
            <a:chExt cx="3223384" cy="159145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3E754D-7C7F-D625-BD43-D7986FB3A820}"/>
                </a:ext>
              </a:extLst>
            </p:cNvPr>
            <p:cNvGrpSpPr/>
            <p:nvPr/>
          </p:nvGrpSpPr>
          <p:grpSpPr>
            <a:xfrm>
              <a:off x="8514960" y="1958521"/>
              <a:ext cx="3223384" cy="1122936"/>
              <a:chOff x="7887629" y="1905954"/>
              <a:chExt cx="3223384" cy="1122936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B65280-7AD0-166D-EF7E-F7483E158EFA}"/>
                  </a:ext>
                </a:extLst>
              </p:cNvPr>
              <p:cNvSpPr txBox="1"/>
              <p:nvPr/>
            </p:nvSpPr>
            <p:spPr>
              <a:xfrm>
                <a:off x="7887630" y="1951672"/>
                <a:ext cx="322338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D49748-6964-E9F2-558E-CDCF055954E1}"/>
                  </a:ext>
                </a:extLst>
              </p:cNvPr>
              <p:cNvSpPr/>
              <p:nvPr/>
            </p:nvSpPr>
            <p:spPr>
              <a:xfrm rot="5400000">
                <a:off x="8214667" y="1578916"/>
                <a:ext cx="45719" cy="699795"/>
              </a:xfrm>
              <a:prstGeom prst="rect">
                <a:avLst/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56BFDC-F991-130D-6290-727A79BC1652}"/>
                </a:ext>
              </a:extLst>
            </p:cNvPr>
            <p:cNvSpPr txBox="1"/>
            <p:nvPr/>
          </p:nvSpPr>
          <p:spPr>
            <a:xfrm>
              <a:off x="8514960" y="1489998"/>
              <a:ext cx="28107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WEAKNESSES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3134532-15AA-21A0-C33A-C3F60C698BAE}"/>
              </a:ext>
            </a:extLst>
          </p:cNvPr>
          <p:cNvGrpSpPr/>
          <p:nvPr/>
        </p:nvGrpSpPr>
        <p:grpSpPr>
          <a:xfrm>
            <a:off x="8514960" y="4054131"/>
            <a:ext cx="3223383" cy="1591460"/>
            <a:chOff x="8514960" y="4054131"/>
            <a:chExt cx="3223383" cy="159146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A9AF268-5F96-F52E-1162-7580FDB17461}"/>
                </a:ext>
              </a:extLst>
            </p:cNvPr>
            <p:cNvGrpSpPr/>
            <p:nvPr/>
          </p:nvGrpSpPr>
          <p:grpSpPr>
            <a:xfrm>
              <a:off x="8514960" y="4515796"/>
              <a:ext cx="3223383" cy="1129795"/>
              <a:chOff x="7887629" y="4477781"/>
              <a:chExt cx="3223383" cy="1129795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736652-2C95-2A48-6EA6-7F1739F2355B}"/>
                  </a:ext>
                </a:extLst>
              </p:cNvPr>
              <p:cNvSpPr txBox="1"/>
              <p:nvPr/>
            </p:nvSpPr>
            <p:spPr>
              <a:xfrm>
                <a:off x="7887629" y="4530358"/>
                <a:ext cx="322338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24983FC-A69B-6DAA-71BD-CB8BECED764A}"/>
                  </a:ext>
                </a:extLst>
              </p:cNvPr>
              <p:cNvSpPr/>
              <p:nvPr/>
            </p:nvSpPr>
            <p:spPr>
              <a:xfrm rot="5400000">
                <a:off x="8214667" y="4150743"/>
                <a:ext cx="45719" cy="699795"/>
              </a:xfrm>
              <a:prstGeom prst="rect">
                <a:avLst/>
              </a:prstGeom>
              <a:solidFill>
                <a:srgbClr val="D61A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D6D5CEE-64E8-B0F7-F036-D3EC06062C26}"/>
                </a:ext>
              </a:extLst>
            </p:cNvPr>
            <p:cNvSpPr txBox="1"/>
            <p:nvPr/>
          </p:nvSpPr>
          <p:spPr>
            <a:xfrm>
              <a:off x="8514960" y="4054131"/>
              <a:ext cx="28107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THREATS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E74C32C-CC3E-BDEE-6469-9F9398A97738}"/>
              </a:ext>
            </a:extLst>
          </p:cNvPr>
          <p:cNvGrpSpPr/>
          <p:nvPr/>
        </p:nvGrpSpPr>
        <p:grpSpPr>
          <a:xfrm>
            <a:off x="453656" y="1489998"/>
            <a:ext cx="3223384" cy="1591459"/>
            <a:chOff x="453656" y="1489998"/>
            <a:chExt cx="3223384" cy="159145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AB47D44-0562-AAF9-C47B-63C454E4C8F8}"/>
                </a:ext>
              </a:extLst>
            </p:cNvPr>
            <p:cNvGrpSpPr/>
            <p:nvPr/>
          </p:nvGrpSpPr>
          <p:grpSpPr>
            <a:xfrm flipH="1">
              <a:off x="453656" y="1958521"/>
              <a:ext cx="3223384" cy="1122936"/>
              <a:chOff x="7887629" y="1905954"/>
              <a:chExt cx="3223384" cy="1122936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A6E416-AFE5-10DF-995D-EBF776C28202}"/>
                  </a:ext>
                </a:extLst>
              </p:cNvPr>
              <p:cNvSpPr txBox="1"/>
              <p:nvPr/>
            </p:nvSpPr>
            <p:spPr>
              <a:xfrm>
                <a:off x="7887630" y="1951672"/>
                <a:ext cx="322338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r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DF24010-52E3-1CC8-6A42-BD03BD3CCBF5}"/>
                  </a:ext>
                </a:extLst>
              </p:cNvPr>
              <p:cNvSpPr/>
              <p:nvPr/>
            </p:nvSpPr>
            <p:spPr>
              <a:xfrm rot="5400000">
                <a:off x="8214667" y="1578916"/>
                <a:ext cx="45719" cy="699795"/>
              </a:xfrm>
              <a:prstGeom prst="rect">
                <a:avLst/>
              </a:prstGeom>
              <a:solidFill>
                <a:srgbClr val="D61A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MY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F9FC1F0-DAAB-A889-6429-CA1E13193EFC}"/>
                </a:ext>
              </a:extLst>
            </p:cNvPr>
            <p:cNvSpPr txBox="1"/>
            <p:nvPr/>
          </p:nvSpPr>
          <p:spPr>
            <a:xfrm>
              <a:off x="866255" y="1489998"/>
              <a:ext cx="28107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STRENGTHS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B0FA22-AED8-FD97-1DFE-6BB21F08CB68}"/>
              </a:ext>
            </a:extLst>
          </p:cNvPr>
          <p:cNvGrpSpPr/>
          <p:nvPr/>
        </p:nvGrpSpPr>
        <p:grpSpPr>
          <a:xfrm>
            <a:off x="453176" y="4054131"/>
            <a:ext cx="3223864" cy="1591460"/>
            <a:chOff x="453176" y="4054131"/>
            <a:chExt cx="3223864" cy="1591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00CA0B8-0E26-8E78-DD69-CA6824DE3010}"/>
                </a:ext>
              </a:extLst>
            </p:cNvPr>
            <p:cNvGrpSpPr/>
            <p:nvPr/>
          </p:nvGrpSpPr>
          <p:grpSpPr>
            <a:xfrm flipH="1">
              <a:off x="453176" y="4515796"/>
              <a:ext cx="3223383" cy="1129795"/>
              <a:chOff x="7887629" y="4477781"/>
              <a:chExt cx="3223383" cy="112979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6EC3DE4-3FE4-53E8-8B5B-FF7432E718B8}"/>
                  </a:ext>
                </a:extLst>
              </p:cNvPr>
              <p:cNvSpPr txBox="1"/>
              <p:nvPr/>
            </p:nvSpPr>
            <p:spPr>
              <a:xfrm>
                <a:off x="7887629" y="4530358"/>
                <a:ext cx="322338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r"/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sz="1600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455AE1B-2718-C32D-E0C9-7CA4211E8597}"/>
                  </a:ext>
                </a:extLst>
              </p:cNvPr>
              <p:cNvSpPr/>
              <p:nvPr/>
            </p:nvSpPr>
            <p:spPr>
              <a:xfrm rot="5400000">
                <a:off x="8214667" y="4150743"/>
                <a:ext cx="45719" cy="699795"/>
              </a:xfrm>
              <a:prstGeom prst="rect">
                <a:avLst/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MY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4CC556D-B34D-491B-1EB2-25D80D5AD2BE}"/>
                </a:ext>
              </a:extLst>
            </p:cNvPr>
            <p:cNvSpPr txBox="1"/>
            <p:nvPr/>
          </p:nvSpPr>
          <p:spPr>
            <a:xfrm>
              <a:off x="866255" y="4054131"/>
              <a:ext cx="28107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OPPORTUNITIES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8262BB3-2A54-6437-9725-8EB379DA0F36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C9AFB92-C1B6-2F4A-4C66-9EAE5DC1DDAD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BDF9665-07C4-1D13-E93E-48DC21DBB832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0BBB207-1A60-8E80-A36D-76300A124F0E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6FD1B47-EA78-863F-A988-C6D4CDBEFC07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011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3FE2-65BC-6DC6-E582-DFEFF55C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E1880C8-9EB9-7E09-7F3B-0B171BEB18CF}"/>
              </a:ext>
            </a:extLst>
          </p:cNvPr>
          <p:cNvSpPr/>
          <p:nvPr/>
        </p:nvSpPr>
        <p:spPr>
          <a:xfrm>
            <a:off x="8987528" y="1145136"/>
            <a:ext cx="2879732" cy="51828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A6E83-660C-64A7-FFEA-B861C5CC0C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KPI Dashboard</a:t>
            </a:r>
          </a:p>
        </p:txBody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5C63B7FC-BB54-5ABD-108B-95E1ADCB25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464817"/>
              </p:ext>
            </p:extLst>
          </p:nvPr>
        </p:nvGraphicFramePr>
        <p:xfrm>
          <a:off x="8846848" y="4477402"/>
          <a:ext cx="3835260" cy="2293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9A6B810F-7575-9386-C5D0-D25396C35E86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B2845EA-0241-33EA-FEE4-971B4C257FE1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04FA515-3975-9570-AD8D-B8F58ED6B2F5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2E592A-7359-6C7E-89DE-26CF665E956A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09F15DD-C7F2-7FB4-5623-9547289DA66F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588D0-D9F2-C5F9-F2C0-3006D1D7BCC0}"/>
              </a:ext>
            </a:extLst>
          </p:cNvPr>
          <p:cNvSpPr/>
          <p:nvPr/>
        </p:nvSpPr>
        <p:spPr>
          <a:xfrm>
            <a:off x="324740" y="1145136"/>
            <a:ext cx="4093436" cy="51828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9332C3-3121-3FE3-110D-D2EA22D11A71}"/>
              </a:ext>
            </a:extLst>
          </p:cNvPr>
          <p:cNvSpPr/>
          <p:nvPr/>
        </p:nvSpPr>
        <p:spPr>
          <a:xfrm rot="19800000">
            <a:off x="1724164" y="1928429"/>
            <a:ext cx="1616331" cy="1538707"/>
          </a:xfrm>
          <a:custGeom>
            <a:avLst/>
            <a:gdLst>
              <a:gd name="csX0" fmla="*/ 545129 w 1616331"/>
              <a:gd name="csY0" fmla="*/ 1499113 h 1538707"/>
              <a:gd name="csX1" fmla="*/ 1593471 w 1616331"/>
              <a:gd name="csY1" fmla="*/ 893852 h 1538707"/>
              <a:gd name="csX2" fmla="*/ 1605901 w 1616331"/>
              <a:gd name="csY2" fmla="*/ 913073 h 1538707"/>
              <a:gd name="csX3" fmla="*/ 1616331 w 1616331"/>
              <a:gd name="csY3" fmla="*/ 933447 h 1538707"/>
              <a:gd name="csX4" fmla="*/ 567988 w 1616331"/>
              <a:gd name="csY4" fmla="*/ 1538707 h 1538707"/>
              <a:gd name="csX5" fmla="*/ 558554 w 1616331"/>
              <a:gd name="csY5" fmla="*/ 1517759 h 1538707"/>
              <a:gd name="csX6" fmla="*/ 0 w 1616331"/>
              <a:gd name="csY6" fmla="*/ 0 h 1538707"/>
              <a:gd name="csX7" fmla="*/ 45719 w 1616331"/>
              <a:gd name="csY7" fmla="*/ 1020 h 1538707"/>
              <a:gd name="csX8" fmla="*/ 45719 w 1616331"/>
              <a:gd name="csY8" fmla="*/ 1021 h 1538707"/>
              <a:gd name="csX9" fmla="*/ 150074 w 1616331"/>
              <a:gd name="csY9" fmla="*/ 3352 h 1538707"/>
              <a:gd name="csX10" fmla="*/ 1504278 w 1616331"/>
              <a:gd name="csY10" fmla="*/ 755936 h 1538707"/>
              <a:gd name="csX11" fmla="*/ 1593469 w 1616331"/>
              <a:gd name="csY11" fmla="*/ 893853 h 1538707"/>
              <a:gd name="csX12" fmla="*/ 545126 w 1616331"/>
              <a:gd name="csY12" fmla="*/ 1499114 h 1538707"/>
              <a:gd name="csX13" fmla="*/ 485338 w 1616331"/>
              <a:gd name="csY13" fmla="*/ 1416083 h 1538707"/>
              <a:gd name="csX14" fmla="*/ 65908 w 1616331"/>
              <a:gd name="csY14" fmla="*/ 1209914 h 1538707"/>
              <a:gd name="csX15" fmla="*/ 45717 w 1616331"/>
              <a:gd name="csY15" fmla="*/ 1210446 h 1538707"/>
              <a:gd name="csX16" fmla="*/ 45717 w 1616331"/>
              <a:gd name="csY16" fmla="*/ 1210445 h 1538707"/>
              <a:gd name="csX17" fmla="*/ 0 w 1616331"/>
              <a:gd name="csY17" fmla="*/ 1211648 h 15387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16331" h="1538707">
                <a:moveTo>
                  <a:pt x="545129" y="1499113"/>
                </a:moveTo>
                <a:lnTo>
                  <a:pt x="1593471" y="893852"/>
                </a:lnTo>
                <a:lnTo>
                  <a:pt x="1605901" y="913073"/>
                </a:lnTo>
                <a:lnTo>
                  <a:pt x="1616331" y="933447"/>
                </a:lnTo>
                <a:lnTo>
                  <a:pt x="567988" y="1538707"/>
                </a:lnTo>
                <a:lnTo>
                  <a:pt x="558554" y="1517759"/>
                </a:lnTo>
                <a:close/>
                <a:moveTo>
                  <a:pt x="0" y="0"/>
                </a:moveTo>
                <a:lnTo>
                  <a:pt x="45719" y="1020"/>
                </a:lnTo>
                <a:lnTo>
                  <a:pt x="45719" y="1021"/>
                </a:lnTo>
                <a:lnTo>
                  <a:pt x="150074" y="3352"/>
                </a:lnTo>
                <a:cubicBezTo>
                  <a:pt x="676879" y="40582"/>
                  <a:pt x="1179114" y="305064"/>
                  <a:pt x="1504278" y="755936"/>
                </a:cubicBezTo>
                <a:lnTo>
                  <a:pt x="1593469" y="893853"/>
                </a:lnTo>
                <a:lnTo>
                  <a:pt x="545126" y="1499114"/>
                </a:lnTo>
                <a:lnTo>
                  <a:pt x="485338" y="1416083"/>
                </a:lnTo>
                <a:cubicBezTo>
                  <a:pt x="376260" y="1293073"/>
                  <a:pt x="224368" y="1221113"/>
                  <a:pt x="65908" y="1209914"/>
                </a:cubicBezTo>
                <a:lnTo>
                  <a:pt x="45717" y="1210446"/>
                </a:lnTo>
                <a:lnTo>
                  <a:pt x="45717" y="1210445"/>
                </a:lnTo>
                <a:lnTo>
                  <a:pt x="0" y="1211648"/>
                </a:lnTo>
                <a:close/>
              </a:path>
            </a:pathLst>
          </a:cu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8EB8E66-2EF4-9F7B-F653-E06138CCCD89}"/>
              </a:ext>
            </a:extLst>
          </p:cNvPr>
          <p:cNvSpPr/>
          <p:nvPr/>
        </p:nvSpPr>
        <p:spPr>
          <a:xfrm rot="19800000">
            <a:off x="370239" y="2727237"/>
            <a:ext cx="1569948" cy="1539126"/>
          </a:xfrm>
          <a:custGeom>
            <a:avLst/>
            <a:gdLst>
              <a:gd name="csX0" fmla="*/ 34580 w 1569948"/>
              <a:gd name="csY0" fmla="*/ 871304 h 1539126"/>
              <a:gd name="csX1" fmla="*/ 678840 w 1569948"/>
              <a:gd name="csY1" fmla="*/ 244588 h 1539126"/>
              <a:gd name="csX2" fmla="*/ 1543722 w 1569948"/>
              <a:gd name="csY2" fmla="*/ 0 h 1539126"/>
              <a:gd name="csX3" fmla="*/ 1569948 w 1569948"/>
              <a:gd name="csY3" fmla="*/ 586 h 1539126"/>
              <a:gd name="csX4" fmla="*/ 1569948 w 1569948"/>
              <a:gd name="csY4" fmla="*/ 1212234 h 1539126"/>
              <a:gd name="csX5" fmla="*/ 1516347 w 1569948"/>
              <a:gd name="csY5" fmla="*/ 1213644 h 1539126"/>
              <a:gd name="csX6" fmla="*/ 1283526 w 1569948"/>
              <a:gd name="csY6" fmla="*/ 1291934 h 1539126"/>
              <a:gd name="csX7" fmla="*/ 1099316 w 1569948"/>
              <a:gd name="csY7" fmla="*/ 1454418 h 1539126"/>
              <a:gd name="csX8" fmla="*/ 1071293 w 1569948"/>
              <a:gd name="csY8" fmla="*/ 1500133 h 1539126"/>
              <a:gd name="csX9" fmla="*/ 1071293 w 1569948"/>
              <a:gd name="csY9" fmla="*/ 1500133 h 1539126"/>
              <a:gd name="csX10" fmla="*/ 1047391 w 1569948"/>
              <a:gd name="csY10" fmla="*/ 1539126 h 1539126"/>
              <a:gd name="csX11" fmla="*/ 0 w 1569948"/>
              <a:gd name="csY11" fmla="*/ 934414 h 1539126"/>
              <a:gd name="csX12" fmla="*/ 21974 w 1569948"/>
              <a:gd name="csY12" fmla="*/ 894310 h 1539126"/>
              <a:gd name="csX13" fmla="*/ 21974 w 1569948"/>
              <a:gd name="csY13" fmla="*/ 894310 h 1539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69948" h="1539126">
                <a:moveTo>
                  <a:pt x="34580" y="871304"/>
                </a:moveTo>
                <a:cubicBezTo>
                  <a:pt x="188536" y="619950"/>
                  <a:pt x="405624" y="402329"/>
                  <a:pt x="678840" y="244588"/>
                </a:cubicBezTo>
                <a:cubicBezTo>
                  <a:pt x="952055" y="86846"/>
                  <a:pt x="1249065" y="7653"/>
                  <a:pt x="1543722" y="0"/>
                </a:cubicBezTo>
                <a:lnTo>
                  <a:pt x="1569948" y="586"/>
                </a:lnTo>
                <a:lnTo>
                  <a:pt x="1569948" y="1212234"/>
                </a:lnTo>
                <a:lnTo>
                  <a:pt x="1516347" y="1213644"/>
                </a:lnTo>
                <a:cubicBezTo>
                  <a:pt x="1436607" y="1223539"/>
                  <a:pt x="1357490" y="1249230"/>
                  <a:pt x="1283526" y="1291934"/>
                </a:cubicBezTo>
                <a:cubicBezTo>
                  <a:pt x="1209562" y="1334637"/>
                  <a:pt x="1147754" y="1390308"/>
                  <a:pt x="1099316" y="1454418"/>
                </a:cubicBezTo>
                <a:lnTo>
                  <a:pt x="1071293" y="1500133"/>
                </a:lnTo>
                <a:lnTo>
                  <a:pt x="1071293" y="1500133"/>
                </a:lnTo>
                <a:lnTo>
                  <a:pt x="1047391" y="1539126"/>
                </a:lnTo>
                <a:lnTo>
                  <a:pt x="0" y="934414"/>
                </a:lnTo>
                <a:lnTo>
                  <a:pt x="21974" y="894310"/>
                </a:lnTo>
                <a:lnTo>
                  <a:pt x="21974" y="894310"/>
                </a:lnTo>
                <a:close/>
              </a:path>
            </a:pathLst>
          </a:cu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79586B2-D86C-C1BA-E574-27C67CC70248}"/>
              </a:ext>
            </a:extLst>
          </p:cNvPr>
          <p:cNvSpPr/>
          <p:nvPr/>
        </p:nvSpPr>
        <p:spPr>
          <a:xfrm rot="19800000">
            <a:off x="2755122" y="2522726"/>
            <a:ext cx="1306727" cy="1826911"/>
          </a:xfrm>
          <a:custGeom>
            <a:avLst/>
            <a:gdLst>
              <a:gd name="csX0" fmla="*/ 23612 w 1306727"/>
              <a:gd name="csY0" fmla="*/ 605261 h 1826911"/>
              <a:gd name="csX1" fmla="*/ 1071955 w 1306727"/>
              <a:gd name="csY1" fmla="*/ 0 h 1826911"/>
              <a:gd name="csX2" fmla="*/ 1146800 w 1306727"/>
              <a:gd name="csY2" fmla="*/ 146202 h 1826911"/>
              <a:gd name="csX3" fmla="*/ 1121454 w 1306727"/>
              <a:gd name="csY3" fmla="*/ 1695269 h 1826911"/>
              <a:gd name="csX4" fmla="*/ 1071294 w 1306727"/>
              <a:gd name="csY4" fmla="*/ 1786809 h 1826911"/>
              <a:gd name="csX5" fmla="*/ 1071293 w 1306727"/>
              <a:gd name="csY5" fmla="*/ 1786808 h 1826911"/>
              <a:gd name="csX6" fmla="*/ 1049318 w 1306727"/>
              <a:gd name="csY6" fmla="*/ 1826911 h 1826911"/>
              <a:gd name="csX7" fmla="*/ 0 w 1306727"/>
              <a:gd name="csY7" fmla="*/ 1221087 h 1826911"/>
              <a:gd name="csX8" fmla="*/ 23902 w 1306727"/>
              <a:gd name="csY8" fmla="*/ 1182095 h 1826911"/>
              <a:gd name="csX9" fmla="*/ 23903 w 1306727"/>
              <a:gd name="csY9" fmla="*/ 1182095 h 1826911"/>
              <a:gd name="csX10" fmla="*/ 34458 w 1306727"/>
              <a:gd name="csY10" fmla="*/ 1164878 h 1826911"/>
              <a:gd name="csX11" fmla="*/ 65625 w 1306727"/>
              <a:gd name="csY11" fmla="*/ 698557 h 1826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306727" h="1826911">
                <a:moveTo>
                  <a:pt x="23612" y="605261"/>
                </a:moveTo>
                <a:lnTo>
                  <a:pt x="1071955" y="0"/>
                </a:lnTo>
                <a:lnTo>
                  <a:pt x="1146800" y="146202"/>
                </a:lnTo>
                <a:cubicBezTo>
                  <a:pt x="1374684" y="653239"/>
                  <a:pt x="1352615" y="1220427"/>
                  <a:pt x="1121454" y="1695269"/>
                </a:cubicBezTo>
                <a:lnTo>
                  <a:pt x="1071294" y="1786809"/>
                </a:lnTo>
                <a:lnTo>
                  <a:pt x="1071293" y="1786808"/>
                </a:lnTo>
                <a:lnTo>
                  <a:pt x="1049318" y="1826911"/>
                </a:lnTo>
                <a:lnTo>
                  <a:pt x="0" y="1221087"/>
                </a:lnTo>
                <a:lnTo>
                  <a:pt x="23902" y="1182095"/>
                </a:lnTo>
                <a:lnTo>
                  <a:pt x="23903" y="1182095"/>
                </a:lnTo>
                <a:lnTo>
                  <a:pt x="34458" y="1164878"/>
                </a:lnTo>
                <a:cubicBezTo>
                  <a:pt x="103990" y="1022047"/>
                  <a:pt x="117616" y="854526"/>
                  <a:pt x="65625" y="698557"/>
                </a:cubicBezTo>
                <a:close/>
              </a:path>
            </a:pathLst>
          </a:cu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CC3434A-05ED-DCF6-C7DE-6F8FE6860746}"/>
              </a:ext>
            </a:extLst>
          </p:cNvPr>
          <p:cNvSpPr/>
          <p:nvPr/>
        </p:nvSpPr>
        <p:spPr>
          <a:xfrm rot="18891522">
            <a:off x="2000253" y="3234008"/>
            <a:ext cx="771351" cy="766018"/>
          </a:xfrm>
          <a:custGeom>
            <a:avLst/>
            <a:gdLst>
              <a:gd name="connsiteX0" fmla="*/ 891209 w 3717841"/>
              <a:gd name="connsiteY0" fmla="*/ 2812725 h 3692137"/>
              <a:gd name="connsiteX1" fmla="*/ 441141 w 3717841"/>
              <a:gd name="connsiteY1" fmla="*/ 2811615 h 3692137"/>
              <a:gd name="connsiteX2" fmla="*/ 440031 w 3717841"/>
              <a:gd name="connsiteY2" fmla="*/ 3261683 h 3692137"/>
              <a:gd name="connsiteX3" fmla="*/ 890099 w 3717841"/>
              <a:gd name="connsiteY3" fmla="*/ 3262793 h 3692137"/>
              <a:gd name="connsiteX4" fmla="*/ 891209 w 3717841"/>
              <a:gd name="connsiteY4" fmla="*/ 2812725 h 3692137"/>
              <a:gd name="connsiteX5" fmla="*/ 3717841 w 3717841"/>
              <a:gd name="connsiteY5" fmla="*/ 0 h 3692137"/>
              <a:gd name="connsiteX6" fmla="*/ 1319892 w 3717841"/>
              <a:gd name="connsiteY6" fmla="*/ 3278402 h 3692137"/>
              <a:gd name="connsiteX7" fmla="*/ 1319891 w 3717841"/>
              <a:gd name="connsiteY7" fmla="*/ 3278406 h 3692137"/>
              <a:gd name="connsiteX8" fmla="*/ 1146967 w 3717841"/>
              <a:gd name="connsiteY8" fmla="*/ 3514824 h 3692137"/>
              <a:gd name="connsiteX9" fmla="*/ 1117833 w 3717841"/>
              <a:gd name="connsiteY9" fmla="*/ 3538482 h 3692137"/>
              <a:gd name="connsiteX10" fmla="*/ 1070790 w 3717841"/>
              <a:gd name="connsiteY10" fmla="*/ 3576686 h 3692137"/>
              <a:gd name="connsiteX11" fmla="*/ 686796 w 3717841"/>
              <a:gd name="connsiteY11" fmla="*/ 3692137 h 3692137"/>
              <a:gd name="connsiteX12" fmla="*/ 0 w 3717841"/>
              <a:gd name="connsiteY12" fmla="*/ 3016133 h 3692137"/>
              <a:gd name="connsiteX13" fmla="*/ 1 w 3717841"/>
              <a:gd name="connsiteY13" fmla="*/ 3016133 h 3692137"/>
              <a:gd name="connsiteX14" fmla="*/ 117295 w 3717841"/>
              <a:gd name="connsiteY14" fmla="*/ 2638173 h 3692137"/>
              <a:gd name="connsiteX15" fmla="*/ 165147 w 3717841"/>
              <a:gd name="connsiteY15" fmla="*/ 2581086 h 3692137"/>
              <a:gd name="connsiteX16" fmla="*/ 184995 w 3717841"/>
              <a:gd name="connsiteY16" fmla="*/ 2557409 h 3692137"/>
              <a:gd name="connsiteX17" fmla="*/ 390063 w 3717841"/>
              <a:gd name="connsiteY17" fmla="*/ 2408961 h 3692137"/>
              <a:gd name="connsiteX18" fmla="*/ 419465 w 3717841"/>
              <a:gd name="connsiteY18" fmla="*/ 2393253 h 3692137"/>
              <a:gd name="connsiteX19" fmla="*/ 686797 w 3717841"/>
              <a:gd name="connsiteY19" fmla="*/ 2340129 h 3692137"/>
              <a:gd name="connsiteX20" fmla="*/ 1373591 w 3717841"/>
              <a:gd name="connsiteY20" fmla="*/ 2340129 h 3692137"/>
              <a:gd name="connsiteX21" fmla="*/ 1373591 w 3717841"/>
              <a:gd name="connsiteY21" fmla="*/ 2340128 h 3692137"/>
              <a:gd name="connsiteX22" fmla="*/ 686796 w 3717841"/>
              <a:gd name="connsiteY22" fmla="*/ 2340128 h 3692137"/>
              <a:gd name="connsiteX23" fmla="*/ 419464 w 3717841"/>
              <a:gd name="connsiteY23" fmla="*/ 2393252 h 3692137"/>
              <a:gd name="connsiteX24" fmla="*/ 390063 w 3717841"/>
              <a:gd name="connsiteY24" fmla="*/ 2408960 h 3692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17841" h="3692137">
                <a:moveTo>
                  <a:pt x="891209" y="2812725"/>
                </a:moveTo>
                <a:cubicBezTo>
                  <a:pt x="767233" y="2688136"/>
                  <a:pt x="565731" y="2687639"/>
                  <a:pt x="441141" y="2811615"/>
                </a:cubicBezTo>
                <a:cubicBezTo>
                  <a:pt x="316552" y="2935592"/>
                  <a:pt x="316055" y="3137094"/>
                  <a:pt x="440031" y="3261683"/>
                </a:cubicBezTo>
                <a:cubicBezTo>
                  <a:pt x="564008" y="3386273"/>
                  <a:pt x="765510" y="3386769"/>
                  <a:pt x="890099" y="3262793"/>
                </a:cubicBezTo>
                <a:cubicBezTo>
                  <a:pt x="1014689" y="3138817"/>
                  <a:pt x="1015185" y="2937315"/>
                  <a:pt x="891209" y="2812725"/>
                </a:cubicBezTo>
                <a:close/>
                <a:moveTo>
                  <a:pt x="3717841" y="0"/>
                </a:moveTo>
                <a:lnTo>
                  <a:pt x="1319892" y="3278402"/>
                </a:lnTo>
                <a:lnTo>
                  <a:pt x="1319891" y="3278406"/>
                </a:lnTo>
                <a:lnTo>
                  <a:pt x="1146967" y="3514824"/>
                </a:lnTo>
                <a:lnTo>
                  <a:pt x="1117833" y="3538482"/>
                </a:lnTo>
                <a:lnTo>
                  <a:pt x="1070790" y="3576686"/>
                </a:lnTo>
                <a:cubicBezTo>
                  <a:pt x="961177" y="3649576"/>
                  <a:pt x="829036" y="3692137"/>
                  <a:pt x="686796" y="3692137"/>
                </a:cubicBezTo>
                <a:cubicBezTo>
                  <a:pt x="307489" y="3692138"/>
                  <a:pt x="0" y="3389480"/>
                  <a:pt x="0" y="3016133"/>
                </a:cubicBezTo>
                <a:lnTo>
                  <a:pt x="1" y="3016133"/>
                </a:lnTo>
                <a:cubicBezTo>
                  <a:pt x="1" y="2876128"/>
                  <a:pt x="43242" y="2746064"/>
                  <a:pt x="117295" y="2638173"/>
                </a:cubicBezTo>
                <a:lnTo>
                  <a:pt x="165147" y="2581086"/>
                </a:lnTo>
                <a:lnTo>
                  <a:pt x="184995" y="2557409"/>
                </a:lnTo>
                <a:lnTo>
                  <a:pt x="390063" y="2408961"/>
                </a:lnTo>
                <a:lnTo>
                  <a:pt x="419465" y="2393253"/>
                </a:lnTo>
                <a:cubicBezTo>
                  <a:pt x="501632" y="2359045"/>
                  <a:pt x="591971" y="2340130"/>
                  <a:pt x="686797" y="2340129"/>
                </a:cubicBezTo>
                <a:lnTo>
                  <a:pt x="1373591" y="2340129"/>
                </a:lnTo>
                <a:lnTo>
                  <a:pt x="1373591" y="2340128"/>
                </a:lnTo>
                <a:lnTo>
                  <a:pt x="686796" y="2340128"/>
                </a:lnTo>
                <a:cubicBezTo>
                  <a:pt x="591970" y="2340128"/>
                  <a:pt x="501631" y="2359044"/>
                  <a:pt x="419464" y="2393252"/>
                </a:cubicBezTo>
                <a:lnTo>
                  <a:pt x="390063" y="240896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A07DC2-4B85-3C6E-6069-12E4C38502B7}"/>
              </a:ext>
            </a:extLst>
          </p:cNvPr>
          <p:cNvSpPr/>
          <p:nvPr/>
        </p:nvSpPr>
        <p:spPr>
          <a:xfrm>
            <a:off x="4656134" y="1145136"/>
            <a:ext cx="4093436" cy="51828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4EC926-F63D-39EC-2F43-71F78140D146}"/>
              </a:ext>
            </a:extLst>
          </p:cNvPr>
          <p:cNvSpPr/>
          <p:nvPr/>
        </p:nvSpPr>
        <p:spPr>
          <a:xfrm>
            <a:off x="1092005" y="4425606"/>
            <a:ext cx="376310" cy="376310"/>
          </a:xfrm>
          <a:prstGeom prst="rect">
            <a:avLst/>
          </a:prstGeom>
          <a:solidFill>
            <a:srgbClr val="D61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C7DF23-E9D8-A25E-DAC7-54D0C1CA52DC}"/>
              </a:ext>
            </a:extLst>
          </p:cNvPr>
          <p:cNvSpPr/>
          <p:nvPr/>
        </p:nvSpPr>
        <p:spPr>
          <a:xfrm>
            <a:off x="1092005" y="4965639"/>
            <a:ext cx="376310" cy="376310"/>
          </a:xfrm>
          <a:prstGeom prst="rect">
            <a:avLst/>
          </a:pr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DB293B-6264-C2EC-E819-11FFA7E288E2}"/>
              </a:ext>
            </a:extLst>
          </p:cNvPr>
          <p:cNvSpPr/>
          <p:nvPr/>
        </p:nvSpPr>
        <p:spPr>
          <a:xfrm>
            <a:off x="1092005" y="5505672"/>
            <a:ext cx="376310" cy="376310"/>
          </a:xfrm>
          <a:prstGeom prst="rect">
            <a:avLst/>
          </a:pr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B54808-179B-78E2-01B9-2A48D7C45723}"/>
              </a:ext>
            </a:extLst>
          </p:cNvPr>
          <p:cNvSpPr txBox="1"/>
          <p:nvPr/>
        </p:nvSpPr>
        <p:spPr>
          <a:xfrm>
            <a:off x="1535754" y="4440709"/>
            <a:ext cx="1925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text here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C7440D-C57F-D904-DC77-664E6F417E69}"/>
              </a:ext>
            </a:extLst>
          </p:cNvPr>
          <p:cNvSpPr txBox="1"/>
          <p:nvPr/>
        </p:nvSpPr>
        <p:spPr>
          <a:xfrm>
            <a:off x="1535754" y="4984486"/>
            <a:ext cx="1925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text here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754ECF-C91D-51AD-5FA5-57FA69E4F819}"/>
              </a:ext>
            </a:extLst>
          </p:cNvPr>
          <p:cNvSpPr txBox="1"/>
          <p:nvPr/>
        </p:nvSpPr>
        <p:spPr>
          <a:xfrm>
            <a:off x="1535754" y="5524550"/>
            <a:ext cx="1925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text here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D3FBBF-34F3-DDFF-99A3-7D90E42CEE1D}"/>
              </a:ext>
            </a:extLst>
          </p:cNvPr>
          <p:cNvSpPr txBox="1"/>
          <p:nvPr/>
        </p:nvSpPr>
        <p:spPr>
          <a:xfrm>
            <a:off x="566442" y="1259566"/>
            <a:ext cx="3617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title here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EA4BE8-6FED-BEFC-CDAC-5D5CDD9CBD4B}"/>
              </a:ext>
            </a:extLst>
          </p:cNvPr>
          <p:cNvSpPr txBox="1"/>
          <p:nvPr/>
        </p:nvSpPr>
        <p:spPr>
          <a:xfrm>
            <a:off x="4894282" y="1259566"/>
            <a:ext cx="3617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</a:t>
            </a:r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B458A6EE-B386-0EA6-68BC-20895A423C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602186"/>
              </p:ext>
            </p:extLst>
          </p:nvPr>
        </p:nvGraphicFramePr>
        <p:xfrm>
          <a:off x="4724034" y="2034176"/>
          <a:ext cx="3957634" cy="30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8AA4A824-8BFD-8BEB-6969-7C3B15172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972532"/>
              </p:ext>
            </p:extLst>
          </p:nvPr>
        </p:nvGraphicFramePr>
        <p:xfrm>
          <a:off x="8825401" y="1066770"/>
          <a:ext cx="3835260" cy="2293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639F8675-278C-DB35-F5E0-36C24BCD0E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6489345"/>
              </p:ext>
            </p:extLst>
          </p:nvPr>
        </p:nvGraphicFramePr>
        <p:xfrm>
          <a:off x="8825403" y="2772086"/>
          <a:ext cx="3835260" cy="2293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99BDD36A-2932-9A62-B232-D8CFC0AD8DB1}"/>
              </a:ext>
            </a:extLst>
          </p:cNvPr>
          <p:cNvSpPr txBox="1"/>
          <p:nvPr/>
        </p:nvSpPr>
        <p:spPr>
          <a:xfrm>
            <a:off x="9518468" y="1924192"/>
            <a:ext cx="6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994462-CA8F-B83F-42A0-FD3D9E858113}"/>
              </a:ext>
            </a:extLst>
          </p:cNvPr>
          <p:cNvSpPr txBox="1"/>
          <p:nvPr/>
        </p:nvSpPr>
        <p:spPr>
          <a:xfrm>
            <a:off x="9518468" y="1217363"/>
            <a:ext cx="6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99FD14-9CD6-E524-C3EC-6F5FF727E1DB}"/>
              </a:ext>
            </a:extLst>
          </p:cNvPr>
          <p:cNvSpPr txBox="1"/>
          <p:nvPr/>
        </p:nvSpPr>
        <p:spPr>
          <a:xfrm>
            <a:off x="9518468" y="3617017"/>
            <a:ext cx="6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5706AB-E24D-BBE9-D7AC-AD51D40E81FB}"/>
              </a:ext>
            </a:extLst>
          </p:cNvPr>
          <p:cNvSpPr txBox="1"/>
          <p:nvPr/>
        </p:nvSpPr>
        <p:spPr>
          <a:xfrm>
            <a:off x="9518468" y="5335227"/>
            <a:ext cx="6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90168E-EA2F-C3BB-938E-E2D801E41AA8}"/>
              </a:ext>
            </a:extLst>
          </p:cNvPr>
          <p:cNvSpPr txBox="1"/>
          <p:nvPr/>
        </p:nvSpPr>
        <p:spPr>
          <a:xfrm>
            <a:off x="10491305" y="1606215"/>
            <a:ext cx="1349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Description/ text here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1B4882-645B-167C-8928-832587EC3663}"/>
              </a:ext>
            </a:extLst>
          </p:cNvPr>
          <p:cNvSpPr txBox="1"/>
          <p:nvPr/>
        </p:nvSpPr>
        <p:spPr>
          <a:xfrm>
            <a:off x="10491305" y="3286021"/>
            <a:ext cx="1349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Description/ text here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3101E6-B32D-1F3E-FC5D-7891494DA352}"/>
              </a:ext>
            </a:extLst>
          </p:cNvPr>
          <p:cNvSpPr txBox="1"/>
          <p:nvPr/>
        </p:nvSpPr>
        <p:spPr>
          <a:xfrm>
            <a:off x="10491305" y="4994674"/>
            <a:ext cx="1349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Description/ text here</a:t>
            </a:r>
          </a:p>
        </p:txBody>
      </p:sp>
    </p:spTree>
    <p:extLst>
      <p:ext uri="{BB962C8B-B14F-4D97-AF65-F5344CB8AC3E}">
        <p14:creationId xmlns:p14="http://schemas.microsoft.com/office/powerpoint/2010/main" val="3940226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Graphic spid="54" grpId="0">
        <p:bldAsOne/>
      </p:bldGraphic>
      <p:bldP spid="16" grpId="0" animBg="1"/>
      <p:bldP spid="13" grpId="0" animBg="1"/>
      <p:bldP spid="14" grpId="0" animBg="1"/>
      <p:bldP spid="15" grpId="0" animBg="1"/>
      <p:bldP spid="12" grpId="0" animBg="1"/>
      <p:bldP spid="26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Graphic spid="45" grpId="0">
        <p:bldAsOne/>
      </p:bldGraphic>
      <p:bldGraphic spid="48" grpId="0">
        <p:bldAsOne/>
      </p:bldGraphic>
      <p:bldGraphic spid="53" grpId="0">
        <p:bldAsOne/>
      </p:bldGraphic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F8B99-0384-FEF9-1BE0-D3F4B878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D1F0250-6616-91F7-A0DC-156E655545FB}"/>
              </a:ext>
            </a:extLst>
          </p:cNvPr>
          <p:cNvSpPr/>
          <p:nvPr/>
        </p:nvSpPr>
        <p:spPr>
          <a:xfrm>
            <a:off x="1515291" y="949763"/>
            <a:ext cx="9187543" cy="54659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2CFDAC-023C-217C-8B27-05005FD75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Charts &amp; Graphs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74ECA0E-2FAD-305D-F910-FCC08A4B8124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AC77CA-B81F-FF68-DA5E-1AB61B8F1CA2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53A654-BC68-7CE1-DC29-A78E5E542CB4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109144-76F9-D520-2F6D-D18BF4D02A70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F14185-AA13-3E2B-BECF-0A3446F07C72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E4283F9D-5108-6D1C-7FAF-A02CC93A99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1197622"/>
              </p:ext>
            </p:extLst>
          </p:nvPr>
        </p:nvGraphicFramePr>
        <p:xfrm>
          <a:off x="2032000" y="963517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755689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Graphic spid="19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D2BC9-CACE-3FA8-BBF1-E251EE45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F9DCE4C-76E4-D6F8-9DF8-8EFA36007138}"/>
              </a:ext>
            </a:extLst>
          </p:cNvPr>
          <p:cNvSpPr/>
          <p:nvPr/>
        </p:nvSpPr>
        <p:spPr>
          <a:xfrm>
            <a:off x="1515291" y="949763"/>
            <a:ext cx="9187543" cy="54659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560BE1-9D93-5C80-5E93-D5D3CF5699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Charts &amp; Graphs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331825-156A-CAD0-FD04-FED3AB0844DA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D89C90-5ECD-56A3-6755-A7750E51CF6E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2DB1B5-26DD-C4BB-AC0C-B73C8AB28803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9365B6-47D0-1996-6B91-8FEDE3C19F74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A6A3D7-44A3-5480-7E68-DC666F6A0FBD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130ED26-8011-E340-7D06-BA0A182E95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711564"/>
              </p:ext>
            </p:extLst>
          </p:nvPr>
        </p:nvGraphicFramePr>
        <p:xfrm>
          <a:off x="2465976" y="1246050"/>
          <a:ext cx="7286171" cy="4857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2327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5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4BC63-0D2F-B21D-FEAE-C75A495D9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7096BB-AC0D-0B89-60D5-02FBAF8611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9A7D6BB-C083-2945-2C3B-3763703988CC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E21C437-ED48-CB49-10D0-B4CEAD717B8C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E7AE5B8-337D-2D73-5974-A267501E9B16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48C8A51-B880-85FC-BAAB-9F99A9DAF572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F80E68E-B680-4796-CBF9-742C2FAE428C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C4BE7903-A472-7972-AF3A-DC47A969C4F5}"/>
              </a:ext>
            </a:extLst>
          </p:cNvPr>
          <p:cNvSpPr/>
          <p:nvPr/>
        </p:nvSpPr>
        <p:spPr>
          <a:xfrm rot="16200000">
            <a:off x="468029" y="698810"/>
            <a:ext cx="5255193" cy="6000751"/>
          </a:xfrm>
          <a:prstGeom prst="round2SameRect">
            <a:avLst>
              <a:gd name="adj1" fmla="val 11798"/>
              <a:gd name="adj2" fmla="val 0"/>
            </a:avLst>
          </a:prstGeom>
          <a:solidFill>
            <a:srgbClr val="474C4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DCED58BD-044F-B164-5060-00D4C8BD2CD7}"/>
              </a:ext>
            </a:extLst>
          </p:cNvPr>
          <p:cNvSpPr/>
          <p:nvPr/>
        </p:nvSpPr>
        <p:spPr>
          <a:xfrm rot="5400000" flipH="1">
            <a:off x="6468779" y="698811"/>
            <a:ext cx="5255193" cy="6000752"/>
          </a:xfrm>
          <a:prstGeom prst="round2SameRect">
            <a:avLst>
              <a:gd name="adj1" fmla="val 11798"/>
              <a:gd name="adj2" fmla="val 0"/>
            </a:avLst>
          </a:prstGeom>
          <a:solidFill>
            <a:srgbClr val="9399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D09251-5D3D-BA15-EEE2-9A495441BAA1}"/>
              </a:ext>
            </a:extLst>
          </p:cNvPr>
          <p:cNvGrpSpPr/>
          <p:nvPr/>
        </p:nvGrpSpPr>
        <p:grpSpPr>
          <a:xfrm>
            <a:off x="238247" y="3388083"/>
            <a:ext cx="3864782" cy="1077218"/>
            <a:chOff x="238247" y="3278517"/>
            <a:chExt cx="3864782" cy="107721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977CF7-EE6B-498A-83F4-E138AEB4EE0F}"/>
                </a:ext>
              </a:extLst>
            </p:cNvPr>
            <p:cNvSpPr txBox="1"/>
            <p:nvPr/>
          </p:nvSpPr>
          <p:spPr>
            <a:xfrm>
              <a:off x="238247" y="3278517"/>
              <a:ext cx="3332108" cy="1077218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r"/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8016033-9D3B-BF41-9CFA-CEC2111E0796}"/>
                </a:ext>
              </a:extLst>
            </p:cNvPr>
            <p:cNvCxnSpPr>
              <a:cxnSpLocks/>
            </p:cNvCxnSpPr>
            <p:nvPr/>
          </p:nvCxnSpPr>
          <p:spPr>
            <a:xfrm>
              <a:off x="3679900" y="3848300"/>
              <a:ext cx="423129" cy="0"/>
            </a:xfrm>
            <a:prstGeom prst="line">
              <a:avLst/>
            </a:prstGeom>
            <a:ln w="25400">
              <a:solidFill>
                <a:srgbClr val="1B3D66"/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4E2AA12-0200-AF95-DE6E-AFDF392BD32C}"/>
              </a:ext>
            </a:extLst>
          </p:cNvPr>
          <p:cNvGrpSpPr/>
          <p:nvPr/>
        </p:nvGrpSpPr>
        <p:grpSpPr>
          <a:xfrm>
            <a:off x="238247" y="1926782"/>
            <a:ext cx="4498627" cy="1077218"/>
            <a:chOff x="238247" y="1817216"/>
            <a:chExt cx="4498627" cy="107721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47BBAD-FAE2-F957-0A09-8BD0DE747B89}"/>
                </a:ext>
              </a:extLst>
            </p:cNvPr>
            <p:cNvSpPr txBox="1"/>
            <p:nvPr/>
          </p:nvSpPr>
          <p:spPr>
            <a:xfrm>
              <a:off x="238247" y="1817216"/>
              <a:ext cx="3685010" cy="1077218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r"/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9350BA0-0F2F-45A2-7BBB-F726A0A06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6765" y="2371725"/>
              <a:ext cx="730109" cy="0"/>
            </a:xfrm>
            <a:prstGeom prst="line">
              <a:avLst/>
            </a:prstGeom>
            <a:ln w="25400">
              <a:solidFill>
                <a:srgbClr val="1B3D66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6965EC-BE26-E7BD-5D4A-00D250507D0B}"/>
              </a:ext>
            </a:extLst>
          </p:cNvPr>
          <p:cNvGrpSpPr/>
          <p:nvPr/>
        </p:nvGrpSpPr>
        <p:grpSpPr>
          <a:xfrm>
            <a:off x="290285" y="4800181"/>
            <a:ext cx="4446589" cy="1077218"/>
            <a:chOff x="290285" y="4690615"/>
            <a:chExt cx="4446589" cy="1077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C52FF3-BD52-AF30-4543-A0536B1ABE52}"/>
                </a:ext>
              </a:extLst>
            </p:cNvPr>
            <p:cNvSpPr txBox="1"/>
            <p:nvPr/>
          </p:nvSpPr>
          <p:spPr>
            <a:xfrm>
              <a:off x="290285" y="4690615"/>
              <a:ext cx="3632972" cy="1077218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r"/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AB9C5EB-53DE-85AE-B985-E43030823B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6765" y="5229225"/>
              <a:ext cx="730109" cy="0"/>
            </a:xfrm>
            <a:prstGeom prst="line">
              <a:avLst/>
            </a:prstGeom>
            <a:ln w="25400">
              <a:solidFill>
                <a:srgbClr val="1B3D66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2BD808D-A035-FD6E-8CD9-29B38ED70F72}"/>
              </a:ext>
            </a:extLst>
          </p:cNvPr>
          <p:cNvGrpSpPr/>
          <p:nvPr/>
        </p:nvGrpSpPr>
        <p:grpSpPr>
          <a:xfrm>
            <a:off x="6095998" y="1075783"/>
            <a:ext cx="5995713" cy="536979"/>
            <a:chOff x="6105937" y="966217"/>
            <a:chExt cx="5995713" cy="53697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9D36E5B-C908-C011-D86B-52E83C4F6421}"/>
                </a:ext>
              </a:extLst>
            </p:cNvPr>
            <p:cNvSpPr/>
            <p:nvPr/>
          </p:nvSpPr>
          <p:spPr>
            <a:xfrm rot="5400000" flipH="1">
              <a:off x="8835304" y="-1763150"/>
              <a:ext cx="536979" cy="5995713"/>
            </a:xfrm>
            <a:custGeom>
              <a:avLst/>
              <a:gdLst>
                <a:gd name="connsiteX0" fmla="*/ 536979 w 536979"/>
                <a:gd name="connsiteY0" fmla="*/ 611638 h 5992381"/>
                <a:gd name="connsiteX1" fmla="*/ 536979 w 536979"/>
                <a:gd name="connsiteY1" fmla="*/ 5992381 h 5992381"/>
                <a:gd name="connsiteX2" fmla="*/ 0 w 536979"/>
                <a:gd name="connsiteY2" fmla="*/ 5992381 h 5992381"/>
                <a:gd name="connsiteX3" fmla="*/ 0 w 536979"/>
                <a:gd name="connsiteY3" fmla="*/ 0 h 5992381"/>
                <a:gd name="connsiteX4" fmla="*/ 41924 w 536979"/>
                <a:gd name="connsiteY4" fmla="*/ 4227 h 5992381"/>
                <a:gd name="connsiteX5" fmla="*/ 536979 w 536979"/>
                <a:gd name="connsiteY5" fmla="*/ 611638 h 59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6979" h="5992381">
                  <a:moveTo>
                    <a:pt x="536979" y="611638"/>
                  </a:moveTo>
                  <a:lnTo>
                    <a:pt x="536979" y="5992381"/>
                  </a:lnTo>
                  <a:lnTo>
                    <a:pt x="0" y="5992381"/>
                  </a:lnTo>
                  <a:lnTo>
                    <a:pt x="0" y="0"/>
                  </a:lnTo>
                  <a:lnTo>
                    <a:pt x="41924" y="4227"/>
                  </a:lnTo>
                  <a:cubicBezTo>
                    <a:pt x="324451" y="62040"/>
                    <a:pt x="536979" y="312020"/>
                    <a:pt x="536979" y="611638"/>
                  </a:cubicBez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3458443-5EC1-AF46-DC00-1C188A6501E8}"/>
                </a:ext>
              </a:extLst>
            </p:cNvPr>
            <p:cNvSpPr txBox="1"/>
            <p:nvPr/>
          </p:nvSpPr>
          <p:spPr>
            <a:xfrm>
              <a:off x="7534275" y="1047750"/>
              <a:ext cx="3124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Results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8A939DC-9154-F546-D398-EA2525BA1331}"/>
              </a:ext>
            </a:extLst>
          </p:cNvPr>
          <p:cNvGrpSpPr/>
          <p:nvPr/>
        </p:nvGrpSpPr>
        <p:grpSpPr>
          <a:xfrm>
            <a:off x="105603" y="1075784"/>
            <a:ext cx="5992381" cy="536979"/>
            <a:chOff x="105603" y="966218"/>
            <a:chExt cx="5992381" cy="53697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C6C33C-DDFC-4942-0336-39D1DB0AC7BF}"/>
                </a:ext>
              </a:extLst>
            </p:cNvPr>
            <p:cNvSpPr/>
            <p:nvPr/>
          </p:nvSpPr>
          <p:spPr>
            <a:xfrm rot="16200000">
              <a:off x="2833304" y="-1761483"/>
              <a:ext cx="536979" cy="5992381"/>
            </a:xfrm>
            <a:custGeom>
              <a:avLst/>
              <a:gdLst>
                <a:gd name="connsiteX0" fmla="*/ 536979 w 536979"/>
                <a:gd name="connsiteY0" fmla="*/ 611638 h 5992381"/>
                <a:gd name="connsiteX1" fmla="*/ 536979 w 536979"/>
                <a:gd name="connsiteY1" fmla="*/ 5992381 h 5992381"/>
                <a:gd name="connsiteX2" fmla="*/ 0 w 536979"/>
                <a:gd name="connsiteY2" fmla="*/ 5992381 h 5992381"/>
                <a:gd name="connsiteX3" fmla="*/ 0 w 536979"/>
                <a:gd name="connsiteY3" fmla="*/ 0 h 5992381"/>
                <a:gd name="connsiteX4" fmla="*/ 41924 w 536979"/>
                <a:gd name="connsiteY4" fmla="*/ 4227 h 5992381"/>
                <a:gd name="connsiteX5" fmla="*/ 536979 w 536979"/>
                <a:gd name="connsiteY5" fmla="*/ 611638 h 59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6979" h="5992381">
                  <a:moveTo>
                    <a:pt x="536979" y="611638"/>
                  </a:moveTo>
                  <a:lnTo>
                    <a:pt x="536979" y="5992381"/>
                  </a:lnTo>
                  <a:lnTo>
                    <a:pt x="0" y="5992381"/>
                  </a:lnTo>
                  <a:lnTo>
                    <a:pt x="0" y="0"/>
                  </a:lnTo>
                  <a:lnTo>
                    <a:pt x="41924" y="4227"/>
                  </a:lnTo>
                  <a:cubicBezTo>
                    <a:pt x="324451" y="62040"/>
                    <a:pt x="536979" y="312020"/>
                    <a:pt x="536979" y="611638"/>
                  </a:cubicBezTo>
                  <a:close/>
                </a:path>
              </a:pathLst>
            </a:custGeom>
            <a:solidFill>
              <a:srgbClr val="474C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91FEDB-0B2D-857D-ADE4-BC15022B8702}"/>
                </a:ext>
              </a:extLst>
            </p:cNvPr>
            <p:cNvSpPr txBox="1"/>
            <p:nvPr/>
          </p:nvSpPr>
          <p:spPr>
            <a:xfrm>
              <a:off x="1533525" y="1047750"/>
              <a:ext cx="3124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Business Needs</a:t>
              </a:r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9CD674E-98B8-44BA-5C60-BA9B34FEAA03}"/>
              </a:ext>
            </a:extLst>
          </p:cNvPr>
          <p:cNvSpPr/>
          <p:nvPr/>
        </p:nvSpPr>
        <p:spPr>
          <a:xfrm rot="20239991">
            <a:off x="4255479" y="2272006"/>
            <a:ext cx="1382140" cy="1476565"/>
          </a:xfrm>
          <a:custGeom>
            <a:avLst/>
            <a:gdLst>
              <a:gd name="connsiteX0" fmla="*/ 1382140 w 1382140"/>
              <a:gd name="connsiteY0" fmla="*/ 0 h 1476565"/>
              <a:gd name="connsiteX1" fmla="*/ 1382140 w 1382140"/>
              <a:gd name="connsiteY1" fmla="*/ 1279479 h 1476565"/>
              <a:gd name="connsiteX2" fmla="*/ 902386 w 1382140"/>
              <a:gd name="connsiteY2" fmla="*/ 1476565 h 1476565"/>
              <a:gd name="connsiteX3" fmla="*/ 0 w 1382140"/>
              <a:gd name="connsiteY3" fmla="*/ 574178 h 1476565"/>
              <a:gd name="connsiteX4" fmla="*/ 46746 w 1382140"/>
              <a:gd name="connsiteY4" fmla="*/ 534016 h 1476565"/>
              <a:gd name="connsiteX5" fmla="*/ 111200 w 1382140"/>
              <a:gd name="connsiteY5" fmla="*/ 499358 h 1476565"/>
              <a:gd name="connsiteX6" fmla="*/ 111198 w 1382140"/>
              <a:gd name="connsiteY6" fmla="*/ 499359 h 1476565"/>
              <a:gd name="connsiteX7" fmla="*/ 114874 w 1382140"/>
              <a:gd name="connsiteY7" fmla="*/ 497382 h 1476565"/>
              <a:gd name="connsiteX8" fmla="*/ 119327 w 1382140"/>
              <a:gd name="connsiteY8" fmla="*/ 496019 h 1476565"/>
              <a:gd name="connsiteX9" fmla="*/ 119328 w 1382140"/>
              <a:gd name="connsiteY9" fmla="*/ 496019 h 1476565"/>
              <a:gd name="connsiteX10" fmla="*/ 119333 w 1382140"/>
              <a:gd name="connsiteY10" fmla="*/ 496018 h 1476565"/>
              <a:gd name="connsiteX11" fmla="*/ 1254033 w 1382140"/>
              <a:gd name="connsiteY11" fmla="*/ 29875 h 1476565"/>
              <a:gd name="connsiteX12" fmla="*/ 1188477 w 1382140"/>
              <a:gd name="connsiteY12" fmla="*/ 64214 h 1476565"/>
              <a:gd name="connsiteX13" fmla="*/ 1125597 w 1382140"/>
              <a:gd name="connsiteY13" fmla="*/ 115380 h 1476565"/>
              <a:gd name="connsiteX14" fmla="*/ 771127 w 1382140"/>
              <a:gd name="connsiteY14" fmla="*/ 468507 h 1476565"/>
              <a:gd name="connsiteX15" fmla="*/ 771128 w 1382140"/>
              <a:gd name="connsiteY15" fmla="*/ 468507 h 1476565"/>
              <a:gd name="connsiteX16" fmla="*/ 1125597 w 1382140"/>
              <a:gd name="connsiteY16" fmla="*/ 115381 h 1476565"/>
              <a:gd name="connsiteX17" fmla="*/ 1188478 w 1382140"/>
              <a:gd name="connsiteY17" fmla="*/ 64216 h 1476565"/>
              <a:gd name="connsiteX18" fmla="*/ 1254033 w 1382140"/>
              <a:gd name="connsiteY18" fmla="*/ 29875 h 1476565"/>
              <a:gd name="connsiteX19" fmla="*/ 1262161 w 1382140"/>
              <a:gd name="connsiteY19" fmla="*/ 26537 h 1476565"/>
              <a:gd name="connsiteX20" fmla="*/ 1332365 w 1382140"/>
              <a:gd name="connsiteY20" fmla="*/ 5877 h 1476565"/>
              <a:gd name="connsiteX21" fmla="*/ 1382140 w 1382140"/>
              <a:gd name="connsiteY21" fmla="*/ 0 h 147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82140" h="1476565">
                <a:moveTo>
                  <a:pt x="1382140" y="0"/>
                </a:moveTo>
                <a:lnTo>
                  <a:pt x="1382140" y="1279479"/>
                </a:lnTo>
                <a:lnTo>
                  <a:pt x="902386" y="1476565"/>
                </a:lnTo>
                <a:lnTo>
                  <a:pt x="0" y="574178"/>
                </a:lnTo>
                <a:lnTo>
                  <a:pt x="46746" y="534016"/>
                </a:lnTo>
                <a:lnTo>
                  <a:pt x="111200" y="499358"/>
                </a:lnTo>
                <a:lnTo>
                  <a:pt x="111198" y="499359"/>
                </a:lnTo>
                <a:lnTo>
                  <a:pt x="114874" y="497382"/>
                </a:lnTo>
                <a:lnTo>
                  <a:pt x="119327" y="496019"/>
                </a:lnTo>
                <a:lnTo>
                  <a:pt x="119328" y="496019"/>
                </a:lnTo>
                <a:lnTo>
                  <a:pt x="119333" y="496018"/>
                </a:lnTo>
                <a:lnTo>
                  <a:pt x="1254033" y="29875"/>
                </a:lnTo>
                <a:lnTo>
                  <a:pt x="1188477" y="64214"/>
                </a:lnTo>
                <a:cubicBezTo>
                  <a:pt x="1166258" y="78825"/>
                  <a:pt x="1145171" y="95880"/>
                  <a:pt x="1125597" y="115380"/>
                </a:cubicBezTo>
                <a:lnTo>
                  <a:pt x="771127" y="468507"/>
                </a:lnTo>
                <a:lnTo>
                  <a:pt x="771128" y="468507"/>
                </a:lnTo>
                <a:lnTo>
                  <a:pt x="1125597" y="115381"/>
                </a:lnTo>
                <a:cubicBezTo>
                  <a:pt x="1145171" y="95881"/>
                  <a:pt x="1166258" y="78825"/>
                  <a:pt x="1188478" y="64216"/>
                </a:cubicBezTo>
                <a:lnTo>
                  <a:pt x="1254033" y="29875"/>
                </a:lnTo>
                <a:lnTo>
                  <a:pt x="1262161" y="26537"/>
                </a:lnTo>
                <a:lnTo>
                  <a:pt x="1332365" y="5877"/>
                </a:lnTo>
                <a:lnTo>
                  <a:pt x="1382140" y="0"/>
                </a:lnTo>
                <a:close/>
              </a:path>
            </a:pathLst>
          </a:custGeom>
          <a:solidFill>
            <a:srgbClr val="47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058C305-3EAC-379A-4366-2029B3D78EDB}"/>
              </a:ext>
            </a:extLst>
          </p:cNvPr>
          <p:cNvSpPr/>
          <p:nvPr/>
        </p:nvSpPr>
        <p:spPr>
          <a:xfrm rot="20239991">
            <a:off x="3906790" y="3050321"/>
            <a:ext cx="1478535" cy="1382621"/>
          </a:xfrm>
          <a:custGeom>
            <a:avLst/>
            <a:gdLst>
              <a:gd name="connsiteX0" fmla="*/ 574511 w 1478535"/>
              <a:gd name="connsiteY0" fmla="*/ 0 h 1382621"/>
              <a:gd name="connsiteX1" fmla="*/ 1478535 w 1478535"/>
              <a:gd name="connsiteY1" fmla="*/ 904025 h 1382621"/>
              <a:gd name="connsiteX2" fmla="*/ 1278660 w 1478535"/>
              <a:gd name="connsiteY2" fmla="*/ 1382621 h 1382621"/>
              <a:gd name="connsiteX3" fmla="*/ 11 w 1478535"/>
              <a:gd name="connsiteY3" fmla="*/ 1382620 h 1382621"/>
              <a:gd name="connsiteX4" fmla="*/ 0 w 1478535"/>
              <a:gd name="connsiteY4" fmla="*/ 1382467 h 1382621"/>
              <a:gd name="connsiteX5" fmla="*/ 16207 w 1478535"/>
              <a:gd name="connsiteY5" fmla="*/ 1287748 h 1382621"/>
              <a:gd name="connsiteX6" fmla="*/ 24833 w 1478535"/>
              <a:gd name="connsiteY6" fmla="*/ 1268032 h 1382621"/>
              <a:gd name="connsiteX7" fmla="*/ 24931 w 1478535"/>
              <a:gd name="connsiteY7" fmla="*/ 1258970 h 1382621"/>
              <a:gd name="connsiteX8" fmla="*/ 512073 w 1478535"/>
              <a:gd name="connsiteY8" fmla="*/ 92524 h 1382621"/>
              <a:gd name="connsiteX9" fmla="*/ 517839 w 1478535"/>
              <a:gd name="connsiteY9" fmla="*/ 87492 h 1382621"/>
              <a:gd name="connsiteX10" fmla="*/ 525364 w 1478535"/>
              <a:gd name="connsiteY10" fmla="*/ 68585 h 1382621"/>
              <a:gd name="connsiteX11" fmla="*/ 574511 w 1478535"/>
              <a:gd name="connsiteY11" fmla="*/ 0 h 1382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8535" h="1382621">
                <a:moveTo>
                  <a:pt x="574511" y="0"/>
                </a:moveTo>
                <a:lnTo>
                  <a:pt x="1478535" y="904025"/>
                </a:lnTo>
                <a:lnTo>
                  <a:pt x="1278660" y="1382621"/>
                </a:lnTo>
                <a:lnTo>
                  <a:pt x="11" y="1382620"/>
                </a:lnTo>
                <a:lnTo>
                  <a:pt x="0" y="1382467"/>
                </a:lnTo>
                <a:cubicBezTo>
                  <a:pt x="1587" y="1350491"/>
                  <a:pt x="6990" y="1318671"/>
                  <a:pt x="16207" y="1287748"/>
                </a:cubicBezTo>
                <a:lnTo>
                  <a:pt x="24833" y="1268032"/>
                </a:lnTo>
                <a:lnTo>
                  <a:pt x="24931" y="1258970"/>
                </a:lnTo>
                <a:lnTo>
                  <a:pt x="512073" y="92524"/>
                </a:lnTo>
                <a:lnTo>
                  <a:pt x="517839" y="87492"/>
                </a:lnTo>
                <a:lnTo>
                  <a:pt x="525364" y="68585"/>
                </a:lnTo>
                <a:lnTo>
                  <a:pt x="574511" y="0"/>
                </a:lnTo>
                <a:close/>
              </a:path>
            </a:pathLst>
          </a:custGeom>
          <a:solidFill>
            <a:srgbClr val="47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6DAF2D8-A401-3B66-A5E2-757A0FA715B7}"/>
              </a:ext>
            </a:extLst>
          </p:cNvPr>
          <p:cNvSpPr/>
          <p:nvPr/>
        </p:nvSpPr>
        <p:spPr>
          <a:xfrm rot="20239991">
            <a:off x="4460518" y="4367911"/>
            <a:ext cx="1474170" cy="1383448"/>
          </a:xfrm>
          <a:custGeom>
            <a:avLst/>
            <a:gdLst>
              <a:gd name="connsiteX0" fmla="*/ 1277084 w 1474170"/>
              <a:gd name="connsiteY0" fmla="*/ 0 h 1383448"/>
              <a:gd name="connsiteX1" fmla="*/ 1474170 w 1474170"/>
              <a:gd name="connsiteY1" fmla="*/ 479753 h 1383448"/>
              <a:gd name="connsiteX2" fmla="*/ 903679 w 1474170"/>
              <a:gd name="connsiteY2" fmla="*/ 1050245 h 1383448"/>
              <a:gd name="connsiteX3" fmla="*/ 570475 w 1474170"/>
              <a:gd name="connsiteY3" fmla="*/ 1383448 h 1383448"/>
              <a:gd name="connsiteX4" fmla="*/ 531621 w 1474170"/>
              <a:gd name="connsiteY4" fmla="*/ 1335395 h 1383448"/>
              <a:gd name="connsiteX5" fmla="*/ 496958 w 1474170"/>
              <a:gd name="connsiteY5" fmla="*/ 1270929 h 1383448"/>
              <a:gd name="connsiteX6" fmla="*/ 493630 w 1474170"/>
              <a:gd name="connsiteY6" fmla="*/ 1262828 h 1383448"/>
              <a:gd name="connsiteX7" fmla="*/ 493629 w 1474170"/>
              <a:gd name="connsiteY7" fmla="*/ 1262827 h 1383448"/>
              <a:gd name="connsiteX8" fmla="*/ 493629 w 1474170"/>
              <a:gd name="connsiteY8" fmla="*/ 1262827 h 1383448"/>
              <a:gd name="connsiteX9" fmla="*/ 493629 w 1474170"/>
              <a:gd name="connsiteY9" fmla="*/ 1262827 h 1383448"/>
              <a:gd name="connsiteX10" fmla="*/ 27478 w 1474170"/>
              <a:gd name="connsiteY10" fmla="*/ 128107 h 1383448"/>
              <a:gd name="connsiteX11" fmla="*/ 27476 w 1474170"/>
              <a:gd name="connsiteY11" fmla="*/ 128103 h 1383448"/>
              <a:gd name="connsiteX12" fmla="*/ 27476 w 1474170"/>
              <a:gd name="connsiteY12" fmla="*/ 128102 h 1383448"/>
              <a:gd name="connsiteX13" fmla="*/ 25319 w 1474170"/>
              <a:gd name="connsiteY13" fmla="*/ 123982 h 1383448"/>
              <a:gd name="connsiteX14" fmla="*/ 24142 w 1474170"/>
              <a:gd name="connsiteY14" fmla="*/ 119986 h 1383448"/>
              <a:gd name="connsiteX15" fmla="*/ 24142 w 1474170"/>
              <a:gd name="connsiteY15" fmla="*/ 119987 h 1383448"/>
              <a:gd name="connsiteX16" fmla="*/ 24138 w 1474170"/>
              <a:gd name="connsiteY16" fmla="*/ 119972 h 1383448"/>
              <a:gd name="connsiteX17" fmla="*/ 18731 w 1474170"/>
              <a:gd name="connsiteY17" fmla="*/ 106810 h 1383448"/>
              <a:gd name="connsiteX18" fmla="*/ 18785 w 1474170"/>
              <a:gd name="connsiteY18" fmla="*/ 101782 h 1383448"/>
              <a:gd name="connsiteX19" fmla="*/ 3480 w 1474170"/>
              <a:gd name="connsiteY19" fmla="*/ 49779 h 1383448"/>
              <a:gd name="connsiteX20" fmla="*/ 0 w 1474170"/>
              <a:gd name="connsiteY20" fmla="*/ 0 h 1383448"/>
              <a:gd name="connsiteX21" fmla="*/ 1277084 w 1474170"/>
              <a:gd name="connsiteY21" fmla="*/ 0 h 1383448"/>
              <a:gd name="connsiteX22" fmla="*/ 466113 w 1474170"/>
              <a:gd name="connsiteY22" fmla="*/ 611016 h 1383448"/>
              <a:gd name="connsiteX23" fmla="*/ 466113 w 1474170"/>
              <a:gd name="connsiteY23" fmla="*/ 611017 h 1383448"/>
              <a:gd name="connsiteX24" fmla="*/ 464149 w 1474170"/>
              <a:gd name="connsiteY24" fmla="*/ 1111361 h 1383448"/>
              <a:gd name="connsiteX25" fmla="*/ 466113 w 1474170"/>
              <a:gd name="connsiteY25" fmla="*/ 611016 h 1383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474170" h="1383448">
                <a:moveTo>
                  <a:pt x="1277084" y="0"/>
                </a:moveTo>
                <a:lnTo>
                  <a:pt x="1474170" y="479753"/>
                </a:lnTo>
                <a:lnTo>
                  <a:pt x="903679" y="1050245"/>
                </a:lnTo>
                <a:lnTo>
                  <a:pt x="570475" y="1383448"/>
                </a:lnTo>
                <a:lnTo>
                  <a:pt x="531621" y="1335395"/>
                </a:lnTo>
                <a:lnTo>
                  <a:pt x="496958" y="1270929"/>
                </a:lnTo>
                <a:lnTo>
                  <a:pt x="493630" y="1262828"/>
                </a:lnTo>
                <a:lnTo>
                  <a:pt x="493629" y="1262827"/>
                </a:lnTo>
                <a:lnTo>
                  <a:pt x="493629" y="1262827"/>
                </a:lnTo>
                <a:lnTo>
                  <a:pt x="493629" y="1262827"/>
                </a:lnTo>
                <a:lnTo>
                  <a:pt x="27478" y="128107"/>
                </a:lnTo>
                <a:lnTo>
                  <a:pt x="27476" y="128103"/>
                </a:lnTo>
                <a:lnTo>
                  <a:pt x="27476" y="128102"/>
                </a:lnTo>
                <a:lnTo>
                  <a:pt x="25319" y="123982"/>
                </a:lnTo>
                <a:lnTo>
                  <a:pt x="24142" y="119986"/>
                </a:lnTo>
                <a:lnTo>
                  <a:pt x="24142" y="119987"/>
                </a:lnTo>
                <a:lnTo>
                  <a:pt x="24138" y="119972"/>
                </a:lnTo>
                <a:lnTo>
                  <a:pt x="18731" y="106810"/>
                </a:lnTo>
                <a:lnTo>
                  <a:pt x="18785" y="101782"/>
                </a:lnTo>
                <a:lnTo>
                  <a:pt x="3480" y="49779"/>
                </a:lnTo>
                <a:lnTo>
                  <a:pt x="0" y="0"/>
                </a:lnTo>
                <a:lnTo>
                  <a:pt x="1277084" y="0"/>
                </a:lnTo>
                <a:close/>
                <a:moveTo>
                  <a:pt x="466113" y="611016"/>
                </a:moveTo>
                <a:lnTo>
                  <a:pt x="466113" y="611017"/>
                </a:lnTo>
                <a:lnTo>
                  <a:pt x="464149" y="1111361"/>
                </a:lnTo>
                <a:lnTo>
                  <a:pt x="466113" y="611016"/>
                </a:lnTo>
                <a:close/>
              </a:path>
            </a:pathLst>
          </a:custGeom>
          <a:solidFill>
            <a:srgbClr val="47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9684032-9444-213B-FC87-E09C9CD9026D}"/>
              </a:ext>
            </a:extLst>
          </p:cNvPr>
          <p:cNvSpPr/>
          <p:nvPr/>
        </p:nvSpPr>
        <p:spPr>
          <a:xfrm rot="1360009" flipH="1">
            <a:off x="6559164" y="2272006"/>
            <a:ext cx="1382140" cy="1476565"/>
          </a:xfrm>
          <a:custGeom>
            <a:avLst/>
            <a:gdLst>
              <a:gd name="connsiteX0" fmla="*/ 1382140 w 1382140"/>
              <a:gd name="connsiteY0" fmla="*/ 0 h 1476565"/>
              <a:gd name="connsiteX1" fmla="*/ 1382140 w 1382140"/>
              <a:gd name="connsiteY1" fmla="*/ 1279479 h 1476565"/>
              <a:gd name="connsiteX2" fmla="*/ 902386 w 1382140"/>
              <a:gd name="connsiteY2" fmla="*/ 1476565 h 1476565"/>
              <a:gd name="connsiteX3" fmla="*/ 0 w 1382140"/>
              <a:gd name="connsiteY3" fmla="*/ 574178 h 1476565"/>
              <a:gd name="connsiteX4" fmla="*/ 46746 w 1382140"/>
              <a:gd name="connsiteY4" fmla="*/ 534016 h 1476565"/>
              <a:gd name="connsiteX5" fmla="*/ 111200 w 1382140"/>
              <a:gd name="connsiteY5" fmla="*/ 499358 h 1476565"/>
              <a:gd name="connsiteX6" fmla="*/ 111198 w 1382140"/>
              <a:gd name="connsiteY6" fmla="*/ 499359 h 1476565"/>
              <a:gd name="connsiteX7" fmla="*/ 114874 w 1382140"/>
              <a:gd name="connsiteY7" fmla="*/ 497382 h 1476565"/>
              <a:gd name="connsiteX8" fmla="*/ 119327 w 1382140"/>
              <a:gd name="connsiteY8" fmla="*/ 496019 h 1476565"/>
              <a:gd name="connsiteX9" fmla="*/ 119328 w 1382140"/>
              <a:gd name="connsiteY9" fmla="*/ 496019 h 1476565"/>
              <a:gd name="connsiteX10" fmla="*/ 119333 w 1382140"/>
              <a:gd name="connsiteY10" fmla="*/ 496018 h 1476565"/>
              <a:gd name="connsiteX11" fmla="*/ 1254033 w 1382140"/>
              <a:gd name="connsiteY11" fmla="*/ 29875 h 1476565"/>
              <a:gd name="connsiteX12" fmla="*/ 1188477 w 1382140"/>
              <a:gd name="connsiteY12" fmla="*/ 64214 h 1476565"/>
              <a:gd name="connsiteX13" fmla="*/ 1125597 w 1382140"/>
              <a:gd name="connsiteY13" fmla="*/ 115380 h 1476565"/>
              <a:gd name="connsiteX14" fmla="*/ 771127 w 1382140"/>
              <a:gd name="connsiteY14" fmla="*/ 468507 h 1476565"/>
              <a:gd name="connsiteX15" fmla="*/ 771128 w 1382140"/>
              <a:gd name="connsiteY15" fmla="*/ 468507 h 1476565"/>
              <a:gd name="connsiteX16" fmla="*/ 1125597 w 1382140"/>
              <a:gd name="connsiteY16" fmla="*/ 115381 h 1476565"/>
              <a:gd name="connsiteX17" fmla="*/ 1188478 w 1382140"/>
              <a:gd name="connsiteY17" fmla="*/ 64216 h 1476565"/>
              <a:gd name="connsiteX18" fmla="*/ 1254033 w 1382140"/>
              <a:gd name="connsiteY18" fmla="*/ 29875 h 1476565"/>
              <a:gd name="connsiteX19" fmla="*/ 1262161 w 1382140"/>
              <a:gd name="connsiteY19" fmla="*/ 26537 h 1476565"/>
              <a:gd name="connsiteX20" fmla="*/ 1332365 w 1382140"/>
              <a:gd name="connsiteY20" fmla="*/ 5877 h 1476565"/>
              <a:gd name="connsiteX21" fmla="*/ 1382140 w 1382140"/>
              <a:gd name="connsiteY21" fmla="*/ 0 h 147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82140" h="1476565">
                <a:moveTo>
                  <a:pt x="1382140" y="0"/>
                </a:moveTo>
                <a:lnTo>
                  <a:pt x="1382140" y="1279479"/>
                </a:lnTo>
                <a:lnTo>
                  <a:pt x="902386" y="1476565"/>
                </a:lnTo>
                <a:lnTo>
                  <a:pt x="0" y="574178"/>
                </a:lnTo>
                <a:lnTo>
                  <a:pt x="46746" y="534016"/>
                </a:lnTo>
                <a:lnTo>
                  <a:pt x="111200" y="499358"/>
                </a:lnTo>
                <a:lnTo>
                  <a:pt x="111198" y="499359"/>
                </a:lnTo>
                <a:lnTo>
                  <a:pt x="114874" y="497382"/>
                </a:lnTo>
                <a:lnTo>
                  <a:pt x="119327" y="496019"/>
                </a:lnTo>
                <a:lnTo>
                  <a:pt x="119328" y="496019"/>
                </a:lnTo>
                <a:lnTo>
                  <a:pt x="119333" y="496018"/>
                </a:lnTo>
                <a:lnTo>
                  <a:pt x="1254033" y="29875"/>
                </a:lnTo>
                <a:lnTo>
                  <a:pt x="1188477" y="64214"/>
                </a:lnTo>
                <a:cubicBezTo>
                  <a:pt x="1166258" y="78825"/>
                  <a:pt x="1145171" y="95880"/>
                  <a:pt x="1125597" y="115380"/>
                </a:cubicBezTo>
                <a:lnTo>
                  <a:pt x="771127" y="468507"/>
                </a:lnTo>
                <a:lnTo>
                  <a:pt x="771128" y="468507"/>
                </a:lnTo>
                <a:lnTo>
                  <a:pt x="1125597" y="115381"/>
                </a:lnTo>
                <a:cubicBezTo>
                  <a:pt x="1145171" y="95881"/>
                  <a:pt x="1166258" y="78825"/>
                  <a:pt x="1188478" y="64216"/>
                </a:cubicBezTo>
                <a:lnTo>
                  <a:pt x="1254033" y="29875"/>
                </a:lnTo>
                <a:lnTo>
                  <a:pt x="1262161" y="26537"/>
                </a:lnTo>
                <a:lnTo>
                  <a:pt x="1332365" y="5877"/>
                </a:lnTo>
                <a:lnTo>
                  <a:pt x="1382140" y="0"/>
                </a:lnTo>
                <a:close/>
              </a:path>
            </a:pathLst>
          </a:cu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33615E5-CDD6-7FE9-7C08-57F009D1CE77}"/>
              </a:ext>
            </a:extLst>
          </p:cNvPr>
          <p:cNvSpPr/>
          <p:nvPr/>
        </p:nvSpPr>
        <p:spPr>
          <a:xfrm rot="1360009" flipH="1">
            <a:off x="6811458" y="3050321"/>
            <a:ext cx="1478535" cy="1382621"/>
          </a:xfrm>
          <a:custGeom>
            <a:avLst/>
            <a:gdLst>
              <a:gd name="connsiteX0" fmla="*/ 574511 w 1478535"/>
              <a:gd name="connsiteY0" fmla="*/ 0 h 1382621"/>
              <a:gd name="connsiteX1" fmla="*/ 1478535 w 1478535"/>
              <a:gd name="connsiteY1" fmla="*/ 904025 h 1382621"/>
              <a:gd name="connsiteX2" fmla="*/ 1278660 w 1478535"/>
              <a:gd name="connsiteY2" fmla="*/ 1382621 h 1382621"/>
              <a:gd name="connsiteX3" fmla="*/ 11 w 1478535"/>
              <a:gd name="connsiteY3" fmla="*/ 1382620 h 1382621"/>
              <a:gd name="connsiteX4" fmla="*/ 0 w 1478535"/>
              <a:gd name="connsiteY4" fmla="*/ 1382467 h 1382621"/>
              <a:gd name="connsiteX5" fmla="*/ 16207 w 1478535"/>
              <a:gd name="connsiteY5" fmla="*/ 1287748 h 1382621"/>
              <a:gd name="connsiteX6" fmla="*/ 24833 w 1478535"/>
              <a:gd name="connsiteY6" fmla="*/ 1268032 h 1382621"/>
              <a:gd name="connsiteX7" fmla="*/ 24931 w 1478535"/>
              <a:gd name="connsiteY7" fmla="*/ 1258970 h 1382621"/>
              <a:gd name="connsiteX8" fmla="*/ 512073 w 1478535"/>
              <a:gd name="connsiteY8" fmla="*/ 92524 h 1382621"/>
              <a:gd name="connsiteX9" fmla="*/ 517839 w 1478535"/>
              <a:gd name="connsiteY9" fmla="*/ 87492 h 1382621"/>
              <a:gd name="connsiteX10" fmla="*/ 525364 w 1478535"/>
              <a:gd name="connsiteY10" fmla="*/ 68585 h 1382621"/>
              <a:gd name="connsiteX11" fmla="*/ 574511 w 1478535"/>
              <a:gd name="connsiteY11" fmla="*/ 0 h 1382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8535" h="1382621">
                <a:moveTo>
                  <a:pt x="574511" y="0"/>
                </a:moveTo>
                <a:lnTo>
                  <a:pt x="1478535" y="904025"/>
                </a:lnTo>
                <a:lnTo>
                  <a:pt x="1278660" y="1382621"/>
                </a:lnTo>
                <a:lnTo>
                  <a:pt x="11" y="1382620"/>
                </a:lnTo>
                <a:lnTo>
                  <a:pt x="0" y="1382467"/>
                </a:lnTo>
                <a:cubicBezTo>
                  <a:pt x="1587" y="1350491"/>
                  <a:pt x="6990" y="1318671"/>
                  <a:pt x="16207" y="1287748"/>
                </a:cubicBezTo>
                <a:lnTo>
                  <a:pt x="24833" y="1268032"/>
                </a:lnTo>
                <a:lnTo>
                  <a:pt x="24931" y="1258970"/>
                </a:lnTo>
                <a:lnTo>
                  <a:pt x="512073" y="92524"/>
                </a:lnTo>
                <a:lnTo>
                  <a:pt x="517839" y="87492"/>
                </a:lnTo>
                <a:lnTo>
                  <a:pt x="525364" y="68585"/>
                </a:lnTo>
                <a:lnTo>
                  <a:pt x="574511" y="0"/>
                </a:lnTo>
                <a:close/>
              </a:path>
            </a:pathLst>
          </a:cu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AC04A32-0592-2C39-8355-847E7EF9E802}"/>
              </a:ext>
            </a:extLst>
          </p:cNvPr>
          <p:cNvSpPr/>
          <p:nvPr/>
        </p:nvSpPr>
        <p:spPr>
          <a:xfrm rot="1360009" flipH="1">
            <a:off x="6262095" y="4367911"/>
            <a:ext cx="1474170" cy="1383448"/>
          </a:xfrm>
          <a:custGeom>
            <a:avLst/>
            <a:gdLst>
              <a:gd name="connsiteX0" fmla="*/ 1277084 w 1474170"/>
              <a:gd name="connsiteY0" fmla="*/ 0 h 1383448"/>
              <a:gd name="connsiteX1" fmla="*/ 1474170 w 1474170"/>
              <a:gd name="connsiteY1" fmla="*/ 479753 h 1383448"/>
              <a:gd name="connsiteX2" fmla="*/ 903679 w 1474170"/>
              <a:gd name="connsiteY2" fmla="*/ 1050245 h 1383448"/>
              <a:gd name="connsiteX3" fmla="*/ 570475 w 1474170"/>
              <a:gd name="connsiteY3" fmla="*/ 1383448 h 1383448"/>
              <a:gd name="connsiteX4" fmla="*/ 531621 w 1474170"/>
              <a:gd name="connsiteY4" fmla="*/ 1335395 h 1383448"/>
              <a:gd name="connsiteX5" fmla="*/ 496958 w 1474170"/>
              <a:gd name="connsiteY5" fmla="*/ 1270929 h 1383448"/>
              <a:gd name="connsiteX6" fmla="*/ 493630 w 1474170"/>
              <a:gd name="connsiteY6" fmla="*/ 1262828 h 1383448"/>
              <a:gd name="connsiteX7" fmla="*/ 493629 w 1474170"/>
              <a:gd name="connsiteY7" fmla="*/ 1262827 h 1383448"/>
              <a:gd name="connsiteX8" fmla="*/ 493629 w 1474170"/>
              <a:gd name="connsiteY8" fmla="*/ 1262827 h 1383448"/>
              <a:gd name="connsiteX9" fmla="*/ 493629 w 1474170"/>
              <a:gd name="connsiteY9" fmla="*/ 1262827 h 1383448"/>
              <a:gd name="connsiteX10" fmla="*/ 27478 w 1474170"/>
              <a:gd name="connsiteY10" fmla="*/ 128107 h 1383448"/>
              <a:gd name="connsiteX11" fmla="*/ 27476 w 1474170"/>
              <a:gd name="connsiteY11" fmla="*/ 128103 h 1383448"/>
              <a:gd name="connsiteX12" fmla="*/ 27476 w 1474170"/>
              <a:gd name="connsiteY12" fmla="*/ 128102 h 1383448"/>
              <a:gd name="connsiteX13" fmla="*/ 25319 w 1474170"/>
              <a:gd name="connsiteY13" fmla="*/ 123982 h 1383448"/>
              <a:gd name="connsiteX14" fmla="*/ 24142 w 1474170"/>
              <a:gd name="connsiteY14" fmla="*/ 119986 h 1383448"/>
              <a:gd name="connsiteX15" fmla="*/ 24142 w 1474170"/>
              <a:gd name="connsiteY15" fmla="*/ 119987 h 1383448"/>
              <a:gd name="connsiteX16" fmla="*/ 24138 w 1474170"/>
              <a:gd name="connsiteY16" fmla="*/ 119972 h 1383448"/>
              <a:gd name="connsiteX17" fmla="*/ 18731 w 1474170"/>
              <a:gd name="connsiteY17" fmla="*/ 106810 h 1383448"/>
              <a:gd name="connsiteX18" fmla="*/ 18785 w 1474170"/>
              <a:gd name="connsiteY18" fmla="*/ 101782 h 1383448"/>
              <a:gd name="connsiteX19" fmla="*/ 3480 w 1474170"/>
              <a:gd name="connsiteY19" fmla="*/ 49779 h 1383448"/>
              <a:gd name="connsiteX20" fmla="*/ 0 w 1474170"/>
              <a:gd name="connsiteY20" fmla="*/ 0 h 1383448"/>
              <a:gd name="connsiteX21" fmla="*/ 1277084 w 1474170"/>
              <a:gd name="connsiteY21" fmla="*/ 0 h 1383448"/>
              <a:gd name="connsiteX22" fmla="*/ 466113 w 1474170"/>
              <a:gd name="connsiteY22" fmla="*/ 611016 h 1383448"/>
              <a:gd name="connsiteX23" fmla="*/ 466113 w 1474170"/>
              <a:gd name="connsiteY23" fmla="*/ 611017 h 1383448"/>
              <a:gd name="connsiteX24" fmla="*/ 464149 w 1474170"/>
              <a:gd name="connsiteY24" fmla="*/ 1111361 h 1383448"/>
              <a:gd name="connsiteX25" fmla="*/ 466113 w 1474170"/>
              <a:gd name="connsiteY25" fmla="*/ 611016 h 1383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474170" h="1383448">
                <a:moveTo>
                  <a:pt x="1277084" y="0"/>
                </a:moveTo>
                <a:lnTo>
                  <a:pt x="1474170" y="479753"/>
                </a:lnTo>
                <a:lnTo>
                  <a:pt x="903679" y="1050245"/>
                </a:lnTo>
                <a:lnTo>
                  <a:pt x="570475" y="1383448"/>
                </a:lnTo>
                <a:lnTo>
                  <a:pt x="531621" y="1335395"/>
                </a:lnTo>
                <a:lnTo>
                  <a:pt x="496958" y="1270929"/>
                </a:lnTo>
                <a:lnTo>
                  <a:pt x="493630" y="1262828"/>
                </a:lnTo>
                <a:lnTo>
                  <a:pt x="493629" y="1262827"/>
                </a:lnTo>
                <a:lnTo>
                  <a:pt x="493629" y="1262827"/>
                </a:lnTo>
                <a:lnTo>
                  <a:pt x="493629" y="1262827"/>
                </a:lnTo>
                <a:lnTo>
                  <a:pt x="27478" y="128107"/>
                </a:lnTo>
                <a:lnTo>
                  <a:pt x="27476" y="128103"/>
                </a:lnTo>
                <a:lnTo>
                  <a:pt x="27476" y="128102"/>
                </a:lnTo>
                <a:lnTo>
                  <a:pt x="25319" y="123982"/>
                </a:lnTo>
                <a:lnTo>
                  <a:pt x="24142" y="119986"/>
                </a:lnTo>
                <a:lnTo>
                  <a:pt x="24142" y="119987"/>
                </a:lnTo>
                <a:lnTo>
                  <a:pt x="24138" y="119972"/>
                </a:lnTo>
                <a:lnTo>
                  <a:pt x="18731" y="106810"/>
                </a:lnTo>
                <a:lnTo>
                  <a:pt x="18785" y="101782"/>
                </a:lnTo>
                <a:lnTo>
                  <a:pt x="3480" y="49779"/>
                </a:lnTo>
                <a:lnTo>
                  <a:pt x="0" y="0"/>
                </a:lnTo>
                <a:lnTo>
                  <a:pt x="1277084" y="0"/>
                </a:lnTo>
                <a:close/>
                <a:moveTo>
                  <a:pt x="466113" y="611016"/>
                </a:moveTo>
                <a:lnTo>
                  <a:pt x="466113" y="611017"/>
                </a:lnTo>
                <a:lnTo>
                  <a:pt x="464149" y="1111361"/>
                </a:lnTo>
                <a:lnTo>
                  <a:pt x="466113" y="611016"/>
                </a:lnTo>
                <a:close/>
              </a:path>
            </a:pathLst>
          </a:cu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60" name="Octagon 59">
            <a:extLst>
              <a:ext uri="{FF2B5EF4-FFF2-40B4-BE49-F238E27FC236}">
                <a16:creationId xmlns:a16="http://schemas.microsoft.com/office/drawing/2014/main" id="{E4655E0E-4F5A-D976-DBDF-EB5BCB5D2B69}"/>
              </a:ext>
            </a:extLst>
          </p:cNvPr>
          <p:cNvSpPr/>
          <p:nvPr/>
        </p:nvSpPr>
        <p:spPr>
          <a:xfrm>
            <a:off x="5160268" y="2981742"/>
            <a:ext cx="1858106" cy="1858104"/>
          </a:xfrm>
          <a:prstGeom prst="octagon">
            <a:avLst/>
          </a:prstGeom>
          <a:solidFill>
            <a:srgbClr val="D61A3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 Study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3EFBDCE-D269-482B-6D88-C998F23D79FD}"/>
              </a:ext>
            </a:extLst>
          </p:cNvPr>
          <p:cNvGrpSpPr/>
          <p:nvPr/>
        </p:nvGrpSpPr>
        <p:grpSpPr>
          <a:xfrm flipH="1">
            <a:off x="8110017" y="3388083"/>
            <a:ext cx="3864782" cy="1077218"/>
            <a:chOff x="238247" y="3278517"/>
            <a:chExt cx="3864782" cy="107721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A4C171A-2419-5A09-CBF9-E99BAF874A61}"/>
                </a:ext>
              </a:extLst>
            </p:cNvPr>
            <p:cNvSpPr txBox="1"/>
            <p:nvPr/>
          </p:nvSpPr>
          <p:spPr>
            <a:xfrm>
              <a:off x="238247" y="3278517"/>
              <a:ext cx="3332108" cy="1077218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F8F92BE-8840-9E6C-4BE2-BC1772FB445B}"/>
                </a:ext>
              </a:extLst>
            </p:cNvPr>
            <p:cNvCxnSpPr>
              <a:cxnSpLocks/>
            </p:cNvCxnSpPr>
            <p:nvPr/>
          </p:nvCxnSpPr>
          <p:spPr>
            <a:xfrm>
              <a:off x="3679900" y="3848300"/>
              <a:ext cx="423129" cy="0"/>
            </a:xfrm>
            <a:prstGeom prst="line">
              <a:avLst/>
            </a:prstGeom>
            <a:ln w="25400">
              <a:solidFill>
                <a:srgbClr val="1B3D66"/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7024558-7919-DBAD-BEC5-C73A6CDC2D28}"/>
              </a:ext>
            </a:extLst>
          </p:cNvPr>
          <p:cNvGrpSpPr/>
          <p:nvPr/>
        </p:nvGrpSpPr>
        <p:grpSpPr>
          <a:xfrm flipH="1">
            <a:off x="7444097" y="1926782"/>
            <a:ext cx="4498627" cy="1077218"/>
            <a:chOff x="238247" y="1817216"/>
            <a:chExt cx="4498627" cy="1077218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616E9A2-A66A-9FD8-D34C-614D8689FFEF}"/>
                </a:ext>
              </a:extLst>
            </p:cNvPr>
            <p:cNvSpPr txBox="1"/>
            <p:nvPr/>
          </p:nvSpPr>
          <p:spPr>
            <a:xfrm>
              <a:off x="238247" y="1817216"/>
              <a:ext cx="3685010" cy="1077218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2653CCC-3379-BE83-B020-73E6E9AAFA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6765" y="2371725"/>
              <a:ext cx="730109" cy="0"/>
            </a:xfrm>
            <a:prstGeom prst="line">
              <a:avLst/>
            </a:prstGeom>
            <a:ln w="25400">
              <a:solidFill>
                <a:srgbClr val="1B3D66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C021FBD-4865-BF44-251B-FBE7828CD57C}"/>
              </a:ext>
            </a:extLst>
          </p:cNvPr>
          <p:cNvGrpSpPr/>
          <p:nvPr/>
        </p:nvGrpSpPr>
        <p:grpSpPr>
          <a:xfrm flipH="1">
            <a:off x="7496135" y="4800181"/>
            <a:ext cx="4446589" cy="1077218"/>
            <a:chOff x="290285" y="4690615"/>
            <a:chExt cx="4446589" cy="1077218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938791-A710-0D67-1AE0-45EBE0F3F766}"/>
                </a:ext>
              </a:extLst>
            </p:cNvPr>
            <p:cNvSpPr txBox="1"/>
            <p:nvPr/>
          </p:nvSpPr>
          <p:spPr>
            <a:xfrm>
              <a:off x="290285" y="4690615"/>
              <a:ext cx="3632972" cy="1077218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665E7AA-75BB-27B9-9255-9916A3C0BB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6765" y="5229225"/>
              <a:ext cx="730109" cy="0"/>
            </a:xfrm>
            <a:prstGeom prst="line">
              <a:avLst/>
            </a:prstGeom>
            <a:ln w="25400">
              <a:solidFill>
                <a:srgbClr val="1B3D66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9886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F14A-46C0-C975-B34D-A9ECD5DCE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83E85E-E3F2-CB69-CEF3-7B7D71840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802155-0F0D-AE3C-A28A-D7C58049F4F2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BCCBF9C-14EC-0625-AF35-FA48B51C29F2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149020B-5689-6ED9-8FF7-386ADA36F07B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C1C9DFA-1BFE-1015-300F-9785C2C04AAC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C8935FE-5C86-EB75-F8BD-68CF2A0E5B40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58063F3-A322-4745-F4DB-AD77307C1BF5}"/>
              </a:ext>
            </a:extLst>
          </p:cNvPr>
          <p:cNvSpPr/>
          <p:nvPr/>
        </p:nvSpPr>
        <p:spPr>
          <a:xfrm>
            <a:off x="1626705" y="1262271"/>
            <a:ext cx="10273747" cy="1225296"/>
          </a:xfrm>
          <a:custGeom>
            <a:avLst/>
            <a:gdLst>
              <a:gd name="csX0" fmla="*/ 0 w 10273747"/>
              <a:gd name="csY0" fmla="*/ 0 h 1225296"/>
              <a:gd name="csX1" fmla="*/ 9526351 w 10273747"/>
              <a:gd name="csY1" fmla="*/ 0 h 1225296"/>
              <a:gd name="csX2" fmla="*/ 10273747 w 10273747"/>
              <a:gd name="csY2" fmla="*/ 747396 h 1225296"/>
              <a:gd name="csX3" fmla="*/ 10273747 w 10273747"/>
              <a:gd name="csY3" fmla="*/ 1225296 h 1225296"/>
              <a:gd name="csX4" fmla="*/ 0 w 10273747"/>
              <a:gd name="csY4" fmla="*/ 1225296 h 12252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73747" h="1225296">
                <a:moveTo>
                  <a:pt x="0" y="0"/>
                </a:moveTo>
                <a:lnTo>
                  <a:pt x="9526351" y="0"/>
                </a:lnTo>
                <a:cubicBezTo>
                  <a:pt x="9939126" y="0"/>
                  <a:pt x="10273747" y="334621"/>
                  <a:pt x="10273747" y="747396"/>
                </a:cubicBezTo>
                <a:lnTo>
                  <a:pt x="10273747" y="1225296"/>
                </a:lnTo>
                <a:lnTo>
                  <a:pt x="0" y="1225296"/>
                </a:lnTo>
                <a:close/>
              </a:path>
            </a:pathLst>
          </a:cu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</a:p>
          <a:p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32F2DA-A876-5D52-B81C-0A88B33BD897}"/>
              </a:ext>
            </a:extLst>
          </p:cNvPr>
          <p:cNvSpPr/>
          <p:nvPr/>
        </p:nvSpPr>
        <p:spPr>
          <a:xfrm>
            <a:off x="1626705" y="3712863"/>
            <a:ext cx="10273747" cy="1225296"/>
          </a:xfrm>
          <a:prstGeom prst="rect">
            <a:avLst/>
          </a:prstGeom>
          <a:solidFill>
            <a:srgbClr val="93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Solutions</a:t>
            </a:r>
          </a:p>
          <a:p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934A87-B79A-45FF-0C43-73B09EF0DDC4}"/>
              </a:ext>
            </a:extLst>
          </p:cNvPr>
          <p:cNvSpPr/>
          <p:nvPr/>
        </p:nvSpPr>
        <p:spPr>
          <a:xfrm>
            <a:off x="1626705" y="2487567"/>
            <a:ext cx="10273747" cy="1225296"/>
          </a:xfrm>
          <a:prstGeom prst="rect">
            <a:avLst/>
          </a:pr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</a:t>
            </a:r>
          </a:p>
          <a:p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DDBB0B9-A8B5-C610-F027-00C3FB26D38F}"/>
              </a:ext>
            </a:extLst>
          </p:cNvPr>
          <p:cNvSpPr/>
          <p:nvPr/>
        </p:nvSpPr>
        <p:spPr>
          <a:xfrm>
            <a:off x="1626705" y="4937563"/>
            <a:ext cx="10273747" cy="1224700"/>
          </a:xfrm>
          <a:custGeom>
            <a:avLst/>
            <a:gdLst>
              <a:gd name="csX0" fmla="*/ 0 w 10273747"/>
              <a:gd name="csY0" fmla="*/ 0 h 1224700"/>
              <a:gd name="csX1" fmla="*/ 10273747 w 10273747"/>
              <a:gd name="csY1" fmla="*/ 0 h 1224700"/>
              <a:gd name="csX2" fmla="*/ 10273747 w 10273747"/>
              <a:gd name="csY2" fmla="*/ 477304 h 1224700"/>
              <a:gd name="csX3" fmla="*/ 9526351 w 10273747"/>
              <a:gd name="csY3" fmla="*/ 1224700 h 1224700"/>
              <a:gd name="csX4" fmla="*/ 0 w 10273747"/>
              <a:gd name="csY4" fmla="*/ 1224700 h 1224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73747" h="1224700">
                <a:moveTo>
                  <a:pt x="0" y="0"/>
                </a:moveTo>
                <a:lnTo>
                  <a:pt x="10273747" y="0"/>
                </a:lnTo>
                <a:lnTo>
                  <a:pt x="10273747" y="477304"/>
                </a:lnTo>
                <a:cubicBezTo>
                  <a:pt x="10273747" y="890079"/>
                  <a:pt x="9939126" y="1224700"/>
                  <a:pt x="9526351" y="1224700"/>
                </a:cubicBezTo>
                <a:lnTo>
                  <a:pt x="0" y="1224700"/>
                </a:lnTo>
                <a:close/>
              </a:path>
            </a:pathLst>
          </a:cu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</a:p>
          <a:p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8C1E3281-47E5-E332-7918-00CB5BC9F7A1}"/>
              </a:ext>
            </a:extLst>
          </p:cNvPr>
          <p:cNvSpPr/>
          <p:nvPr/>
        </p:nvSpPr>
        <p:spPr>
          <a:xfrm>
            <a:off x="291549" y="1262271"/>
            <a:ext cx="1335157" cy="4899992"/>
          </a:xfrm>
          <a:custGeom>
            <a:avLst/>
            <a:gdLst>
              <a:gd name="csX0" fmla="*/ 747396 w 1335157"/>
              <a:gd name="csY0" fmla="*/ 0 h 4899992"/>
              <a:gd name="csX1" fmla="*/ 1335157 w 1335157"/>
              <a:gd name="csY1" fmla="*/ 0 h 4899992"/>
              <a:gd name="csX2" fmla="*/ 1335157 w 1335157"/>
              <a:gd name="csY2" fmla="*/ 4899992 h 4899992"/>
              <a:gd name="csX3" fmla="*/ 747396 w 1335157"/>
              <a:gd name="csY3" fmla="*/ 4899992 h 4899992"/>
              <a:gd name="csX4" fmla="*/ 0 w 1335157"/>
              <a:gd name="csY4" fmla="*/ 4152596 h 4899992"/>
              <a:gd name="csX5" fmla="*/ 0 w 1335157"/>
              <a:gd name="csY5" fmla="*/ 747396 h 4899992"/>
              <a:gd name="csX6" fmla="*/ 747396 w 1335157"/>
              <a:gd name="csY6" fmla="*/ 0 h 4899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35157" h="4899992">
                <a:moveTo>
                  <a:pt x="747396" y="0"/>
                </a:moveTo>
                <a:lnTo>
                  <a:pt x="1335157" y="0"/>
                </a:lnTo>
                <a:lnTo>
                  <a:pt x="1335157" y="4899992"/>
                </a:lnTo>
                <a:lnTo>
                  <a:pt x="747396" y="4899992"/>
                </a:lnTo>
                <a:cubicBezTo>
                  <a:pt x="334621" y="4899992"/>
                  <a:pt x="0" y="4565371"/>
                  <a:pt x="0" y="4152596"/>
                </a:cubicBezTo>
                <a:lnTo>
                  <a:pt x="0" y="747396"/>
                </a:lnTo>
                <a:cubicBezTo>
                  <a:pt x="0" y="334621"/>
                  <a:pt x="334621" y="0"/>
                  <a:pt x="747396" y="0"/>
                </a:cubicBezTo>
                <a:close/>
              </a:path>
            </a:pathLst>
          </a:custGeom>
          <a:solidFill>
            <a:srgbClr val="D61A3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rtlCol="0" anchor="ctr">
            <a:noAutofit/>
          </a:bodyPr>
          <a:lstStyle/>
          <a:p>
            <a:pPr algn="ctr"/>
            <a:r>
              <a:rPr lang="en-U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3005241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39" grpId="0" animBg="1"/>
      <p:bldP spid="40" grpId="0" animBg="1"/>
      <p:bldP spid="6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3C45-AAF5-555C-9928-6BD4CC7C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BA97EA-4FF6-E0B2-8CAA-DBB42839C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Testimonials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73C61A-6C22-0831-FC4A-D1D1B7DCE408}"/>
              </a:ext>
            </a:extLst>
          </p:cNvPr>
          <p:cNvGrpSpPr/>
          <p:nvPr/>
        </p:nvGrpSpPr>
        <p:grpSpPr>
          <a:xfrm>
            <a:off x="171928" y="1138881"/>
            <a:ext cx="1523630" cy="764409"/>
            <a:chOff x="4121204" y="1950784"/>
            <a:chExt cx="3949592" cy="1981520"/>
          </a:xfrm>
          <a:solidFill>
            <a:srgbClr val="4B5050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4E53FE2-87DF-9252-4B57-6E194C56D780}"/>
                </a:ext>
              </a:extLst>
            </p:cNvPr>
            <p:cNvSpPr/>
            <p:nvPr/>
          </p:nvSpPr>
          <p:spPr>
            <a:xfrm>
              <a:off x="4121204" y="1950784"/>
              <a:ext cx="1882588" cy="1981520"/>
            </a:xfrm>
            <a:custGeom>
              <a:avLst/>
              <a:gdLst>
                <a:gd name="csX0" fmla="*/ 955241 w 1882588"/>
                <a:gd name="csY0" fmla="*/ 0 h 1981520"/>
                <a:gd name="csX1" fmla="*/ 1272643 w 1882588"/>
                <a:gd name="csY1" fmla="*/ 0 h 1981520"/>
                <a:gd name="csX2" fmla="*/ 1272643 w 1882588"/>
                <a:gd name="csY2" fmla="*/ 384202 h 1981520"/>
                <a:gd name="csX3" fmla="*/ 990693 w 1882588"/>
                <a:gd name="csY3" fmla="*/ 384202 h 1981520"/>
                <a:gd name="csX4" fmla="*/ 403067 w 1882588"/>
                <a:gd name="csY4" fmla="*/ 971828 h 1981520"/>
                <a:gd name="csX5" fmla="*/ 403067 w 1882588"/>
                <a:gd name="csY5" fmla="*/ 1073844 h 1981520"/>
                <a:gd name="csX6" fmla="*/ 1568817 w 1882588"/>
                <a:gd name="csY6" fmla="*/ 1073844 h 1981520"/>
                <a:gd name="csX7" fmla="*/ 1882588 w 1882588"/>
                <a:gd name="csY7" fmla="*/ 1387615 h 1981520"/>
                <a:gd name="csX8" fmla="*/ 1882588 w 1882588"/>
                <a:gd name="csY8" fmla="*/ 1981520 h 1981520"/>
                <a:gd name="csX9" fmla="*/ 0 w 1882588"/>
                <a:gd name="csY9" fmla="*/ 1981520 h 1981520"/>
                <a:gd name="csX10" fmla="*/ 0 w 1882588"/>
                <a:gd name="csY10" fmla="*/ 1497887 h 1981520"/>
                <a:gd name="csX11" fmla="*/ 0 w 1882588"/>
                <a:gd name="csY11" fmla="*/ 1387615 h 1981520"/>
                <a:gd name="csX12" fmla="*/ 0 w 1882588"/>
                <a:gd name="csY12" fmla="*/ 955241 h 1981520"/>
                <a:gd name="csX13" fmla="*/ 955241 w 1882588"/>
                <a:gd name="csY13" fmla="*/ 0 h 198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82588" h="1981520">
                  <a:moveTo>
                    <a:pt x="955241" y="0"/>
                  </a:moveTo>
                  <a:lnTo>
                    <a:pt x="1272643" y="0"/>
                  </a:lnTo>
                  <a:lnTo>
                    <a:pt x="1272643" y="384202"/>
                  </a:lnTo>
                  <a:lnTo>
                    <a:pt x="990693" y="384202"/>
                  </a:lnTo>
                  <a:cubicBezTo>
                    <a:pt x="666156" y="384202"/>
                    <a:pt x="403067" y="647291"/>
                    <a:pt x="403067" y="971828"/>
                  </a:cubicBezTo>
                  <a:lnTo>
                    <a:pt x="403067" y="1073844"/>
                  </a:lnTo>
                  <a:lnTo>
                    <a:pt x="1568817" y="1073844"/>
                  </a:lnTo>
                  <a:cubicBezTo>
                    <a:pt x="1742108" y="1073844"/>
                    <a:pt x="1882588" y="1214324"/>
                    <a:pt x="1882588" y="1387615"/>
                  </a:cubicBezTo>
                  <a:lnTo>
                    <a:pt x="1882588" y="1981520"/>
                  </a:lnTo>
                  <a:lnTo>
                    <a:pt x="0" y="1981520"/>
                  </a:lnTo>
                  <a:lnTo>
                    <a:pt x="0" y="1497887"/>
                  </a:lnTo>
                  <a:lnTo>
                    <a:pt x="0" y="1387615"/>
                  </a:lnTo>
                  <a:lnTo>
                    <a:pt x="0" y="955241"/>
                  </a:lnTo>
                  <a:cubicBezTo>
                    <a:pt x="0" y="427676"/>
                    <a:pt x="427676" y="0"/>
                    <a:pt x="95524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6AB5C92-F8AE-8590-F7A7-66C1561CBA9D}"/>
                </a:ext>
              </a:extLst>
            </p:cNvPr>
            <p:cNvSpPr/>
            <p:nvPr/>
          </p:nvSpPr>
          <p:spPr>
            <a:xfrm>
              <a:off x="6188208" y="1950784"/>
              <a:ext cx="1882588" cy="1981520"/>
            </a:xfrm>
            <a:custGeom>
              <a:avLst/>
              <a:gdLst>
                <a:gd name="csX0" fmla="*/ 955241 w 1882588"/>
                <a:gd name="csY0" fmla="*/ 0 h 1981520"/>
                <a:gd name="csX1" fmla="*/ 1272643 w 1882588"/>
                <a:gd name="csY1" fmla="*/ 0 h 1981520"/>
                <a:gd name="csX2" fmla="*/ 1272643 w 1882588"/>
                <a:gd name="csY2" fmla="*/ 384202 h 1981520"/>
                <a:gd name="csX3" fmla="*/ 990693 w 1882588"/>
                <a:gd name="csY3" fmla="*/ 384202 h 1981520"/>
                <a:gd name="csX4" fmla="*/ 403067 w 1882588"/>
                <a:gd name="csY4" fmla="*/ 971828 h 1981520"/>
                <a:gd name="csX5" fmla="*/ 403067 w 1882588"/>
                <a:gd name="csY5" fmla="*/ 1073844 h 1981520"/>
                <a:gd name="csX6" fmla="*/ 1568817 w 1882588"/>
                <a:gd name="csY6" fmla="*/ 1073844 h 1981520"/>
                <a:gd name="csX7" fmla="*/ 1882588 w 1882588"/>
                <a:gd name="csY7" fmla="*/ 1387615 h 1981520"/>
                <a:gd name="csX8" fmla="*/ 1882588 w 1882588"/>
                <a:gd name="csY8" fmla="*/ 1981520 h 1981520"/>
                <a:gd name="csX9" fmla="*/ 0 w 1882588"/>
                <a:gd name="csY9" fmla="*/ 1981520 h 1981520"/>
                <a:gd name="csX10" fmla="*/ 0 w 1882588"/>
                <a:gd name="csY10" fmla="*/ 1497887 h 1981520"/>
                <a:gd name="csX11" fmla="*/ 0 w 1882588"/>
                <a:gd name="csY11" fmla="*/ 1387615 h 1981520"/>
                <a:gd name="csX12" fmla="*/ 0 w 1882588"/>
                <a:gd name="csY12" fmla="*/ 955241 h 1981520"/>
                <a:gd name="csX13" fmla="*/ 955241 w 1882588"/>
                <a:gd name="csY13" fmla="*/ 0 h 198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82588" h="1981520">
                  <a:moveTo>
                    <a:pt x="955241" y="0"/>
                  </a:moveTo>
                  <a:lnTo>
                    <a:pt x="1272643" y="0"/>
                  </a:lnTo>
                  <a:lnTo>
                    <a:pt x="1272643" y="384202"/>
                  </a:lnTo>
                  <a:lnTo>
                    <a:pt x="990693" y="384202"/>
                  </a:lnTo>
                  <a:cubicBezTo>
                    <a:pt x="666156" y="384202"/>
                    <a:pt x="403067" y="647291"/>
                    <a:pt x="403067" y="971828"/>
                  </a:cubicBezTo>
                  <a:lnTo>
                    <a:pt x="403067" y="1073844"/>
                  </a:lnTo>
                  <a:lnTo>
                    <a:pt x="1568817" y="1073844"/>
                  </a:lnTo>
                  <a:cubicBezTo>
                    <a:pt x="1742108" y="1073844"/>
                    <a:pt x="1882588" y="1214324"/>
                    <a:pt x="1882588" y="1387615"/>
                  </a:cubicBezTo>
                  <a:lnTo>
                    <a:pt x="1882588" y="1981520"/>
                  </a:lnTo>
                  <a:lnTo>
                    <a:pt x="0" y="1981520"/>
                  </a:lnTo>
                  <a:lnTo>
                    <a:pt x="0" y="1497887"/>
                  </a:lnTo>
                  <a:lnTo>
                    <a:pt x="0" y="1387615"/>
                  </a:lnTo>
                  <a:lnTo>
                    <a:pt x="0" y="955241"/>
                  </a:lnTo>
                  <a:cubicBezTo>
                    <a:pt x="0" y="427676"/>
                    <a:pt x="427676" y="0"/>
                    <a:pt x="95524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03CDE7-1C0F-1087-07AD-C4DAE728AD70}"/>
              </a:ext>
            </a:extLst>
          </p:cNvPr>
          <p:cNvGrpSpPr/>
          <p:nvPr/>
        </p:nvGrpSpPr>
        <p:grpSpPr>
          <a:xfrm flipH="1" flipV="1">
            <a:off x="10496442" y="5557987"/>
            <a:ext cx="1523630" cy="764409"/>
            <a:chOff x="4121204" y="1950784"/>
            <a:chExt cx="3949592" cy="1981520"/>
          </a:xfrm>
          <a:solidFill>
            <a:srgbClr val="939999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A8D0100-C3AA-40AE-4C9C-3ACAE8B40DD2}"/>
                </a:ext>
              </a:extLst>
            </p:cNvPr>
            <p:cNvSpPr/>
            <p:nvPr/>
          </p:nvSpPr>
          <p:spPr>
            <a:xfrm>
              <a:off x="4121204" y="1950784"/>
              <a:ext cx="1882588" cy="1981520"/>
            </a:xfrm>
            <a:custGeom>
              <a:avLst/>
              <a:gdLst>
                <a:gd name="csX0" fmla="*/ 955241 w 1882588"/>
                <a:gd name="csY0" fmla="*/ 0 h 1981520"/>
                <a:gd name="csX1" fmla="*/ 1272643 w 1882588"/>
                <a:gd name="csY1" fmla="*/ 0 h 1981520"/>
                <a:gd name="csX2" fmla="*/ 1272643 w 1882588"/>
                <a:gd name="csY2" fmla="*/ 384202 h 1981520"/>
                <a:gd name="csX3" fmla="*/ 990693 w 1882588"/>
                <a:gd name="csY3" fmla="*/ 384202 h 1981520"/>
                <a:gd name="csX4" fmla="*/ 403067 w 1882588"/>
                <a:gd name="csY4" fmla="*/ 971828 h 1981520"/>
                <a:gd name="csX5" fmla="*/ 403067 w 1882588"/>
                <a:gd name="csY5" fmla="*/ 1073844 h 1981520"/>
                <a:gd name="csX6" fmla="*/ 1568817 w 1882588"/>
                <a:gd name="csY6" fmla="*/ 1073844 h 1981520"/>
                <a:gd name="csX7" fmla="*/ 1882588 w 1882588"/>
                <a:gd name="csY7" fmla="*/ 1387615 h 1981520"/>
                <a:gd name="csX8" fmla="*/ 1882588 w 1882588"/>
                <a:gd name="csY8" fmla="*/ 1981520 h 1981520"/>
                <a:gd name="csX9" fmla="*/ 0 w 1882588"/>
                <a:gd name="csY9" fmla="*/ 1981520 h 1981520"/>
                <a:gd name="csX10" fmla="*/ 0 w 1882588"/>
                <a:gd name="csY10" fmla="*/ 1497887 h 1981520"/>
                <a:gd name="csX11" fmla="*/ 0 w 1882588"/>
                <a:gd name="csY11" fmla="*/ 1387615 h 1981520"/>
                <a:gd name="csX12" fmla="*/ 0 w 1882588"/>
                <a:gd name="csY12" fmla="*/ 955241 h 1981520"/>
                <a:gd name="csX13" fmla="*/ 955241 w 1882588"/>
                <a:gd name="csY13" fmla="*/ 0 h 198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82588" h="1981520">
                  <a:moveTo>
                    <a:pt x="955241" y="0"/>
                  </a:moveTo>
                  <a:lnTo>
                    <a:pt x="1272643" y="0"/>
                  </a:lnTo>
                  <a:lnTo>
                    <a:pt x="1272643" y="384202"/>
                  </a:lnTo>
                  <a:lnTo>
                    <a:pt x="990693" y="384202"/>
                  </a:lnTo>
                  <a:cubicBezTo>
                    <a:pt x="666156" y="384202"/>
                    <a:pt x="403067" y="647291"/>
                    <a:pt x="403067" y="971828"/>
                  </a:cubicBezTo>
                  <a:lnTo>
                    <a:pt x="403067" y="1073844"/>
                  </a:lnTo>
                  <a:lnTo>
                    <a:pt x="1568817" y="1073844"/>
                  </a:lnTo>
                  <a:cubicBezTo>
                    <a:pt x="1742108" y="1073844"/>
                    <a:pt x="1882588" y="1214324"/>
                    <a:pt x="1882588" y="1387615"/>
                  </a:cubicBezTo>
                  <a:lnTo>
                    <a:pt x="1882588" y="1981520"/>
                  </a:lnTo>
                  <a:lnTo>
                    <a:pt x="0" y="1981520"/>
                  </a:lnTo>
                  <a:lnTo>
                    <a:pt x="0" y="1497887"/>
                  </a:lnTo>
                  <a:lnTo>
                    <a:pt x="0" y="1387615"/>
                  </a:lnTo>
                  <a:lnTo>
                    <a:pt x="0" y="955241"/>
                  </a:lnTo>
                  <a:cubicBezTo>
                    <a:pt x="0" y="427676"/>
                    <a:pt x="427676" y="0"/>
                    <a:pt x="95524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DD441D5-25A2-EAAC-B933-B00BB140557F}"/>
                </a:ext>
              </a:extLst>
            </p:cNvPr>
            <p:cNvSpPr/>
            <p:nvPr/>
          </p:nvSpPr>
          <p:spPr>
            <a:xfrm>
              <a:off x="6188208" y="1950784"/>
              <a:ext cx="1882588" cy="1981520"/>
            </a:xfrm>
            <a:custGeom>
              <a:avLst/>
              <a:gdLst>
                <a:gd name="csX0" fmla="*/ 955241 w 1882588"/>
                <a:gd name="csY0" fmla="*/ 0 h 1981520"/>
                <a:gd name="csX1" fmla="*/ 1272643 w 1882588"/>
                <a:gd name="csY1" fmla="*/ 0 h 1981520"/>
                <a:gd name="csX2" fmla="*/ 1272643 w 1882588"/>
                <a:gd name="csY2" fmla="*/ 384202 h 1981520"/>
                <a:gd name="csX3" fmla="*/ 990693 w 1882588"/>
                <a:gd name="csY3" fmla="*/ 384202 h 1981520"/>
                <a:gd name="csX4" fmla="*/ 403067 w 1882588"/>
                <a:gd name="csY4" fmla="*/ 971828 h 1981520"/>
                <a:gd name="csX5" fmla="*/ 403067 w 1882588"/>
                <a:gd name="csY5" fmla="*/ 1073844 h 1981520"/>
                <a:gd name="csX6" fmla="*/ 1568817 w 1882588"/>
                <a:gd name="csY6" fmla="*/ 1073844 h 1981520"/>
                <a:gd name="csX7" fmla="*/ 1882588 w 1882588"/>
                <a:gd name="csY7" fmla="*/ 1387615 h 1981520"/>
                <a:gd name="csX8" fmla="*/ 1882588 w 1882588"/>
                <a:gd name="csY8" fmla="*/ 1981520 h 1981520"/>
                <a:gd name="csX9" fmla="*/ 0 w 1882588"/>
                <a:gd name="csY9" fmla="*/ 1981520 h 1981520"/>
                <a:gd name="csX10" fmla="*/ 0 w 1882588"/>
                <a:gd name="csY10" fmla="*/ 1497887 h 1981520"/>
                <a:gd name="csX11" fmla="*/ 0 w 1882588"/>
                <a:gd name="csY11" fmla="*/ 1387615 h 1981520"/>
                <a:gd name="csX12" fmla="*/ 0 w 1882588"/>
                <a:gd name="csY12" fmla="*/ 955241 h 1981520"/>
                <a:gd name="csX13" fmla="*/ 955241 w 1882588"/>
                <a:gd name="csY13" fmla="*/ 0 h 198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82588" h="1981520">
                  <a:moveTo>
                    <a:pt x="955241" y="0"/>
                  </a:moveTo>
                  <a:lnTo>
                    <a:pt x="1272643" y="0"/>
                  </a:lnTo>
                  <a:lnTo>
                    <a:pt x="1272643" y="384202"/>
                  </a:lnTo>
                  <a:lnTo>
                    <a:pt x="990693" y="384202"/>
                  </a:lnTo>
                  <a:cubicBezTo>
                    <a:pt x="666156" y="384202"/>
                    <a:pt x="403067" y="647291"/>
                    <a:pt x="403067" y="971828"/>
                  </a:cubicBezTo>
                  <a:lnTo>
                    <a:pt x="403067" y="1073844"/>
                  </a:lnTo>
                  <a:lnTo>
                    <a:pt x="1568817" y="1073844"/>
                  </a:lnTo>
                  <a:cubicBezTo>
                    <a:pt x="1742108" y="1073844"/>
                    <a:pt x="1882588" y="1214324"/>
                    <a:pt x="1882588" y="1387615"/>
                  </a:cubicBezTo>
                  <a:lnTo>
                    <a:pt x="1882588" y="1981520"/>
                  </a:lnTo>
                  <a:lnTo>
                    <a:pt x="0" y="1981520"/>
                  </a:lnTo>
                  <a:lnTo>
                    <a:pt x="0" y="1497887"/>
                  </a:lnTo>
                  <a:lnTo>
                    <a:pt x="0" y="1387615"/>
                  </a:lnTo>
                  <a:lnTo>
                    <a:pt x="0" y="955241"/>
                  </a:lnTo>
                  <a:cubicBezTo>
                    <a:pt x="0" y="427676"/>
                    <a:pt x="427676" y="0"/>
                    <a:pt x="95524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D26964-4D0C-EEA9-A8D8-E2D7582FAD5C}"/>
              </a:ext>
            </a:extLst>
          </p:cNvPr>
          <p:cNvGrpSpPr/>
          <p:nvPr/>
        </p:nvGrpSpPr>
        <p:grpSpPr>
          <a:xfrm>
            <a:off x="171928" y="2008252"/>
            <a:ext cx="3791356" cy="3421909"/>
            <a:chOff x="171928" y="2008252"/>
            <a:chExt cx="3791356" cy="342190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74ACE56-F930-91DF-3A58-63FB4B627A7B}"/>
                </a:ext>
              </a:extLst>
            </p:cNvPr>
            <p:cNvGrpSpPr/>
            <p:nvPr/>
          </p:nvGrpSpPr>
          <p:grpSpPr>
            <a:xfrm>
              <a:off x="171928" y="2008252"/>
              <a:ext cx="3791356" cy="3421909"/>
              <a:chOff x="4299631" y="1676401"/>
              <a:chExt cx="3592739" cy="414040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0" name="Rectangle: Top Corners Rounded 39">
                <a:extLst>
                  <a:ext uri="{FF2B5EF4-FFF2-40B4-BE49-F238E27FC236}">
                    <a16:creationId xmlns:a16="http://schemas.microsoft.com/office/drawing/2014/main" id="{7DE8A1B3-AEF2-2416-5D30-53E772783694}"/>
                  </a:ext>
                </a:extLst>
              </p:cNvPr>
              <p:cNvSpPr/>
              <p:nvPr/>
            </p:nvSpPr>
            <p:spPr>
              <a:xfrm>
                <a:off x="4299631" y="2636839"/>
                <a:ext cx="3592739" cy="3179968"/>
              </a:xfrm>
              <a:prstGeom prst="round2SameRect">
                <a:avLst>
                  <a:gd name="adj1" fmla="val 0"/>
                  <a:gd name="adj2" fmla="val 11823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216000" rtlCol="0" anchor="t" anchorCtr="0"/>
              <a:lstStyle/>
              <a:p>
                <a:pPr lvl="0" algn="ctr"/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MY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angle: Top Corners Rounded 40">
                <a:extLst>
                  <a:ext uri="{FF2B5EF4-FFF2-40B4-BE49-F238E27FC236}">
                    <a16:creationId xmlns:a16="http://schemas.microsoft.com/office/drawing/2014/main" id="{71AF43F0-FCC4-73CF-A582-6F93DC3B88DE}"/>
                  </a:ext>
                </a:extLst>
              </p:cNvPr>
              <p:cNvSpPr/>
              <p:nvPr/>
            </p:nvSpPr>
            <p:spPr>
              <a:xfrm>
                <a:off x="4299631" y="1676401"/>
                <a:ext cx="3592739" cy="96043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9399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en-US" sz="3600" b="1" dirty="0"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lang="en-MY" sz="3600" b="1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611DD32-A528-54DC-E47E-105B66448073}"/>
                </a:ext>
              </a:extLst>
            </p:cNvPr>
            <p:cNvSpPr txBox="1"/>
            <p:nvPr/>
          </p:nvSpPr>
          <p:spPr>
            <a:xfrm>
              <a:off x="1119300" y="4680735"/>
              <a:ext cx="2444017" cy="382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 Name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4A53A1-56FB-2A81-1A30-9D0340E9C491}"/>
              </a:ext>
            </a:extLst>
          </p:cNvPr>
          <p:cNvGrpSpPr/>
          <p:nvPr/>
        </p:nvGrpSpPr>
        <p:grpSpPr>
          <a:xfrm>
            <a:off x="4200322" y="2008252"/>
            <a:ext cx="3791356" cy="3421909"/>
            <a:chOff x="4200322" y="2008252"/>
            <a:chExt cx="3791356" cy="34219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B3B189B-CB3F-2CAA-45C6-672CB78AA45D}"/>
                </a:ext>
              </a:extLst>
            </p:cNvPr>
            <p:cNvGrpSpPr/>
            <p:nvPr/>
          </p:nvGrpSpPr>
          <p:grpSpPr>
            <a:xfrm>
              <a:off x="4200322" y="2008252"/>
              <a:ext cx="3791356" cy="3421909"/>
              <a:chOff x="4299631" y="1676401"/>
              <a:chExt cx="3592739" cy="414040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Rectangle: Top Corners Rounded 3">
                <a:extLst>
                  <a:ext uri="{FF2B5EF4-FFF2-40B4-BE49-F238E27FC236}">
                    <a16:creationId xmlns:a16="http://schemas.microsoft.com/office/drawing/2014/main" id="{966C9AB3-3C53-AE7F-15CD-48B8371F8AA4}"/>
                  </a:ext>
                </a:extLst>
              </p:cNvPr>
              <p:cNvSpPr/>
              <p:nvPr/>
            </p:nvSpPr>
            <p:spPr>
              <a:xfrm>
                <a:off x="4299631" y="2636839"/>
                <a:ext cx="3592739" cy="3179968"/>
              </a:xfrm>
              <a:prstGeom prst="round2SameRect">
                <a:avLst>
                  <a:gd name="adj1" fmla="val 0"/>
                  <a:gd name="adj2" fmla="val 11823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216000" rtlCol="0" anchor="t" anchorCtr="0"/>
              <a:lstStyle/>
              <a:p>
                <a:pPr lvl="0" algn="ctr"/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MY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" name="Rectangle: Top Corners Rounded 4">
                <a:extLst>
                  <a:ext uri="{FF2B5EF4-FFF2-40B4-BE49-F238E27FC236}">
                    <a16:creationId xmlns:a16="http://schemas.microsoft.com/office/drawing/2014/main" id="{30B0AE7A-EE1B-5CB3-D311-928F673B18BA}"/>
                  </a:ext>
                </a:extLst>
              </p:cNvPr>
              <p:cNvSpPr/>
              <p:nvPr/>
            </p:nvSpPr>
            <p:spPr>
              <a:xfrm>
                <a:off x="4299631" y="1676401"/>
                <a:ext cx="3592739" cy="96043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4B5050"/>
              </a:solidFill>
              <a:ln>
                <a:solidFill>
                  <a:srgbClr val="4B5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en-US" sz="3600" b="1" dirty="0">
                    <a:cs typeface="Arial" panose="020B0604020202020204" pitchFamily="34" charset="0"/>
                  </a:rPr>
                  <a:t>2</a:t>
                </a:r>
                <a:endParaRPr lang="en-MY" sz="3600" b="1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A38E64E-C1A8-7E96-4BC8-98A91AFC412D}"/>
                </a:ext>
              </a:extLst>
            </p:cNvPr>
            <p:cNvSpPr txBox="1"/>
            <p:nvPr/>
          </p:nvSpPr>
          <p:spPr>
            <a:xfrm>
              <a:off x="5144885" y="4680735"/>
              <a:ext cx="2444017" cy="382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 Name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767E9F7-3F95-B739-6990-FB057D72B1E7}"/>
              </a:ext>
            </a:extLst>
          </p:cNvPr>
          <p:cNvGrpSpPr/>
          <p:nvPr/>
        </p:nvGrpSpPr>
        <p:grpSpPr>
          <a:xfrm>
            <a:off x="8228716" y="2008252"/>
            <a:ext cx="3791356" cy="3421909"/>
            <a:chOff x="8228716" y="2008252"/>
            <a:chExt cx="3791356" cy="342190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68BE957-F862-3948-85CB-7A13565BA8EC}"/>
                </a:ext>
              </a:extLst>
            </p:cNvPr>
            <p:cNvGrpSpPr/>
            <p:nvPr/>
          </p:nvGrpSpPr>
          <p:grpSpPr>
            <a:xfrm>
              <a:off x="8228716" y="2008252"/>
              <a:ext cx="3791356" cy="3421909"/>
              <a:chOff x="8328025" y="1676401"/>
              <a:chExt cx="3592739" cy="414040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Rectangle: Top Corners Rounded 6">
                <a:extLst>
                  <a:ext uri="{FF2B5EF4-FFF2-40B4-BE49-F238E27FC236}">
                    <a16:creationId xmlns:a16="http://schemas.microsoft.com/office/drawing/2014/main" id="{7B404735-4EAC-038A-1BAE-F4F540CAB537}"/>
                  </a:ext>
                </a:extLst>
              </p:cNvPr>
              <p:cNvSpPr/>
              <p:nvPr/>
            </p:nvSpPr>
            <p:spPr>
              <a:xfrm>
                <a:off x="8328025" y="2636840"/>
                <a:ext cx="3592739" cy="3179967"/>
              </a:xfrm>
              <a:prstGeom prst="round2SameRect">
                <a:avLst>
                  <a:gd name="adj1" fmla="val 0"/>
                  <a:gd name="adj2" fmla="val 11823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216000" rtlCol="0" anchor="t" anchorCtr="0"/>
              <a:lstStyle/>
              <a:p>
                <a:pPr lvl="0" algn="ctr"/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dolor sit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sed do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eiusmod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tempor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incididunt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ut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labore et dolore magna </a:t>
                </a:r>
                <a:r>
                  <a:rPr lang="en-US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MY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MY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B3E23FF9-8545-34EB-74CF-9682299E446F}"/>
                  </a:ext>
                </a:extLst>
              </p:cNvPr>
              <p:cNvSpPr/>
              <p:nvPr/>
            </p:nvSpPr>
            <p:spPr>
              <a:xfrm>
                <a:off x="8328025" y="1676401"/>
                <a:ext cx="3592739" cy="96043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61A3B"/>
              </a:solidFill>
              <a:ln>
                <a:solidFill>
                  <a:srgbClr val="D61A3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en-US" sz="3600" b="1" dirty="0">
                    <a:cs typeface="Arial" panose="020B0604020202020204" pitchFamily="34" charset="0"/>
                  </a:rPr>
                  <a:t>3</a:t>
                </a:r>
                <a:endParaRPr lang="en-MY" sz="3600" b="1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F5963CD-866B-C2DC-5BEA-1B91C7201521}"/>
                </a:ext>
              </a:extLst>
            </p:cNvPr>
            <p:cNvSpPr txBox="1"/>
            <p:nvPr/>
          </p:nvSpPr>
          <p:spPr>
            <a:xfrm>
              <a:off x="9219999" y="4680735"/>
              <a:ext cx="2444017" cy="382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 Name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97BBED2-19E5-1C6E-DB2E-FAC2082180E4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8216FD0-92BA-45CA-D639-4556D96806D2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1F9F76-9925-5F54-5A8B-2916EC29AB59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6EB2B01-93CF-31A2-72EE-2C3291E87B4B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E19FE6-FF57-3061-1ECF-343385815953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3383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4EEAF-FFC6-994E-75A9-8AE25D5B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C46BC8-A729-40AB-662C-0CCDCBA380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Pricing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262EFF-31E9-372C-29F6-A8AE18AE5D91}"/>
              </a:ext>
            </a:extLst>
          </p:cNvPr>
          <p:cNvGrpSpPr/>
          <p:nvPr/>
        </p:nvGrpSpPr>
        <p:grpSpPr>
          <a:xfrm>
            <a:off x="1401558" y="1638677"/>
            <a:ext cx="2831870" cy="4239339"/>
            <a:chOff x="1401558" y="1638677"/>
            <a:chExt cx="2831870" cy="4239339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940601D-D625-21CD-6410-B38D47BCAF4E}"/>
                </a:ext>
              </a:extLst>
            </p:cNvPr>
            <p:cNvGrpSpPr/>
            <p:nvPr/>
          </p:nvGrpSpPr>
          <p:grpSpPr>
            <a:xfrm>
              <a:off x="1401558" y="1638677"/>
              <a:ext cx="2831870" cy="4239339"/>
              <a:chOff x="1401558" y="1638677"/>
              <a:chExt cx="2831870" cy="4239339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666B04C-58FF-1894-59F4-2BDE693DAF6D}"/>
                  </a:ext>
                </a:extLst>
              </p:cNvPr>
              <p:cNvSpPr/>
              <p:nvPr/>
            </p:nvSpPr>
            <p:spPr>
              <a:xfrm>
                <a:off x="1401558" y="1808568"/>
                <a:ext cx="2831870" cy="406944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A6A6EA6-17FB-81D5-9A79-E19370B2C7F0}"/>
                  </a:ext>
                </a:extLst>
              </p:cNvPr>
              <p:cNvGrpSpPr/>
              <p:nvPr/>
            </p:nvGrpSpPr>
            <p:grpSpPr>
              <a:xfrm>
                <a:off x="1401558" y="1638677"/>
                <a:ext cx="2831870" cy="1111945"/>
                <a:chOff x="1401558" y="1638677"/>
                <a:chExt cx="2831870" cy="1111945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A49B9209-544B-EDDF-E393-66D95B67A08E}"/>
                    </a:ext>
                  </a:extLst>
                </p:cNvPr>
                <p:cNvGrpSpPr/>
                <p:nvPr/>
              </p:nvGrpSpPr>
              <p:grpSpPr>
                <a:xfrm>
                  <a:off x="1401558" y="1638677"/>
                  <a:ext cx="2831870" cy="1111945"/>
                  <a:chOff x="1401558" y="1638677"/>
                  <a:chExt cx="2831870" cy="1111945"/>
                </a:xfrm>
              </p:grpSpPr>
              <p:sp>
                <p:nvSpPr>
                  <p:cNvPr id="60" name="Trapezoid 59">
                    <a:extLst>
                      <a:ext uri="{FF2B5EF4-FFF2-40B4-BE49-F238E27FC236}">
                        <a16:creationId xmlns:a16="http://schemas.microsoft.com/office/drawing/2014/main" id="{75C6626E-83D2-F447-E793-09DE818244B7}"/>
                      </a:ext>
                    </a:extLst>
                  </p:cNvPr>
                  <p:cNvSpPr/>
                  <p:nvPr/>
                </p:nvSpPr>
                <p:spPr>
                  <a:xfrm>
                    <a:off x="1401558" y="1638677"/>
                    <a:ext cx="2831870" cy="169837"/>
                  </a:xfrm>
                  <a:prstGeom prst="trapezoid">
                    <a:avLst>
                      <a:gd name="adj" fmla="val 84533"/>
                    </a:avLst>
                  </a:prstGeom>
                  <a:solidFill>
                    <a:srgbClr val="595F5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" name="Freeform: Shape 10">
                    <a:extLst>
                      <a:ext uri="{FF2B5EF4-FFF2-40B4-BE49-F238E27FC236}">
                        <a16:creationId xmlns:a16="http://schemas.microsoft.com/office/drawing/2014/main" id="{5B1F73AD-72E4-3F66-994F-C3B1F9D66E79}"/>
                      </a:ext>
                    </a:extLst>
                  </p:cNvPr>
                  <p:cNvSpPr/>
                  <p:nvPr/>
                </p:nvSpPr>
                <p:spPr>
                  <a:xfrm rot="5400000" flipV="1">
                    <a:off x="2262299" y="930098"/>
                    <a:ext cx="1110388" cy="2530659"/>
                  </a:xfrm>
                  <a:custGeom>
                    <a:avLst/>
                    <a:gdLst>
                      <a:gd name="csX0" fmla="*/ 0 w 1494576"/>
                      <a:gd name="csY0" fmla="*/ 0 h 2752726"/>
                      <a:gd name="csX1" fmla="*/ 0 w 1494576"/>
                      <a:gd name="csY1" fmla="*/ 2752726 h 2752726"/>
                      <a:gd name="csX2" fmla="*/ 869030 w 1494576"/>
                      <a:gd name="csY2" fmla="*/ 2752726 h 2752726"/>
                      <a:gd name="csX3" fmla="*/ 949736 w 1494576"/>
                      <a:gd name="csY3" fmla="*/ 2752726 h 2752726"/>
                      <a:gd name="csX4" fmla="*/ 977151 w 1494576"/>
                      <a:gd name="csY4" fmla="*/ 2740970 h 2752726"/>
                      <a:gd name="csX5" fmla="*/ 1032492 w 1494576"/>
                      <a:gd name="csY5" fmla="*/ 2689427 h 2752726"/>
                      <a:gd name="csX6" fmla="*/ 1042790 w 1494576"/>
                      <a:gd name="csY6" fmla="*/ 2672187 h 2752726"/>
                      <a:gd name="csX7" fmla="*/ 1078948 w 1494576"/>
                      <a:gd name="csY7" fmla="*/ 2572288 h 2752726"/>
                      <a:gd name="csX8" fmla="*/ 1460524 w 1494576"/>
                      <a:gd name="csY8" fmla="*/ 1518065 h 2752726"/>
                      <a:gd name="csX9" fmla="*/ 1485753 w 1494576"/>
                      <a:gd name="csY9" fmla="*/ 1448363 h 2752726"/>
                      <a:gd name="csX10" fmla="*/ 1491039 w 1494576"/>
                      <a:gd name="csY10" fmla="*/ 1424835 h 2752726"/>
                      <a:gd name="csX11" fmla="*/ 1494576 w 1494576"/>
                      <a:gd name="csY11" fmla="*/ 1376365 h 2752726"/>
                      <a:gd name="csX12" fmla="*/ 1494576 w 1494576"/>
                      <a:gd name="csY12" fmla="*/ 1376363 h 2752726"/>
                      <a:gd name="csX13" fmla="*/ 1494576 w 1494576"/>
                      <a:gd name="csY13" fmla="*/ 1376361 h 2752726"/>
                      <a:gd name="csX14" fmla="*/ 1491039 w 1494576"/>
                      <a:gd name="csY14" fmla="*/ 1327891 h 2752726"/>
                      <a:gd name="csX15" fmla="*/ 1485753 w 1494576"/>
                      <a:gd name="csY15" fmla="*/ 1304363 h 2752726"/>
                      <a:gd name="csX16" fmla="*/ 1460524 w 1494576"/>
                      <a:gd name="csY16" fmla="*/ 1234661 h 2752726"/>
                      <a:gd name="csX17" fmla="*/ 1078948 w 1494576"/>
                      <a:gd name="csY17" fmla="*/ 180438 h 2752726"/>
                      <a:gd name="csX18" fmla="*/ 1042790 w 1494576"/>
                      <a:gd name="csY18" fmla="*/ 80539 h 2752726"/>
                      <a:gd name="csX19" fmla="*/ 1032492 w 1494576"/>
                      <a:gd name="csY19" fmla="*/ 63299 h 2752726"/>
                      <a:gd name="csX20" fmla="*/ 977151 w 1494576"/>
                      <a:gd name="csY20" fmla="*/ 11756 h 2752726"/>
                      <a:gd name="csX21" fmla="*/ 949736 w 1494576"/>
                      <a:gd name="csY21" fmla="*/ 0 h 2752726"/>
                      <a:gd name="csX22" fmla="*/ 869030 w 1494576"/>
                      <a:gd name="csY22" fmla="*/ 0 h 275272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1494576" h="2752726">
                        <a:moveTo>
                          <a:pt x="0" y="0"/>
                        </a:moveTo>
                        <a:lnTo>
                          <a:pt x="0" y="2752726"/>
                        </a:lnTo>
                        <a:lnTo>
                          <a:pt x="869030" y="2752726"/>
                        </a:lnTo>
                        <a:lnTo>
                          <a:pt x="949736" y="2752726"/>
                        </a:lnTo>
                        <a:lnTo>
                          <a:pt x="977151" y="2740970"/>
                        </a:lnTo>
                        <a:cubicBezTo>
                          <a:pt x="997981" y="2728799"/>
                          <a:pt x="1016739" y="2711189"/>
                          <a:pt x="1032492" y="2689427"/>
                        </a:cubicBezTo>
                        <a:lnTo>
                          <a:pt x="1042790" y="2672187"/>
                        </a:lnTo>
                        <a:lnTo>
                          <a:pt x="1078948" y="2572288"/>
                        </a:lnTo>
                        <a:lnTo>
                          <a:pt x="1460524" y="1518065"/>
                        </a:lnTo>
                        <a:lnTo>
                          <a:pt x="1485753" y="1448363"/>
                        </a:lnTo>
                        <a:lnTo>
                          <a:pt x="1491039" y="1424835"/>
                        </a:lnTo>
                        <a:cubicBezTo>
                          <a:pt x="1493359" y="1409179"/>
                          <a:pt x="1494576" y="1392968"/>
                          <a:pt x="1494576" y="1376365"/>
                        </a:cubicBezTo>
                        <a:lnTo>
                          <a:pt x="1494576" y="1376363"/>
                        </a:lnTo>
                        <a:lnTo>
                          <a:pt x="1494576" y="1376361"/>
                        </a:lnTo>
                        <a:cubicBezTo>
                          <a:pt x="1494576" y="1359758"/>
                          <a:pt x="1493359" y="1343547"/>
                          <a:pt x="1491039" y="1327891"/>
                        </a:cubicBezTo>
                        <a:lnTo>
                          <a:pt x="1485753" y="1304363"/>
                        </a:lnTo>
                        <a:lnTo>
                          <a:pt x="1460524" y="1234661"/>
                        </a:lnTo>
                        <a:lnTo>
                          <a:pt x="1078948" y="180438"/>
                        </a:lnTo>
                        <a:lnTo>
                          <a:pt x="1042790" y="80539"/>
                        </a:lnTo>
                        <a:lnTo>
                          <a:pt x="1032492" y="63299"/>
                        </a:lnTo>
                        <a:cubicBezTo>
                          <a:pt x="1016739" y="41537"/>
                          <a:pt x="997981" y="23927"/>
                          <a:pt x="977151" y="11756"/>
                        </a:cubicBezTo>
                        <a:lnTo>
                          <a:pt x="949736" y="0"/>
                        </a:lnTo>
                        <a:lnTo>
                          <a:pt x="869030" y="0"/>
                        </a:lnTo>
                        <a:close/>
                      </a:path>
                    </a:pathLst>
                  </a:custGeom>
                  <a:solidFill>
                    <a:srgbClr val="939999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MY" dirty="0"/>
                  </a:p>
                </p:txBody>
              </p:sp>
            </p:grp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2911699-4BF8-022F-7401-B8F44E583317}"/>
                    </a:ext>
                  </a:extLst>
                </p:cNvPr>
                <p:cNvSpPr txBox="1"/>
                <p:nvPr/>
              </p:nvSpPr>
              <p:spPr>
                <a:xfrm>
                  <a:off x="1702768" y="1908803"/>
                  <a:ext cx="222945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Basic</a:t>
                  </a: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4FA1721-D52E-98A9-D430-3C8C5B32BAE8}"/>
                </a:ext>
              </a:extLst>
            </p:cNvPr>
            <p:cNvGrpSpPr/>
            <p:nvPr/>
          </p:nvGrpSpPr>
          <p:grpSpPr>
            <a:xfrm>
              <a:off x="1702766" y="3923849"/>
              <a:ext cx="2229454" cy="1008159"/>
              <a:chOff x="1702766" y="3923849"/>
              <a:chExt cx="2229454" cy="1008159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8E7772D-FECA-C3B7-C7CF-530711452938}"/>
                  </a:ext>
                </a:extLst>
              </p:cNvPr>
              <p:cNvSpPr txBox="1"/>
              <p:nvPr/>
            </p:nvSpPr>
            <p:spPr>
              <a:xfrm>
                <a:off x="1702766" y="3923849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FB256E-F8DB-4150-4F55-28E4853885CD}"/>
                  </a:ext>
                </a:extLst>
              </p:cNvPr>
              <p:cNvSpPr txBox="1"/>
              <p:nvPr/>
            </p:nvSpPr>
            <p:spPr>
              <a:xfrm>
                <a:off x="1702766" y="4147051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7748F19-3A94-354F-550E-B55C4E4C3F47}"/>
                  </a:ext>
                </a:extLst>
              </p:cNvPr>
              <p:cNvSpPr txBox="1"/>
              <p:nvPr/>
            </p:nvSpPr>
            <p:spPr>
              <a:xfrm>
                <a:off x="1702766" y="4370253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78B2E56-BDF6-CAD1-7BFF-996DBE932E43}"/>
                  </a:ext>
                </a:extLst>
              </p:cNvPr>
              <p:cNvSpPr txBox="1"/>
              <p:nvPr/>
            </p:nvSpPr>
            <p:spPr>
              <a:xfrm>
                <a:off x="1702766" y="4593454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3788D2-6D6B-335B-07CA-3EBB5A49A2D2}"/>
                </a:ext>
              </a:extLst>
            </p:cNvPr>
            <p:cNvSpPr txBox="1"/>
            <p:nvPr/>
          </p:nvSpPr>
          <p:spPr>
            <a:xfrm>
              <a:off x="1979293" y="3091014"/>
              <a:ext cx="1676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$20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7DB0FF0-3CD7-1F1F-0D64-924C2B09A1D7}"/>
              </a:ext>
            </a:extLst>
          </p:cNvPr>
          <p:cNvGrpSpPr/>
          <p:nvPr/>
        </p:nvGrpSpPr>
        <p:grpSpPr>
          <a:xfrm>
            <a:off x="4680065" y="1638677"/>
            <a:ext cx="2831870" cy="4239339"/>
            <a:chOff x="4680065" y="1638677"/>
            <a:chExt cx="2831870" cy="423933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2CE1B7-7CB1-3E17-B5DA-12B2B2CA209B}"/>
                </a:ext>
              </a:extLst>
            </p:cNvPr>
            <p:cNvGrpSpPr/>
            <p:nvPr/>
          </p:nvGrpSpPr>
          <p:grpSpPr>
            <a:xfrm>
              <a:off x="4680065" y="1638677"/>
              <a:ext cx="2831870" cy="4239339"/>
              <a:chOff x="4680065" y="1638677"/>
              <a:chExt cx="2831870" cy="4239339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0ADE73E-2854-BEE0-E9A6-D1822CD30530}"/>
                  </a:ext>
                </a:extLst>
              </p:cNvPr>
              <p:cNvSpPr/>
              <p:nvPr/>
            </p:nvSpPr>
            <p:spPr>
              <a:xfrm>
                <a:off x="4680065" y="1808568"/>
                <a:ext cx="2831870" cy="406944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8B7134E6-8CA8-7724-AA07-526EDA473438}"/>
                  </a:ext>
                </a:extLst>
              </p:cNvPr>
              <p:cNvGrpSpPr/>
              <p:nvPr/>
            </p:nvGrpSpPr>
            <p:grpSpPr>
              <a:xfrm>
                <a:off x="4680065" y="1638677"/>
                <a:ext cx="2831870" cy="1111945"/>
                <a:chOff x="4680065" y="1638677"/>
                <a:chExt cx="2831870" cy="1111945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F4911AEF-C1A8-735D-31D1-51EEF886DA47}"/>
                    </a:ext>
                  </a:extLst>
                </p:cNvPr>
                <p:cNvGrpSpPr/>
                <p:nvPr/>
              </p:nvGrpSpPr>
              <p:grpSpPr>
                <a:xfrm>
                  <a:off x="4680065" y="1638677"/>
                  <a:ext cx="2831870" cy="1111945"/>
                  <a:chOff x="4680065" y="1638677"/>
                  <a:chExt cx="2831870" cy="1111945"/>
                </a:xfrm>
              </p:grpSpPr>
              <p:sp>
                <p:nvSpPr>
                  <p:cNvPr id="13" name="Trapezoid 12">
                    <a:extLst>
                      <a:ext uri="{FF2B5EF4-FFF2-40B4-BE49-F238E27FC236}">
                        <a16:creationId xmlns:a16="http://schemas.microsoft.com/office/drawing/2014/main" id="{3004261C-18C2-4647-5A25-1F641C3ECF9B}"/>
                      </a:ext>
                    </a:extLst>
                  </p:cNvPr>
                  <p:cNvSpPr/>
                  <p:nvPr/>
                </p:nvSpPr>
                <p:spPr>
                  <a:xfrm>
                    <a:off x="4680065" y="1638677"/>
                    <a:ext cx="2831870" cy="169837"/>
                  </a:xfrm>
                  <a:prstGeom prst="trapezoid">
                    <a:avLst>
                      <a:gd name="adj" fmla="val 84533"/>
                    </a:avLst>
                  </a:prstGeom>
                  <a:solidFill>
                    <a:srgbClr val="20222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7963BB94-C86F-4580-28F2-C6B94D4304AB}"/>
                      </a:ext>
                    </a:extLst>
                  </p:cNvPr>
                  <p:cNvSpPr/>
                  <p:nvPr/>
                </p:nvSpPr>
                <p:spPr>
                  <a:xfrm rot="5400000" flipV="1">
                    <a:off x="5540806" y="930098"/>
                    <a:ext cx="1110388" cy="2530659"/>
                  </a:xfrm>
                  <a:custGeom>
                    <a:avLst/>
                    <a:gdLst>
                      <a:gd name="csX0" fmla="*/ 0 w 1494576"/>
                      <a:gd name="csY0" fmla="*/ 0 h 2752726"/>
                      <a:gd name="csX1" fmla="*/ 0 w 1494576"/>
                      <a:gd name="csY1" fmla="*/ 2752726 h 2752726"/>
                      <a:gd name="csX2" fmla="*/ 869030 w 1494576"/>
                      <a:gd name="csY2" fmla="*/ 2752726 h 2752726"/>
                      <a:gd name="csX3" fmla="*/ 949736 w 1494576"/>
                      <a:gd name="csY3" fmla="*/ 2752726 h 2752726"/>
                      <a:gd name="csX4" fmla="*/ 977151 w 1494576"/>
                      <a:gd name="csY4" fmla="*/ 2740970 h 2752726"/>
                      <a:gd name="csX5" fmla="*/ 1032492 w 1494576"/>
                      <a:gd name="csY5" fmla="*/ 2689427 h 2752726"/>
                      <a:gd name="csX6" fmla="*/ 1042790 w 1494576"/>
                      <a:gd name="csY6" fmla="*/ 2672187 h 2752726"/>
                      <a:gd name="csX7" fmla="*/ 1078948 w 1494576"/>
                      <a:gd name="csY7" fmla="*/ 2572288 h 2752726"/>
                      <a:gd name="csX8" fmla="*/ 1460524 w 1494576"/>
                      <a:gd name="csY8" fmla="*/ 1518065 h 2752726"/>
                      <a:gd name="csX9" fmla="*/ 1485753 w 1494576"/>
                      <a:gd name="csY9" fmla="*/ 1448363 h 2752726"/>
                      <a:gd name="csX10" fmla="*/ 1491039 w 1494576"/>
                      <a:gd name="csY10" fmla="*/ 1424835 h 2752726"/>
                      <a:gd name="csX11" fmla="*/ 1494576 w 1494576"/>
                      <a:gd name="csY11" fmla="*/ 1376365 h 2752726"/>
                      <a:gd name="csX12" fmla="*/ 1494576 w 1494576"/>
                      <a:gd name="csY12" fmla="*/ 1376363 h 2752726"/>
                      <a:gd name="csX13" fmla="*/ 1494576 w 1494576"/>
                      <a:gd name="csY13" fmla="*/ 1376361 h 2752726"/>
                      <a:gd name="csX14" fmla="*/ 1491039 w 1494576"/>
                      <a:gd name="csY14" fmla="*/ 1327891 h 2752726"/>
                      <a:gd name="csX15" fmla="*/ 1485753 w 1494576"/>
                      <a:gd name="csY15" fmla="*/ 1304363 h 2752726"/>
                      <a:gd name="csX16" fmla="*/ 1460524 w 1494576"/>
                      <a:gd name="csY16" fmla="*/ 1234661 h 2752726"/>
                      <a:gd name="csX17" fmla="*/ 1078948 w 1494576"/>
                      <a:gd name="csY17" fmla="*/ 180438 h 2752726"/>
                      <a:gd name="csX18" fmla="*/ 1042790 w 1494576"/>
                      <a:gd name="csY18" fmla="*/ 80539 h 2752726"/>
                      <a:gd name="csX19" fmla="*/ 1032492 w 1494576"/>
                      <a:gd name="csY19" fmla="*/ 63299 h 2752726"/>
                      <a:gd name="csX20" fmla="*/ 977151 w 1494576"/>
                      <a:gd name="csY20" fmla="*/ 11756 h 2752726"/>
                      <a:gd name="csX21" fmla="*/ 949736 w 1494576"/>
                      <a:gd name="csY21" fmla="*/ 0 h 2752726"/>
                      <a:gd name="csX22" fmla="*/ 869030 w 1494576"/>
                      <a:gd name="csY22" fmla="*/ 0 h 275272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1494576" h="2752726">
                        <a:moveTo>
                          <a:pt x="0" y="0"/>
                        </a:moveTo>
                        <a:lnTo>
                          <a:pt x="0" y="2752726"/>
                        </a:lnTo>
                        <a:lnTo>
                          <a:pt x="869030" y="2752726"/>
                        </a:lnTo>
                        <a:lnTo>
                          <a:pt x="949736" y="2752726"/>
                        </a:lnTo>
                        <a:lnTo>
                          <a:pt x="977151" y="2740970"/>
                        </a:lnTo>
                        <a:cubicBezTo>
                          <a:pt x="997981" y="2728799"/>
                          <a:pt x="1016739" y="2711189"/>
                          <a:pt x="1032492" y="2689427"/>
                        </a:cubicBezTo>
                        <a:lnTo>
                          <a:pt x="1042790" y="2672187"/>
                        </a:lnTo>
                        <a:lnTo>
                          <a:pt x="1078948" y="2572288"/>
                        </a:lnTo>
                        <a:lnTo>
                          <a:pt x="1460524" y="1518065"/>
                        </a:lnTo>
                        <a:lnTo>
                          <a:pt x="1485753" y="1448363"/>
                        </a:lnTo>
                        <a:lnTo>
                          <a:pt x="1491039" y="1424835"/>
                        </a:lnTo>
                        <a:cubicBezTo>
                          <a:pt x="1493359" y="1409179"/>
                          <a:pt x="1494576" y="1392968"/>
                          <a:pt x="1494576" y="1376365"/>
                        </a:cubicBezTo>
                        <a:lnTo>
                          <a:pt x="1494576" y="1376363"/>
                        </a:lnTo>
                        <a:lnTo>
                          <a:pt x="1494576" y="1376361"/>
                        </a:lnTo>
                        <a:cubicBezTo>
                          <a:pt x="1494576" y="1359758"/>
                          <a:pt x="1493359" y="1343547"/>
                          <a:pt x="1491039" y="1327891"/>
                        </a:cubicBezTo>
                        <a:lnTo>
                          <a:pt x="1485753" y="1304363"/>
                        </a:lnTo>
                        <a:lnTo>
                          <a:pt x="1460524" y="1234661"/>
                        </a:lnTo>
                        <a:lnTo>
                          <a:pt x="1078948" y="180438"/>
                        </a:lnTo>
                        <a:lnTo>
                          <a:pt x="1042790" y="80539"/>
                        </a:lnTo>
                        <a:lnTo>
                          <a:pt x="1032492" y="63299"/>
                        </a:lnTo>
                        <a:cubicBezTo>
                          <a:pt x="1016739" y="41537"/>
                          <a:pt x="997981" y="23927"/>
                          <a:pt x="977151" y="11756"/>
                        </a:cubicBezTo>
                        <a:lnTo>
                          <a:pt x="949736" y="0"/>
                        </a:lnTo>
                        <a:lnTo>
                          <a:pt x="869030" y="0"/>
                        </a:lnTo>
                        <a:close/>
                      </a:path>
                    </a:pathLst>
                  </a:custGeom>
                  <a:solidFill>
                    <a:srgbClr val="4B5050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MY" dirty="0"/>
                  </a:p>
                </p:txBody>
              </p:sp>
            </p:grp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D2C9DA8-3E93-4847-4501-6DD985F326C3}"/>
                    </a:ext>
                  </a:extLst>
                </p:cNvPr>
                <p:cNvSpPr txBox="1"/>
                <p:nvPr/>
              </p:nvSpPr>
              <p:spPr>
                <a:xfrm>
                  <a:off x="4981274" y="1908803"/>
                  <a:ext cx="222945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Standard</a:t>
                  </a:r>
                </a:p>
              </p:txBody>
            </p:sp>
          </p:grp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61365B3-A063-58C2-8765-C10908EC702A}"/>
                </a:ext>
              </a:extLst>
            </p:cNvPr>
            <p:cNvSpPr txBox="1"/>
            <p:nvPr/>
          </p:nvSpPr>
          <p:spPr>
            <a:xfrm>
              <a:off x="5257800" y="3091014"/>
              <a:ext cx="1676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$60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EDF610C-DAA6-A9A9-03CA-63BE7A82FF25}"/>
                </a:ext>
              </a:extLst>
            </p:cNvPr>
            <p:cNvGrpSpPr/>
            <p:nvPr/>
          </p:nvGrpSpPr>
          <p:grpSpPr>
            <a:xfrm>
              <a:off x="4981275" y="3923849"/>
              <a:ext cx="2229454" cy="1008159"/>
              <a:chOff x="1702766" y="3923849"/>
              <a:chExt cx="2229454" cy="100815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7F68357-CFDD-36A4-6708-C0457D65A01C}"/>
                  </a:ext>
                </a:extLst>
              </p:cNvPr>
              <p:cNvSpPr txBox="1"/>
              <p:nvPr/>
            </p:nvSpPr>
            <p:spPr>
              <a:xfrm>
                <a:off x="1702766" y="3923849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AF196B-DF93-AEA9-E8D9-CA2C54887BEB}"/>
                  </a:ext>
                </a:extLst>
              </p:cNvPr>
              <p:cNvSpPr txBox="1"/>
              <p:nvPr/>
            </p:nvSpPr>
            <p:spPr>
              <a:xfrm>
                <a:off x="1702766" y="4147051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12FC0F-CD91-F674-9D22-F3594C26A88F}"/>
                  </a:ext>
                </a:extLst>
              </p:cNvPr>
              <p:cNvSpPr txBox="1"/>
              <p:nvPr/>
            </p:nvSpPr>
            <p:spPr>
              <a:xfrm>
                <a:off x="1702766" y="4370253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A1CF62D-F15E-54EF-3C4C-6982FED41BC2}"/>
                  </a:ext>
                </a:extLst>
              </p:cNvPr>
              <p:cNvSpPr txBox="1"/>
              <p:nvPr/>
            </p:nvSpPr>
            <p:spPr>
              <a:xfrm>
                <a:off x="1702766" y="4593454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3033032-C5CD-A2B4-0DED-79531CB945DA}"/>
              </a:ext>
            </a:extLst>
          </p:cNvPr>
          <p:cNvGrpSpPr/>
          <p:nvPr/>
        </p:nvGrpSpPr>
        <p:grpSpPr>
          <a:xfrm>
            <a:off x="7958572" y="1638677"/>
            <a:ext cx="2831870" cy="4239339"/>
            <a:chOff x="7958572" y="1638677"/>
            <a:chExt cx="2831870" cy="423933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C72E9F-533C-75C5-9B21-D95F7BD73C5E}"/>
                </a:ext>
              </a:extLst>
            </p:cNvPr>
            <p:cNvGrpSpPr/>
            <p:nvPr/>
          </p:nvGrpSpPr>
          <p:grpSpPr>
            <a:xfrm>
              <a:off x="7958572" y="1638677"/>
              <a:ext cx="2831870" cy="4239339"/>
              <a:chOff x="7958572" y="1638677"/>
              <a:chExt cx="2831870" cy="4239339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287D9E0-BF21-B04E-8F77-83DA7A639EB1}"/>
                  </a:ext>
                </a:extLst>
              </p:cNvPr>
              <p:cNvSpPr/>
              <p:nvPr/>
            </p:nvSpPr>
            <p:spPr>
              <a:xfrm>
                <a:off x="7958572" y="1808568"/>
                <a:ext cx="2831870" cy="406944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B1F71C78-B3BB-DB7D-A66B-FFE128C315D8}"/>
                  </a:ext>
                </a:extLst>
              </p:cNvPr>
              <p:cNvGrpSpPr/>
              <p:nvPr/>
            </p:nvGrpSpPr>
            <p:grpSpPr>
              <a:xfrm>
                <a:off x="7958572" y="1638677"/>
                <a:ext cx="2831870" cy="1111945"/>
                <a:chOff x="7958572" y="1638677"/>
                <a:chExt cx="2831870" cy="1111945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61F223F5-7995-02EC-CC8F-CFB29D34B036}"/>
                    </a:ext>
                  </a:extLst>
                </p:cNvPr>
                <p:cNvGrpSpPr/>
                <p:nvPr/>
              </p:nvGrpSpPr>
              <p:grpSpPr>
                <a:xfrm>
                  <a:off x="7958572" y="1638677"/>
                  <a:ext cx="2831870" cy="1111945"/>
                  <a:chOff x="7958572" y="1638677"/>
                  <a:chExt cx="2831870" cy="1111945"/>
                </a:xfrm>
              </p:grpSpPr>
              <p:sp>
                <p:nvSpPr>
                  <p:cNvPr id="59" name="Trapezoid 58">
                    <a:extLst>
                      <a:ext uri="{FF2B5EF4-FFF2-40B4-BE49-F238E27FC236}">
                        <a16:creationId xmlns:a16="http://schemas.microsoft.com/office/drawing/2014/main" id="{1E1E926F-6E91-8FD6-D308-6797C7ADBA4D}"/>
                      </a:ext>
                    </a:extLst>
                  </p:cNvPr>
                  <p:cNvSpPr/>
                  <p:nvPr/>
                </p:nvSpPr>
                <p:spPr>
                  <a:xfrm>
                    <a:off x="7958572" y="1638677"/>
                    <a:ext cx="2831870" cy="169837"/>
                  </a:xfrm>
                  <a:prstGeom prst="trapezoid">
                    <a:avLst>
                      <a:gd name="adj" fmla="val 84533"/>
                    </a:avLst>
                  </a:prstGeom>
                  <a:solidFill>
                    <a:srgbClr val="670D1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" name="Freeform: Shape 6">
                    <a:extLst>
                      <a:ext uri="{FF2B5EF4-FFF2-40B4-BE49-F238E27FC236}">
                        <a16:creationId xmlns:a16="http://schemas.microsoft.com/office/drawing/2014/main" id="{30670E35-65A1-C504-6B9F-1FC31DF1BAAA}"/>
                      </a:ext>
                    </a:extLst>
                  </p:cNvPr>
                  <p:cNvSpPr/>
                  <p:nvPr/>
                </p:nvSpPr>
                <p:spPr>
                  <a:xfrm rot="5400000" flipV="1">
                    <a:off x="8819313" y="930098"/>
                    <a:ext cx="1110388" cy="2530659"/>
                  </a:xfrm>
                  <a:custGeom>
                    <a:avLst/>
                    <a:gdLst>
                      <a:gd name="csX0" fmla="*/ 0 w 1494576"/>
                      <a:gd name="csY0" fmla="*/ 0 h 2752726"/>
                      <a:gd name="csX1" fmla="*/ 0 w 1494576"/>
                      <a:gd name="csY1" fmla="*/ 2752726 h 2752726"/>
                      <a:gd name="csX2" fmla="*/ 869030 w 1494576"/>
                      <a:gd name="csY2" fmla="*/ 2752726 h 2752726"/>
                      <a:gd name="csX3" fmla="*/ 949736 w 1494576"/>
                      <a:gd name="csY3" fmla="*/ 2752726 h 2752726"/>
                      <a:gd name="csX4" fmla="*/ 977151 w 1494576"/>
                      <a:gd name="csY4" fmla="*/ 2740970 h 2752726"/>
                      <a:gd name="csX5" fmla="*/ 1032492 w 1494576"/>
                      <a:gd name="csY5" fmla="*/ 2689427 h 2752726"/>
                      <a:gd name="csX6" fmla="*/ 1042790 w 1494576"/>
                      <a:gd name="csY6" fmla="*/ 2672187 h 2752726"/>
                      <a:gd name="csX7" fmla="*/ 1078948 w 1494576"/>
                      <a:gd name="csY7" fmla="*/ 2572288 h 2752726"/>
                      <a:gd name="csX8" fmla="*/ 1460524 w 1494576"/>
                      <a:gd name="csY8" fmla="*/ 1518065 h 2752726"/>
                      <a:gd name="csX9" fmla="*/ 1485753 w 1494576"/>
                      <a:gd name="csY9" fmla="*/ 1448363 h 2752726"/>
                      <a:gd name="csX10" fmla="*/ 1491039 w 1494576"/>
                      <a:gd name="csY10" fmla="*/ 1424835 h 2752726"/>
                      <a:gd name="csX11" fmla="*/ 1494576 w 1494576"/>
                      <a:gd name="csY11" fmla="*/ 1376365 h 2752726"/>
                      <a:gd name="csX12" fmla="*/ 1494576 w 1494576"/>
                      <a:gd name="csY12" fmla="*/ 1376363 h 2752726"/>
                      <a:gd name="csX13" fmla="*/ 1494576 w 1494576"/>
                      <a:gd name="csY13" fmla="*/ 1376361 h 2752726"/>
                      <a:gd name="csX14" fmla="*/ 1491039 w 1494576"/>
                      <a:gd name="csY14" fmla="*/ 1327891 h 2752726"/>
                      <a:gd name="csX15" fmla="*/ 1485753 w 1494576"/>
                      <a:gd name="csY15" fmla="*/ 1304363 h 2752726"/>
                      <a:gd name="csX16" fmla="*/ 1460524 w 1494576"/>
                      <a:gd name="csY16" fmla="*/ 1234661 h 2752726"/>
                      <a:gd name="csX17" fmla="*/ 1078948 w 1494576"/>
                      <a:gd name="csY17" fmla="*/ 180438 h 2752726"/>
                      <a:gd name="csX18" fmla="*/ 1042790 w 1494576"/>
                      <a:gd name="csY18" fmla="*/ 80539 h 2752726"/>
                      <a:gd name="csX19" fmla="*/ 1032492 w 1494576"/>
                      <a:gd name="csY19" fmla="*/ 63299 h 2752726"/>
                      <a:gd name="csX20" fmla="*/ 977151 w 1494576"/>
                      <a:gd name="csY20" fmla="*/ 11756 h 2752726"/>
                      <a:gd name="csX21" fmla="*/ 949736 w 1494576"/>
                      <a:gd name="csY21" fmla="*/ 0 h 2752726"/>
                      <a:gd name="csX22" fmla="*/ 869030 w 1494576"/>
                      <a:gd name="csY22" fmla="*/ 0 h 275272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1494576" h="2752726">
                        <a:moveTo>
                          <a:pt x="0" y="0"/>
                        </a:moveTo>
                        <a:lnTo>
                          <a:pt x="0" y="2752726"/>
                        </a:lnTo>
                        <a:lnTo>
                          <a:pt x="869030" y="2752726"/>
                        </a:lnTo>
                        <a:lnTo>
                          <a:pt x="949736" y="2752726"/>
                        </a:lnTo>
                        <a:lnTo>
                          <a:pt x="977151" y="2740970"/>
                        </a:lnTo>
                        <a:cubicBezTo>
                          <a:pt x="997981" y="2728799"/>
                          <a:pt x="1016739" y="2711189"/>
                          <a:pt x="1032492" y="2689427"/>
                        </a:cubicBezTo>
                        <a:lnTo>
                          <a:pt x="1042790" y="2672187"/>
                        </a:lnTo>
                        <a:lnTo>
                          <a:pt x="1078948" y="2572288"/>
                        </a:lnTo>
                        <a:lnTo>
                          <a:pt x="1460524" y="1518065"/>
                        </a:lnTo>
                        <a:lnTo>
                          <a:pt x="1485753" y="1448363"/>
                        </a:lnTo>
                        <a:lnTo>
                          <a:pt x="1491039" y="1424835"/>
                        </a:lnTo>
                        <a:cubicBezTo>
                          <a:pt x="1493359" y="1409179"/>
                          <a:pt x="1494576" y="1392968"/>
                          <a:pt x="1494576" y="1376365"/>
                        </a:cubicBezTo>
                        <a:lnTo>
                          <a:pt x="1494576" y="1376363"/>
                        </a:lnTo>
                        <a:lnTo>
                          <a:pt x="1494576" y="1376361"/>
                        </a:lnTo>
                        <a:cubicBezTo>
                          <a:pt x="1494576" y="1359758"/>
                          <a:pt x="1493359" y="1343547"/>
                          <a:pt x="1491039" y="1327891"/>
                        </a:cubicBezTo>
                        <a:lnTo>
                          <a:pt x="1485753" y="1304363"/>
                        </a:lnTo>
                        <a:lnTo>
                          <a:pt x="1460524" y="1234661"/>
                        </a:lnTo>
                        <a:lnTo>
                          <a:pt x="1078948" y="180438"/>
                        </a:lnTo>
                        <a:lnTo>
                          <a:pt x="1042790" y="80539"/>
                        </a:lnTo>
                        <a:lnTo>
                          <a:pt x="1032492" y="63299"/>
                        </a:lnTo>
                        <a:cubicBezTo>
                          <a:pt x="1016739" y="41537"/>
                          <a:pt x="997981" y="23927"/>
                          <a:pt x="977151" y="11756"/>
                        </a:cubicBezTo>
                        <a:lnTo>
                          <a:pt x="949736" y="0"/>
                        </a:lnTo>
                        <a:lnTo>
                          <a:pt x="869030" y="0"/>
                        </a:lnTo>
                        <a:close/>
                      </a:path>
                    </a:pathLst>
                  </a:custGeom>
                  <a:solidFill>
                    <a:srgbClr val="D61A3B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MY"/>
                  </a:p>
                </p:txBody>
              </p: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B6556D3-0649-F9DA-D590-5541367790BD}"/>
                    </a:ext>
                  </a:extLst>
                </p:cNvPr>
                <p:cNvSpPr txBox="1"/>
                <p:nvPr/>
              </p:nvSpPr>
              <p:spPr>
                <a:xfrm>
                  <a:off x="8259782" y="1908803"/>
                  <a:ext cx="222945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Premium</a:t>
                  </a:r>
                </a:p>
              </p:txBody>
            </p:sp>
          </p:grp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7401B1-8E26-94F5-384C-C9A33B59B88E}"/>
                </a:ext>
              </a:extLst>
            </p:cNvPr>
            <p:cNvSpPr txBox="1"/>
            <p:nvPr/>
          </p:nvSpPr>
          <p:spPr>
            <a:xfrm>
              <a:off x="8536307" y="3091014"/>
              <a:ext cx="1676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$100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9B8B8D5-3ED7-0764-8D09-B9F734010F94}"/>
                </a:ext>
              </a:extLst>
            </p:cNvPr>
            <p:cNvGrpSpPr/>
            <p:nvPr/>
          </p:nvGrpSpPr>
          <p:grpSpPr>
            <a:xfrm>
              <a:off x="8259782" y="3923849"/>
              <a:ext cx="2229454" cy="1008159"/>
              <a:chOff x="1702766" y="3923849"/>
              <a:chExt cx="2229454" cy="1008159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2865652-F2E4-4953-2A64-7E94AB79D4A4}"/>
                  </a:ext>
                </a:extLst>
              </p:cNvPr>
              <p:cNvSpPr txBox="1"/>
              <p:nvPr/>
            </p:nvSpPr>
            <p:spPr>
              <a:xfrm>
                <a:off x="1702766" y="3923849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7815CA-9535-F2B7-D8FE-C731529A5250}"/>
                  </a:ext>
                </a:extLst>
              </p:cNvPr>
              <p:cNvSpPr txBox="1"/>
              <p:nvPr/>
            </p:nvSpPr>
            <p:spPr>
              <a:xfrm>
                <a:off x="1702766" y="4147051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5F0696B-D9AB-DA29-2E61-CF67FFAD9038}"/>
                  </a:ext>
                </a:extLst>
              </p:cNvPr>
              <p:cNvSpPr txBox="1"/>
              <p:nvPr/>
            </p:nvSpPr>
            <p:spPr>
              <a:xfrm>
                <a:off x="1702766" y="4370253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3223C1E-79B1-2F4C-8331-0F31AA0A0379}"/>
                  </a:ext>
                </a:extLst>
              </p:cNvPr>
              <p:cNvSpPr txBox="1"/>
              <p:nvPr/>
            </p:nvSpPr>
            <p:spPr>
              <a:xfrm>
                <a:off x="1702766" y="4593454"/>
                <a:ext cx="22294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Your text here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569807A-B566-33D4-0367-DFFC11496387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3CA3F02-1CF5-9F22-4A68-B0A7812D598B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09607A7-53D2-AFF1-4A2A-5F26C92505E4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A978954-AECC-3D54-18A6-64FEBFFDA623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78808AF-CF3E-D2B0-3E13-79BA4C28DC43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2583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0C4D-9A0C-5C94-8B69-E6B93584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1DABC-754B-9EE1-BE25-D092BD3BC9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5EC55D-D5C1-2B32-BE59-4DAF252F9CBB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05654C-8366-FC7F-BFDD-78A59A4F90A5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D1881D0-0DBA-A465-5B4A-1075D54C1292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4618FF-6AF8-6CAE-3770-656ED1FE7A19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AFD6CC-C253-0DC4-1824-CA2DEDF49A39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900E8-B361-E465-A60F-A8F2D1AC7543}"/>
              </a:ext>
            </a:extLst>
          </p:cNvPr>
          <p:cNvGrpSpPr/>
          <p:nvPr/>
        </p:nvGrpSpPr>
        <p:grpSpPr>
          <a:xfrm>
            <a:off x="9312000" y="1464303"/>
            <a:ext cx="2880000" cy="4572000"/>
            <a:chOff x="9312000" y="1464303"/>
            <a:chExt cx="2880000" cy="4572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FE4B512-C1A1-3FD3-663B-4F9A2B1DCB0A}"/>
                </a:ext>
              </a:extLst>
            </p:cNvPr>
            <p:cNvSpPr/>
            <p:nvPr/>
          </p:nvSpPr>
          <p:spPr>
            <a:xfrm>
              <a:off x="9312000" y="1464303"/>
              <a:ext cx="2880000" cy="4572000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tIns="108000" rIns="540000" rtlCol="0" anchor="ctr" anchorCtr="0"/>
            <a:lstStyle/>
            <a:p>
              <a:endParaRPr lang="en-MY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Graphic 15" descr="Shield Tick with solid fill">
              <a:extLst>
                <a:ext uri="{FF2B5EF4-FFF2-40B4-BE49-F238E27FC236}">
                  <a16:creationId xmlns:a16="http://schemas.microsoft.com/office/drawing/2014/main" id="{B71C2E2F-377F-7A59-3AC5-DA38DB46BB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371286" y="1743835"/>
              <a:ext cx="761427" cy="761427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A95745F-F3BC-2B43-F125-092E8BF8A17C}"/>
                </a:ext>
              </a:extLst>
            </p:cNvPr>
            <p:cNvSpPr txBox="1"/>
            <p:nvPr/>
          </p:nvSpPr>
          <p:spPr>
            <a:xfrm>
              <a:off x="9530302" y="2957813"/>
              <a:ext cx="2443397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BC1EA08-BEFC-1369-EBA3-DDDB1B0E0438}"/>
              </a:ext>
            </a:extLst>
          </p:cNvPr>
          <p:cNvGrpSpPr/>
          <p:nvPr/>
        </p:nvGrpSpPr>
        <p:grpSpPr>
          <a:xfrm>
            <a:off x="6431999" y="1464303"/>
            <a:ext cx="3192465" cy="4572000"/>
            <a:chOff x="6431999" y="1464303"/>
            <a:chExt cx="3192465" cy="4572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41D96A8-4A29-E3A1-E08C-8F936E27B010}"/>
                </a:ext>
              </a:extLst>
            </p:cNvPr>
            <p:cNvSpPr/>
            <p:nvPr/>
          </p:nvSpPr>
          <p:spPr>
            <a:xfrm rot="5400000">
              <a:off x="5742232" y="2154070"/>
              <a:ext cx="4572000" cy="3192465"/>
            </a:xfrm>
            <a:custGeom>
              <a:avLst/>
              <a:gdLst>
                <a:gd name="connsiteX0" fmla="*/ 0 w 4572000"/>
                <a:gd name="connsiteY0" fmla="*/ 3192465 h 3192465"/>
                <a:gd name="connsiteX1" fmla="*/ 0 w 4572000"/>
                <a:gd name="connsiteY1" fmla="*/ 312465 h 3192465"/>
                <a:gd name="connsiteX2" fmla="*/ 711737 w 4572000"/>
                <a:gd name="connsiteY2" fmla="*/ 312465 h 3192465"/>
                <a:gd name="connsiteX3" fmla="*/ 977831 w 4572000"/>
                <a:gd name="connsiteY3" fmla="*/ 0 h 3192465"/>
                <a:gd name="connsiteX4" fmla="*/ 1243925 w 4572000"/>
                <a:gd name="connsiteY4" fmla="*/ 312465 h 3192465"/>
                <a:gd name="connsiteX5" fmla="*/ 4572000 w 4572000"/>
                <a:gd name="connsiteY5" fmla="*/ 312465 h 3192465"/>
                <a:gd name="connsiteX6" fmla="*/ 4572000 w 4572000"/>
                <a:gd name="connsiteY6" fmla="*/ 3192465 h 319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2000" h="3192465">
                  <a:moveTo>
                    <a:pt x="0" y="3192465"/>
                  </a:moveTo>
                  <a:lnTo>
                    <a:pt x="0" y="312465"/>
                  </a:lnTo>
                  <a:lnTo>
                    <a:pt x="711737" y="312465"/>
                  </a:lnTo>
                  <a:lnTo>
                    <a:pt x="977831" y="0"/>
                  </a:lnTo>
                  <a:lnTo>
                    <a:pt x="1243925" y="312465"/>
                  </a:lnTo>
                  <a:lnTo>
                    <a:pt x="4572000" y="312465"/>
                  </a:lnTo>
                  <a:lnTo>
                    <a:pt x="4572000" y="3192465"/>
                  </a:ln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88900" dist="63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pic>
          <p:nvPicPr>
            <p:cNvPr id="20" name="Graphic 19" descr="Tools with solid fill">
              <a:extLst>
                <a:ext uri="{FF2B5EF4-FFF2-40B4-BE49-F238E27FC236}">
                  <a16:creationId xmlns:a16="http://schemas.microsoft.com/office/drawing/2014/main" id="{A5B69E50-E511-D441-8D30-8E90D23E79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554784" y="1743835"/>
              <a:ext cx="629680" cy="62968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E1B742-5423-111A-1FDA-66D9A5A52632}"/>
                </a:ext>
              </a:extLst>
            </p:cNvPr>
            <p:cNvSpPr txBox="1"/>
            <p:nvPr/>
          </p:nvSpPr>
          <p:spPr>
            <a:xfrm>
              <a:off x="6650301" y="2957813"/>
              <a:ext cx="2443397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C346CC-DC5E-4D9D-C7D6-0DFFE891423C}"/>
              </a:ext>
            </a:extLst>
          </p:cNvPr>
          <p:cNvGrpSpPr/>
          <p:nvPr/>
        </p:nvGrpSpPr>
        <p:grpSpPr>
          <a:xfrm>
            <a:off x="3552000" y="1464302"/>
            <a:ext cx="3192464" cy="4572000"/>
            <a:chOff x="3552000" y="1464302"/>
            <a:chExt cx="3192464" cy="4572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83B0EB6-ABB1-C904-8041-1DE4C77B5089}"/>
                </a:ext>
              </a:extLst>
            </p:cNvPr>
            <p:cNvSpPr/>
            <p:nvPr/>
          </p:nvSpPr>
          <p:spPr>
            <a:xfrm rot="5400000">
              <a:off x="2862232" y="2154070"/>
              <a:ext cx="4572000" cy="3192464"/>
            </a:xfrm>
            <a:custGeom>
              <a:avLst/>
              <a:gdLst>
                <a:gd name="connsiteX0" fmla="*/ 0 w 4572000"/>
                <a:gd name="connsiteY0" fmla="*/ 3192464 h 3192464"/>
                <a:gd name="connsiteX1" fmla="*/ 0 w 4572000"/>
                <a:gd name="connsiteY1" fmla="*/ 312464 h 3192464"/>
                <a:gd name="connsiteX2" fmla="*/ 711738 w 4572000"/>
                <a:gd name="connsiteY2" fmla="*/ 312464 h 3192464"/>
                <a:gd name="connsiteX3" fmla="*/ 977832 w 4572000"/>
                <a:gd name="connsiteY3" fmla="*/ 0 h 3192464"/>
                <a:gd name="connsiteX4" fmla="*/ 1243925 w 4572000"/>
                <a:gd name="connsiteY4" fmla="*/ 312464 h 3192464"/>
                <a:gd name="connsiteX5" fmla="*/ 4572000 w 4572000"/>
                <a:gd name="connsiteY5" fmla="*/ 312464 h 3192464"/>
                <a:gd name="connsiteX6" fmla="*/ 4572000 w 4572000"/>
                <a:gd name="connsiteY6" fmla="*/ 3192464 h 31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2000" h="3192464">
                  <a:moveTo>
                    <a:pt x="0" y="3192464"/>
                  </a:moveTo>
                  <a:lnTo>
                    <a:pt x="0" y="312464"/>
                  </a:lnTo>
                  <a:lnTo>
                    <a:pt x="711738" y="312464"/>
                  </a:lnTo>
                  <a:lnTo>
                    <a:pt x="977832" y="0"/>
                  </a:lnTo>
                  <a:lnTo>
                    <a:pt x="1243925" y="312464"/>
                  </a:lnTo>
                  <a:lnTo>
                    <a:pt x="4572000" y="312464"/>
                  </a:lnTo>
                  <a:lnTo>
                    <a:pt x="4572000" y="3192464"/>
                  </a:lnTo>
                  <a:close/>
                </a:path>
              </a:pathLst>
            </a:custGeom>
            <a:solidFill>
              <a:srgbClr val="939999"/>
            </a:solidFill>
            <a:ln>
              <a:noFill/>
            </a:ln>
            <a:effectLst>
              <a:outerShdw blurRad="88900" dist="63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pic>
          <p:nvPicPr>
            <p:cNvPr id="26" name="Graphic 25" descr="Head with gears with solid fill">
              <a:extLst>
                <a:ext uri="{FF2B5EF4-FFF2-40B4-BE49-F238E27FC236}">
                  <a16:creationId xmlns:a16="http://schemas.microsoft.com/office/drawing/2014/main" id="{7D16976A-3744-83B5-DE7B-F391FD1DA6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767518" y="1697000"/>
              <a:ext cx="761427" cy="761427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BC7AD1-9CB7-0910-9DDD-A91162E3790E}"/>
                </a:ext>
              </a:extLst>
            </p:cNvPr>
            <p:cNvSpPr txBox="1"/>
            <p:nvPr/>
          </p:nvSpPr>
          <p:spPr>
            <a:xfrm>
              <a:off x="3770026" y="2957813"/>
              <a:ext cx="2443397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8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8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2F4865-5A1F-5DDF-C832-9A462C9E7683}"/>
              </a:ext>
            </a:extLst>
          </p:cNvPr>
          <p:cNvGrpSpPr/>
          <p:nvPr/>
        </p:nvGrpSpPr>
        <p:grpSpPr>
          <a:xfrm>
            <a:off x="-12741" y="1464303"/>
            <a:ext cx="3928248" cy="4572000"/>
            <a:chOff x="-12741" y="1464303"/>
            <a:chExt cx="3928248" cy="457200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4A0873B-CCED-9750-62A9-217348DD762E}"/>
                </a:ext>
              </a:extLst>
            </p:cNvPr>
            <p:cNvSpPr/>
            <p:nvPr/>
          </p:nvSpPr>
          <p:spPr>
            <a:xfrm rot="5400000">
              <a:off x="-334617" y="1786179"/>
              <a:ext cx="4572000" cy="3928248"/>
            </a:xfrm>
            <a:custGeom>
              <a:avLst/>
              <a:gdLst>
                <a:gd name="connsiteX0" fmla="*/ 0 w 4572000"/>
                <a:gd name="connsiteY0" fmla="*/ 3868903 h 3868903"/>
                <a:gd name="connsiteX1" fmla="*/ 0 w 4572000"/>
                <a:gd name="connsiteY1" fmla="*/ 316903 h 3868903"/>
                <a:gd name="connsiteX2" fmla="*/ 707958 w 4572000"/>
                <a:gd name="connsiteY2" fmla="*/ 316903 h 3868903"/>
                <a:gd name="connsiteX3" fmla="*/ 977832 w 4572000"/>
                <a:gd name="connsiteY3" fmla="*/ 0 h 3868903"/>
                <a:gd name="connsiteX4" fmla="*/ 1247705 w 4572000"/>
                <a:gd name="connsiteY4" fmla="*/ 316903 h 3868903"/>
                <a:gd name="connsiteX5" fmla="*/ 4572000 w 4572000"/>
                <a:gd name="connsiteY5" fmla="*/ 316903 h 3868903"/>
                <a:gd name="connsiteX6" fmla="*/ 4572000 w 4572000"/>
                <a:gd name="connsiteY6" fmla="*/ 3868903 h 386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2000" h="3868903">
                  <a:moveTo>
                    <a:pt x="0" y="3868903"/>
                  </a:moveTo>
                  <a:lnTo>
                    <a:pt x="0" y="316903"/>
                  </a:lnTo>
                  <a:lnTo>
                    <a:pt x="707958" y="316903"/>
                  </a:lnTo>
                  <a:lnTo>
                    <a:pt x="977832" y="0"/>
                  </a:lnTo>
                  <a:lnTo>
                    <a:pt x="1247705" y="316903"/>
                  </a:lnTo>
                  <a:lnTo>
                    <a:pt x="4572000" y="316903"/>
                  </a:lnTo>
                  <a:lnTo>
                    <a:pt x="4572000" y="3868903"/>
                  </a:ln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  <a:effectLst>
              <a:outerShdw blurRad="88900" dist="63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C305BE-ECC8-9376-C03E-2880F49B3B23}"/>
                </a:ext>
              </a:extLst>
            </p:cNvPr>
            <p:cNvSpPr/>
            <p:nvPr/>
          </p:nvSpPr>
          <p:spPr>
            <a:xfrm>
              <a:off x="260916" y="2160474"/>
              <a:ext cx="2973725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2000" b="0" i="0" dirty="0" err="1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651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25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7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8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25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25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25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9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44E3-6C73-F6DB-5967-3E930EDD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D4C501-4F1B-7316-3D52-CB971D599B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AC65D8-412C-5B74-05AA-F3B3A53DF709}"/>
              </a:ext>
            </a:extLst>
          </p:cNvPr>
          <p:cNvGrpSpPr/>
          <p:nvPr/>
        </p:nvGrpSpPr>
        <p:grpSpPr>
          <a:xfrm>
            <a:off x="-1038844" y="178532"/>
            <a:ext cx="775729" cy="3089422"/>
            <a:chOff x="-1038844" y="178532"/>
            <a:chExt cx="775729" cy="30894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924740-AE7C-DA0B-A5FC-99A91365C1AB}"/>
                </a:ext>
              </a:extLst>
            </p:cNvPr>
            <p:cNvSpPr/>
            <p:nvPr/>
          </p:nvSpPr>
          <p:spPr>
            <a:xfrm>
              <a:off x="-1038844" y="178532"/>
              <a:ext cx="775729" cy="775729"/>
            </a:xfrm>
            <a:prstGeom prst="rect">
              <a:avLst/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18A08E-747C-3238-66D3-5FCE58EBE11B}"/>
                </a:ext>
              </a:extLst>
            </p:cNvPr>
            <p:cNvSpPr/>
            <p:nvPr/>
          </p:nvSpPr>
          <p:spPr>
            <a:xfrm>
              <a:off x="-1038844" y="949763"/>
              <a:ext cx="775729" cy="775729"/>
            </a:xfrm>
            <a:prstGeom prst="rect">
              <a:avLst/>
            </a:prstGeom>
            <a:solidFill>
              <a:srgbClr val="4B5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86F29A1-ED69-0781-C431-0CD787056347}"/>
                </a:ext>
              </a:extLst>
            </p:cNvPr>
            <p:cNvSpPr/>
            <p:nvPr/>
          </p:nvSpPr>
          <p:spPr>
            <a:xfrm>
              <a:off x="-1038844" y="1720994"/>
              <a:ext cx="775729" cy="775729"/>
            </a:xfrm>
            <a:prstGeom prst="rect">
              <a:avLst/>
            </a:prstGeom>
            <a:solidFill>
              <a:srgbClr val="93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07990A-50B3-B7B1-8D25-B1FCE681F050}"/>
                </a:ext>
              </a:extLst>
            </p:cNvPr>
            <p:cNvSpPr/>
            <p:nvPr/>
          </p:nvSpPr>
          <p:spPr>
            <a:xfrm>
              <a:off x="-1038844" y="2492225"/>
              <a:ext cx="775729" cy="7757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2A7E9A9-9D33-A876-BAAA-B83620CB175E}"/>
              </a:ext>
            </a:extLst>
          </p:cNvPr>
          <p:cNvGrpSpPr/>
          <p:nvPr/>
        </p:nvGrpSpPr>
        <p:grpSpPr>
          <a:xfrm>
            <a:off x="230240" y="1353921"/>
            <a:ext cx="11731520" cy="4917704"/>
            <a:chOff x="230240" y="1353921"/>
            <a:chExt cx="11731520" cy="491770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3073773-D1A8-C8EB-AE23-351E5F9A240A}"/>
                </a:ext>
              </a:extLst>
            </p:cNvPr>
            <p:cNvSpPr/>
            <p:nvPr/>
          </p:nvSpPr>
          <p:spPr>
            <a:xfrm>
              <a:off x="1267924" y="1353921"/>
              <a:ext cx="2630907" cy="2458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234CE0E-399B-C987-D5B5-1A293E9A99B2}"/>
                </a:ext>
              </a:extLst>
            </p:cNvPr>
            <p:cNvSpPr/>
            <p:nvPr/>
          </p:nvSpPr>
          <p:spPr>
            <a:xfrm>
              <a:off x="3954107" y="1353921"/>
              <a:ext cx="2630907" cy="2458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9466C03-2A65-933F-5497-965A5D1C95AA}"/>
                </a:ext>
              </a:extLst>
            </p:cNvPr>
            <p:cNvSpPr/>
            <p:nvPr/>
          </p:nvSpPr>
          <p:spPr>
            <a:xfrm>
              <a:off x="6644670" y="1353921"/>
              <a:ext cx="2630907" cy="2458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79C6FB6-E4BC-96F4-D277-8667F18D6122}"/>
                </a:ext>
              </a:extLst>
            </p:cNvPr>
            <p:cNvSpPr/>
            <p:nvPr/>
          </p:nvSpPr>
          <p:spPr>
            <a:xfrm>
              <a:off x="9330853" y="1353921"/>
              <a:ext cx="2630907" cy="2458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4A26F9-1C31-EC8D-2C8A-4C015918A093}"/>
                </a:ext>
              </a:extLst>
            </p:cNvPr>
            <p:cNvSpPr/>
            <p:nvPr/>
          </p:nvSpPr>
          <p:spPr>
            <a:xfrm>
              <a:off x="1267924" y="3812773"/>
              <a:ext cx="2630907" cy="2458852"/>
            </a:xfrm>
            <a:prstGeom prst="rect">
              <a:avLst/>
            </a:prstGeom>
            <a:solidFill>
              <a:srgbClr val="D4D6D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4BCA51F-A267-BBC2-3BEE-2E43A65835ED}"/>
                </a:ext>
              </a:extLst>
            </p:cNvPr>
            <p:cNvSpPr/>
            <p:nvPr/>
          </p:nvSpPr>
          <p:spPr>
            <a:xfrm>
              <a:off x="3954107" y="3812773"/>
              <a:ext cx="2630907" cy="2458852"/>
            </a:xfrm>
            <a:prstGeom prst="rect">
              <a:avLst/>
            </a:prstGeom>
            <a:solidFill>
              <a:srgbClr val="D4D6D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B8D0FC-29A5-B624-AA7B-DCBBFB743D86}"/>
                </a:ext>
              </a:extLst>
            </p:cNvPr>
            <p:cNvSpPr/>
            <p:nvPr/>
          </p:nvSpPr>
          <p:spPr>
            <a:xfrm>
              <a:off x="6644670" y="3812773"/>
              <a:ext cx="2630907" cy="2458852"/>
            </a:xfrm>
            <a:prstGeom prst="rect">
              <a:avLst/>
            </a:prstGeom>
            <a:solidFill>
              <a:srgbClr val="D4D6D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F6B075D-017D-18DF-D726-43BC847BD1B8}"/>
                </a:ext>
              </a:extLst>
            </p:cNvPr>
            <p:cNvSpPr/>
            <p:nvPr/>
          </p:nvSpPr>
          <p:spPr>
            <a:xfrm>
              <a:off x="9330853" y="3812773"/>
              <a:ext cx="2630907" cy="2458852"/>
            </a:xfrm>
            <a:prstGeom prst="rect">
              <a:avLst/>
            </a:prstGeom>
            <a:solidFill>
              <a:srgbClr val="D4D6D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t" anchorCtr="0"/>
            <a:lstStyle/>
            <a:p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dolor sit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sed do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eiusmod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tempor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incididunt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labore et dolore magna </a:t>
              </a:r>
              <a:r>
                <a:rPr lang="en-US" sz="1600" b="0" i="0" dirty="0" err="1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</a:t>
              </a:r>
              <a:r>
                <a:rPr lang="en-US" sz="1600" b="0" i="0" dirty="0"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MY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0" name="Arrow: Pentagon 49">
              <a:extLst>
                <a:ext uri="{FF2B5EF4-FFF2-40B4-BE49-F238E27FC236}">
                  <a16:creationId xmlns:a16="http://schemas.microsoft.com/office/drawing/2014/main" id="{E5EB2D22-6AA5-86C1-AD12-AC2E61C36C21}"/>
                </a:ext>
              </a:extLst>
            </p:cNvPr>
            <p:cNvSpPr/>
            <p:nvPr/>
          </p:nvSpPr>
          <p:spPr>
            <a:xfrm>
              <a:off x="230240" y="1353921"/>
              <a:ext cx="1010093" cy="2458852"/>
            </a:xfrm>
            <a:prstGeom prst="homePlate">
              <a:avLst>
                <a:gd name="adj" fmla="val 42632"/>
              </a:avLst>
            </a:prstGeom>
            <a:solidFill>
              <a:srgbClr val="D2203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MY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QUESTION</a:t>
              </a:r>
            </a:p>
          </p:txBody>
        </p:sp>
        <p:sp>
          <p:nvSpPr>
            <p:cNvPr id="51" name="Arrow: Pentagon 50">
              <a:extLst>
                <a:ext uri="{FF2B5EF4-FFF2-40B4-BE49-F238E27FC236}">
                  <a16:creationId xmlns:a16="http://schemas.microsoft.com/office/drawing/2014/main" id="{EA87BEBF-527F-32B4-DBFA-38F0F83395C3}"/>
                </a:ext>
              </a:extLst>
            </p:cNvPr>
            <p:cNvSpPr/>
            <p:nvPr/>
          </p:nvSpPr>
          <p:spPr>
            <a:xfrm>
              <a:off x="230240" y="3812773"/>
              <a:ext cx="1010093" cy="2458852"/>
            </a:xfrm>
            <a:prstGeom prst="homePlate">
              <a:avLst>
                <a:gd name="adj" fmla="val 42632"/>
              </a:avLst>
            </a:prstGeom>
            <a:solidFill>
              <a:srgbClr val="474C4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MY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ANSWER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6711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urved building">
            <a:extLst>
              <a:ext uri="{FF2B5EF4-FFF2-40B4-BE49-F238E27FC236}">
                <a16:creationId xmlns:a16="http://schemas.microsoft.com/office/drawing/2014/main" id="{3CD17059-33E6-2B8B-38E6-EA74A762CAE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0" r="15270"/>
          <a:stretch/>
        </p:blipFill>
        <p:spPr/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F485B6-3EA3-95A0-35F6-6CACF8C86C87}"/>
              </a:ext>
            </a:extLst>
          </p:cNvPr>
          <p:cNvSpPr/>
          <p:nvPr/>
        </p:nvSpPr>
        <p:spPr>
          <a:xfrm>
            <a:off x="0" y="0"/>
            <a:ext cx="4355002" cy="4180114"/>
          </a:xfrm>
          <a:custGeom>
            <a:avLst/>
            <a:gdLst>
              <a:gd name="csX0" fmla="*/ 0 w 4355002"/>
              <a:gd name="csY0" fmla="*/ 0 h 4180114"/>
              <a:gd name="csX1" fmla="*/ 4355002 w 4355002"/>
              <a:gd name="csY1" fmla="*/ 0 h 4180114"/>
              <a:gd name="csX2" fmla="*/ 1454646 w 4355002"/>
              <a:gd name="csY2" fmla="*/ 4180114 h 4180114"/>
              <a:gd name="csX3" fmla="*/ 0 w 4355002"/>
              <a:gd name="csY3" fmla="*/ 4180114 h 4180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5002" h="4180114">
                <a:moveTo>
                  <a:pt x="0" y="0"/>
                </a:moveTo>
                <a:lnTo>
                  <a:pt x="4355002" y="0"/>
                </a:lnTo>
                <a:lnTo>
                  <a:pt x="1454646" y="4180114"/>
                </a:lnTo>
                <a:lnTo>
                  <a:pt x="0" y="4180114"/>
                </a:lnTo>
                <a:close/>
              </a:path>
            </a:pathLst>
          </a:custGeom>
          <a:solidFill>
            <a:srgbClr val="D61A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FF36B42-8175-37DE-7211-EAC9CA2E4F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9230" y="2777332"/>
            <a:ext cx="6273540" cy="1303337"/>
          </a:xfrm>
        </p:spPr>
        <p:txBody>
          <a:bodyPr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469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0F7B-40C1-643F-6AC2-578D4B38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19C8CA-F1C7-E115-F129-37973250E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4775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6E2C31-AAF0-F7F4-587B-B893087DCB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6174" y="67239"/>
            <a:ext cx="10767588" cy="673100"/>
          </a:xfrm>
        </p:spPr>
        <p:txBody>
          <a:bodyPr/>
          <a:lstStyle/>
          <a:p>
            <a:r>
              <a:rPr lang="en-US" dirty="0"/>
              <a:t>ICON - Business Slides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2F38FFC-BE94-A1C1-328C-B2D13D895706}"/>
              </a:ext>
            </a:extLst>
          </p:cNvPr>
          <p:cNvGrpSpPr/>
          <p:nvPr/>
        </p:nvGrpSpPr>
        <p:grpSpPr>
          <a:xfrm>
            <a:off x="242397" y="1491003"/>
            <a:ext cx="11707206" cy="4232675"/>
            <a:chOff x="242397" y="1491003"/>
            <a:chExt cx="11707206" cy="4232675"/>
          </a:xfrm>
        </p:grpSpPr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147751BE-9227-9D45-A9CB-1C8B4AA59F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48839" y="3814478"/>
              <a:ext cx="759715" cy="754378"/>
            </a:xfrm>
            <a:prstGeom prst="rect">
              <a:avLst/>
            </a:prstGeom>
          </p:spPr>
        </p:pic>
        <p:pic>
          <p:nvPicPr>
            <p:cNvPr id="96" name="Graphic 95">
              <a:extLst>
                <a:ext uri="{FF2B5EF4-FFF2-40B4-BE49-F238E27FC236}">
                  <a16:creationId xmlns:a16="http://schemas.microsoft.com/office/drawing/2014/main" id="{343ABA4E-44EA-22C5-D275-7A4676C088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36909" y="1539761"/>
              <a:ext cx="697939" cy="731174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CB35D153-EC1E-1C20-2701-5AC463B09A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2397" y="1586584"/>
              <a:ext cx="795942" cy="6375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235C272-D2B3-298E-436B-D24C7427F5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2397" y="2722681"/>
              <a:ext cx="399522" cy="699715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CAFE0AA-1ACC-C917-0E85-13F7FC7386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56470" y="1551735"/>
              <a:ext cx="496162" cy="707226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0B3B810-2058-057A-3C21-A612915E5A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70763" y="1561673"/>
              <a:ext cx="551166" cy="68735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F161C4A-E883-D7AE-7211-EDB74F5DF2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52979" y="1493066"/>
              <a:ext cx="713302" cy="824565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FC806E3-75AB-2624-7020-3083BC8086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84412" y="1666903"/>
              <a:ext cx="839658" cy="47689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BEDBF8F-BD28-C323-49F2-DCCAC9BF52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27606" y="1542368"/>
              <a:ext cx="625242" cy="725960"/>
            </a:xfrm>
            <a:prstGeom prst="rect">
              <a:avLst/>
            </a:prstGeom>
          </p:spPr>
        </p:pic>
        <p:pic>
          <p:nvPicPr>
            <p:cNvPr id="23" name="Graphic 22" descr="Clapping hands with solid fill">
              <a:extLst>
                <a:ext uri="{FF2B5EF4-FFF2-40B4-BE49-F238E27FC236}">
                  <a16:creationId xmlns:a16="http://schemas.microsoft.com/office/drawing/2014/main" id="{CD38EABA-2A53-DC99-764D-E5129168AA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40060" y="1515989"/>
              <a:ext cx="778718" cy="778718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29E91319-9C00-F610-55E0-262D045D8A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70979" y="1542585"/>
              <a:ext cx="625242" cy="725526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92286927-3D02-B8E2-976E-202E682F78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83196" y="2702717"/>
              <a:ext cx="791891" cy="739643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DCCB513B-3EA3-AFC6-29B0-7C3AB162A4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39259" y="2815956"/>
              <a:ext cx="690451" cy="51316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57BDDB3E-1A18-CD04-3203-8084793D61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038690" y="2733315"/>
              <a:ext cx="744738" cy="678447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AC043FCF-5581-D66B-85F4-495EEA23BB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52675" y="2699945"/>
              <a:ext cx="744738" cy="745186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7E0FD28E-2C7D-CC90-9A71-CF663F442C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670987" y="2702110"/>
              <a:ext cx="740411" cy="74085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3637B19-1B9E-809C-9BB6-AC199F771E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295438" y="2711073"/>
              <a:ext cx="625798" cy="72293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D96D58B1-5E57-DAA1-377A-0162F12AAF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224705" y="2837664"/>
              <a:ext cx="629456" cy="469749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32A92472-9B27-19D0-C033-AE73C8B26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17120" y="3858877"/>
              <a:ext cx="674843" cy="648887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35BC6928-E370-1ACF-C6A1-64290DF194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46597" y="3909218"/>
              <a:ext cx="587088" cy="548204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AF5B51AD-A65B-09B2-96D5-23D3266B3A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430989" y="2738792"/>
              <a:ext cx="666993" cy="667493"/>
            </a:xfrm>
            <a:prstGeom prst="rect">
              <a:avLst/>
            </a:prstGeom>
          </p:spPr>
        </p:pic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5B45A7F6-E8BE-5EFC-5916-3F39C14439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362515" y="2698496"/>
              <a:ext cx="587088" cy="748085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B538C016-E9F7-AA90-A411-961453BAC4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314351" y="1536778"/>
              <a:ext cx="635252" cy="737141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D1A9F5CC-1EA7-934C-E67C-AA00031EE1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316364" y="2735573"/>
              <a:ext cx="673348" cy="673930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C210F06B-5ED9-9157-784B-426D92309E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475398" y="3888797"/>
              <a:ext cx="589627" cy="589047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C140F304-CFEE-ECD5-5EDE-671C811180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548460" y="3792084"/>
              <a:ext cx="540594" cy="782473"/>
            </a:xfrm>
            <a:prstGeom prst="rect">
              <a:avLst/>
            </a:pr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18DB71DD-C7B8-2DDD-243D-C38F9180BC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572489" y="3859854"/>
              <a:ext cx="583291" cy="646932"/>
            </a:xfrm>
            <a:prstGeom prst="rect">
              <a:avLst/>
            </a:prstGeom>
          </p:spPr>
        </p:pic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4F458EF5-3543-1DFF-3BCB-EF4C07CE3A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639215" y="3823796"/>
              <a:ext cx="577638" cy="719049"/>
            </a:xfrm>
            <a:prstGeom prst="rect">
              <a:avLst/>
            </a:prstGeom>
          </p:spPr>
        </p:pic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99EA2C75-50EC-B964-0AEA-2732944863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700288" y="3850311"/>
              <a:ext cx="744002" cy="666018"/>
            </a:xfrm>
            <a:prstGeom prst="rect">
              <a:avLst/>
            </a:prstGeom>
          </p:spPr>
        </p:pic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705A97C7-C187-BAC8-6CBD-A6E4D4033A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927725" y="3897396"/>
              <a:ext cx="599139" cy="571848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A6FAD5E0-F8E6-171D-8632-7AD097464E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9010299" y="3842069"/>
              <a:ext cx="559872" cy="682502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A2828FB5-9449-F1BC-39EE-B94816EC3F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1278366" y="3848882"/>
              <a:ext cx="667037" cy="668877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50C5DE77-B64F-31A5-D1D1-EFDF40D58A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319676" y="5024215"/>
              <a:ext cx="657778" cy="659891"/>
            </a:xfrm>
            <a:prstGeom prst="rect">
              <a:avLst/>
            </a:prstGeom>
          </p:spPr>
        </p:pic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498EC085-4793-83FC-1E26-7D80525811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242397" y="5024215"/>
              <a:ext cx="657065" cy="659890"/>
            </a:xfrm>
            <a:prstGeom prst="rect">
              <a:avLst/>
            </a:prstGeom>
          </p:spPr>
        </p:pic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75169483-F082-9F07-0A39-13A9E1FBD2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3479676" y="5236314"/>
              <a:ext cx="667037" cy="235692"/>
            </a:xfrm>
            <a:prstGeom prst="rect">
              <a:avLst/>
            </a:prstGeom>
          </p:spPr>
        </p:pic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id="{C71C1409-38FE-333C-8508-A05844E4B1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4566927" y="5035349"/>
              <a:ext cx="833661" cy="637623"/>
            </a:xfrm>
            <a:prstGeom prst="rect">
              <a:avLst/>
            </a:prstGeom>
          </p:spPr>
        </p:pic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8DBD8614-F1E4-CB57-B216-DB8C7DFF46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5820802" y="5067726"/>
              <a:ext cx="841050" cy="572868"/>
            </a:xfrm>
            <a:prstGeom prst="rect">
              <a:avLst/>
            </a:prstGeom>
          </p:spPr>
        </p:pic>
        <p:pic>
          <p:nvPicPr>
            <p:cNvPr id="81" name="Graphic 80" descr="Hierarchy with solid fill">
              <a:extLst>
                <a:ext uri="{FF2B5EF4-FFF2-40B4-BE49-F238E27FC236}">
                  <a16:creationId xmlns:a16="http://schemas.microsoft.com/office/drawing/2014/main" id="{7147BEC1-C55C-540A-E6A2-287D082AA9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082066" y="4987805"/>
              <a:ext cx="731155" cy="732711"/>
            </a:xfrm>
            <a:prstGeom prst="rect">
              <a:avLst/>
            </a:prstGeom>
          </p:spPr>
        </p:pic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FC568FC4-5305-53DA-A5FB-C9B3686BB1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397668" y="4984642"/>
              <a:ext cx="661794" cy="739036"/>
            </a:xfrm>
            <a:prstGeom prst="rect">
              <a:avLst/>
            </a:prstGeom>
          </p:spPr>
        </p:pic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0AB7571B-5995-8B63-EA63-475B428D7A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233435" y="4987714"/>
              <a:ext cx="625791" cy="732893"/>
            </a:xfrm>
            <a:prstGeom prst="rect">
              <a:avLst/>
            </a:prstGeom>
          </p:spPr>
        </p:pic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CE803364-EF86-8773-24AD-8B841E4E71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279440" y="5025081"/>
              <a:ext cx="604428" cy="658158"/>
            </a:xfrm>
            <a:prstGeom prst="rect">
              <a:avLst/>
            </a:prstGeom>
          </p:spPr>
        </p:pic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FA58618D-1B27-C4DF-D650-34CDBF9150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304082" y="5025081"/>
              <a:ext cx="610555" cy="658158"/>
            </a:xfrm>
            <a:prstGeom prst="rect">
              <a:avLst/>
            </a:prstGeom>
          </p:spPr>
        </p:pic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B831C620-EE21-87D8-E242-4248108EC1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1334851" y="5057698"/>
              <a:ext cx="610555" cy="592925"/>
            </a:xfrm>
            <a:prstGeom prst="rect">
              <a:avLst/>
            </a:prstGeom>
          </p:spPr>
        </p:pic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CF93B008-C6AB-8BEC-0744-1940A8CAE4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8042201" y="1491003"/>
              <a:ext cx="767274" cy="828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1956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42703</TotalTime>
  <Words>2169</Words>
  <Application>Microsoft Office PowerPoint</Application>
  <PresentationFormat>Widescreen</PresentationFormat>
  <Paragraphs>263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Daytona Condensed</vt:lpstr>
      <vt:lpstr>Tahoma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rosniza ahmad</cp:lastModifiedBy>
  <cp:revision>51</cp:revision>
  <dcterms:created xsi:type="dcterms:W3CDTF">2026-06-03T08:17:28Z</dcterms:created>
  <dcterms:modified xsi:type="dcterms:W3CDTF">2026-07-22T11:27:08Z</dcterms:modified>
</cp:coreProperties>
</file>