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579" r:id="rId2"/>
    <p:sldId id="3679" r:id="rId3"/>
    <p:sldId id="3409" r:id="rId4"/>
    <p:sldId id="3432" r:id="rId5"/>
    <p:sldId id="3567" r:id="rId6"/>
    <p:sldId id="3564" r:id="rId7"/>
    <p:sldId id="3690" r:id="rId8"/>
    <p:sldId id="3613" r:id="rId9"/>
    <p:sldId id="3620" r:id="rId10"/>
    <p:sldId id="3650" r:id="rId11"/>
    <p:sldId id="3667" r:id="rId12"/>
    <p:sldId id="3669" r:id="rId13"/>
    <p:sldId id="3725" r:id="rId14"/>
    <p:sldId id="276" r:id="rId15"/>
    <p:sldId id="3412" r:id="rId16"/>
    <p:sldId id="3673" r:id="rId17"/>
    <p:sldId id="3415" r:id="rId18"/>
    <p:sldId id="3417" r:id="rId19"/>
    <p:sldId id="3723" r:id="rId20"/>
    <p:sldId id="3418" r:id="rId21"/>
    <p:sldId id="3435" r:id="rId22"/>
    <p:sldId id="389" r:id="rId23"/>
    <p:sldId id="3715" r:id="rId24"/>
    <p:sldId id="391" r:id="rId25"/>
    <p:sldId id="3551" r:id="rId26"/>
    <p:sldId id="3648" r:id="rId27"/>
    <p:sldId id="3610" r:id="rId28"/>
    <p:sldId id="3731" r:id="rId29"/>
    <p:sldId id="3656" r:id="rId30"/>
    <p:sldId id="369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showGuides="1">
      <p:cViewPr varScale="1">
        <p:scale>
          <a:sx n="56" d="100"/>
          <a:sy n="56" d="100"/>
        </p:scale>
        <p:origin x="1002" y="45"/>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71552D-7AA5-451C-9D17-CEA6E56E0235}"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EFC19D-69CD-45FF-B82A-4DBFD89C470A}" type="slidenum">
              <a:rPr lang="en-US" smtClean="0"/>
              <a:t>‹#›</a:t>
            </a:fld>
            <a:endParaRPr lang="en-US"/>
          </a:p>
        </p:txBody>
      </p:sp>
    </p:spTree>
    <p:extLst>
      <p:ext uri="{BB962C8B-B14F-4D97-AF65-F5344CB8AC3E}">
        <p14:creationId xmlns:p14="http://schemas.microsoft.com/office/powerpoint/2010/main" val="3125730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A6E08D77-C6BD-40D7-67B9-C0BC72733AC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B7369FA7-8DEB-05A4-B47A-3F15AC97CA35}"/>
              </a:ext>
            </a:extLst>
          </p:cNvPr>
          <p:cNvSpPr>
            <a:spLocks noGrp="1"/>
          </p:cNvSpPr>
          <p:nvPr>
            <p:ph type="body" idx="1"/>
          </p:nvPr>
        </p:nvSpPr>
        <p:spPr/>
        <p:txBody>
          <a:bodyPr/>
          <a:lstStyle/>
          <a:p>
            <a:pPr fontAlgn="auto">
              <a:spcBef>
                <a:spcPts val="0"/>
              </a:spcBef>
              <a:spcAft>
                <a:spcPts val="0"/>
              </a:spcAft>
              <a:defRPr/>
            </a:pPr>
            <a:r>
              <a:rPr lang="en-US" dirty="0"/>
              <a:t>In certain operational situations, passengers may be upgraded or downgraded depending on seat availability and aircraft changes.</a:t>
            </a:r>
          </a:p>
          <a:p>
            <a:pPr fontAlgn="auto">
              <a:spcBef>
                <a:spcPts val="0"/>
              </a:spcBef>
              <a:spcAft>
                <a:spcPts val="0"/>
              </a:spcAft>
              <a:defRPr/>
            </a:pPr>
            <a:endParaRPr lang="en-US" dirty="0"/>
          </a:p>
          <a:p>
            <a:pPr fontAlgn="auto">
              <a:spcBef>
                <a:spcPts val="0"/>
              </a:spcBef>
              <a:spcAft>
                <a:spcPts val="0"/>
              </a:spcAft>
              <a:defRPr/>
            </a:pPr>
            <a:r>
              <a:rPr lang="en-US" dirty="0"/>
              <a:t>For upgrades:</a:t>
            </a:r>
          </a:p>
          <a:p>
            <a:pPr marL="171450" indent="-171450" fontAlgn="auto">
              <a:spcBef>
                <a:spcPts val="0"/>
              </a:spcBef>
              <a:spcAft>
                <a:spcPts val="0"/>
              </a:spcAft>
              <a:buFont typeface="Arial" panose="020B0604020202020204" pitchFamily="34" charset="0"/>
              <a:buChar char="•"/>
              <a:defRPr/>
            </a:pPr>
            <a:r>
              <a:rPr lang="en-US" dirty="0"/>
              <a:t>Passengers eligible for upgrade should be directed to the lounge while waiting for confirmation.</a:t>
            </a:r>
          </a:p>
          <a:p>
            <a:pPr marL="171450" indent="-171450" fontAlgn="auto">
              <a:spcBef>
                <a:spcPts val="0"/>
              </a:spcBef>
              <a:spcAft>
                <a:spcPts val="0"/>
              </a:spcAft>
              <a:buFont typeface="Arial" panose="020B0604020202020204" pitchFamily="34" charset="0"/>
              <a:buChar char="•"/>
              <a:defRPr/>
            </a:pPr>
            <a:r>
              <a:rPr lang="en-US" dirty="0"/>
              <a:t>The GSP Duty Officer will monitor real-time seat availability.</a:t>
            </a:r>
          </a:p>
          <a:p>
            <a:pPr marL="171450" indent="-171450" fontAlgn="auto">
              <a:spcBef>
                <a:spcPts val="0"/>
              </a:spcBef>
              <a:spcAft>
                <a:spcPts val="0"/>
              </a:spcAft>
              <a:buFont typeface="Arial" panose="020B0604020202020204" pitchFamily="34" charset="0"/>
              <a:buChar char="•"/>
              <a:defRPr/>
            </a:pPr>
            <a:r>
              <a:rPr lang="en-US" dirty="0"/>
              <a:t>Once confirmed, update the system and ensure the passenger receives the correct boarding pass and is briefed on any service changes.</a:t>
            </a:r>
          </a:p>
          <a:p>
            <a:pPr fontAlgn="auto">
              <a:spcBef>
                <a:spcPts val="0"/>
              </a:spcBef>
              <a:spcAft>
                <a:spcPts val="0"/>
              </a:spcAft>
              <a:defRPr/>
            </a:pPr>
            <a:r>
              <a:rPr lang="en-US" dirty="0"/>
              <a:t>For downgrades:</a:t>
            </a:r>
          </a:p>
          <a:p>
            <a:pPr marL="171450" indent="-171450" fontAlgn="auto">
              <a:spcBef>
                <a:spcPts val="0"/>
              </a:spcBef>
              <a:spcAft>
                <a:spcPts val="0"/>
              </a:spcAft>
              <a:buFont typeface="Arial" panose="020B0604020202020204" pitchFamily="34" charset="0"/>
              <a:buChar char="•"/>
              <a:defRPr/>
            </a:pPr>
            <a:r>
              <a:rPr lang="en-US" dirty="0"/>
              <a:t>A passenger holding a confirmed Business Suite or Business Class ticket may need to be accepted into Economy Class if premium seats are unavailable.</a:t>
            </a:r>
          </a:p>
          <a:p>
            <a:pPr marL="171450" indent="-171450" fontAlgn="auto">
              <a:spcBef>
                <a:spcPts val="0"/>
              </a:spcBef>
              <a:spcAft>
                <a:spcPts val="0"/>
              </a:spcAft>
              <a:buFont typeface="Arial" panose="020B0604020202020204" pitchFamily="34" charset="0"/>
              <a:buChar char="•"/>
              <a:defRPr/>
            </a:pPr>
            <a:r>
              <a:rPr lang="en-US" dirty="0"/>
              <a:t>Explain the situation politely and clearly, ensuring the passenger feels heard and respected.</a:t>
            </a:r>
          </a:p>
          <a:p>
            <a:pPr marL="171450" indent="-171450" fontAlgn="auto">
              <a:spcBef>
                <a:spcPts val="0"/>
              </a:spcBef>
              <a:spcAft>
                <a:spcPts val="0"/>
              </a:spcAft>
              <a:buFont typeface="Arial" panose="020B0604020202020204" pitchFamily="34" charset="0"/>
              <a:buChar char="•"/>
              <a:defRPr/>
            </a:pPr>
            <a:r>
              <a:rPr lang="en-US" dirty="0"/>
              <a:t>Avoid downgrading special handling passengers, special meal requests, families with children or group </a:t>
            </a:r>
            <a:r>
              <a:rPr lang="en-US" dirty="0" err="1"/>
              <a:t>travellers</a:t>
            </a:r>
            <a:r>
              <a:rPr lang="en-US" dirty="0"/>
              <a:t> where possible.</a:t>
            </a:r>
          </a:p>
          <a:p>
            <a:pPr fontAlgn="auto">
              <a:spcBef>
                <a:spcPts val="0"/>
              </a:spcBef>
              <a:spcAft>
                <a:spcPts val="0"/>
              </a:spcAft>
              <a:defRPr/>
            </a:pPr>
            <a:endParaRPr lang="en-US" dirty="0"/>
          </a:p>
          <a:p>
            <a:pPr fontAlgn="auto">
              <a:spcBef>
                <a:spcPts val="0"/>
              </a:spcBef>
              <a:spcAft>
                <a:spcPts val="0"/>
              </a:spcAft>
              <a:defRPr/>
            </a:pPr>
            <a:r>
              <a:rPr lang="en-US" dirty="0"/>
              <a:t>If the downgrade is confirmed:</a:t>
            </a:r>
          </a:p>
          <a:p>
            <a:pPr marL="628650" lvl="1" indent="-171450" fontAlgn="auto">
              <a:spcBef>
                <a:spcPts val="0"/>
              </a:spcBef>
              <a:spcAft>
                <a:spcPts val="0"/>
              </a:spcAft>
              <a:buFont typeface="Arial" panose="020B0604020202020204" pitchFamily="34" charset="0"/>
              <a:buChar char="•"/>
              <a:defRPr/>
            </a:pPr>
            <a:r>
              <a:rPr lang="en-US" dirty="0"/>
              <a:t>Endorse the ticket with downgrade details</a:t>
            </a:r>
          </a:p>
          <a:p>
            <a:pPr marL="628650" lvl="1" indent="-171450" fontAlgn="auto">
              <a:spcBef>
                <a:spcPts val="0"/>
              </a:spcBef>
              <a:spcAft>
                <a:spcPts val="0"/>
              </a:spcAft>
              <a:buFont typeface="Arial" panose="020B0604020202020204" pitchFamily="34" charset="0"/>
              <a:buChar char="•"/>
              <a:defRPr/>
            </a:pPr>
            <a:r>
              <a:rPr lang="en-US" dirty="0"/>
              <a:t>Inform the next station via telex for multi-sector flights</a:t>
            </a:r>
          </a:p>
          <a:p>
            <a:pPr marL="628650" lvl="1" indent="-171450" fontAlgn="auto">
              <a:spcBef>
                <a:spcPts val="0"/>
              </a:spcBef>
              <a:spcAft>
                <a:spcPts val="0"/>
              </a:spcAft>
              <a:buFont typeface="Arial" panose="020B0604020202020204" pitchFamily="34" charset="0"/>
              <a:buChar char="•"/>
              <a:defRPr/>
            </a:pPr>
            <a:r>
              <a:rPr lang="en-US" dirty="0"/>
              <a:t>Provide information on compensation or refund requests as per policy</a:t>
            </a:r>
          </a:p>
          <a:p>
            <a:pPr fontAlgn="auto">
              <a:spcBef>
                <a:spcPts val="0"/>
              </a:spcBef>
              <a:spcAft>
                <a:spcPts val="0"/>
              </a:spcAft>
              <a:defRPr/>
            </a:pPr>
            <a:r>
              <a:rPr lang="en-US" dirty="0"/>
              <a:t>Whether upgrading or downgrading, always maintain professionalism, empathy and clear communication to support a positive passenger experience.</a:t>
            </a:r>
          </a:p>
          <a:p>
            <a:pPr fontAlgn="auto">
              <a:spcBef>
                <a:spcPts val="0"/>
              </a:spcBef>
              <a:spcAft>
                <a:spcPts val="0"/>
              </a:spcAft>
              <a:defRPr/>
            </a:pPr>
            <a:endParaRPr lang="en-MY" dirty="0"/>
          </a:p>
          <a:p>
            <a:pPr fontAlgn="auto">
              <a:spcBef>
                <a:spcPts val="0"/>
              </a:spcBef>
              <a:spcAft>
                <a:spcPts val="0"/>
              </a:spcAft>
              <a:defRPr/>
            </a:pPr>
            <a:endParaRPr lang="en-MY" dirty="0"/>
          </a:p>
        </p:txBody>
      </p:sp>
      <p:sp>
        <p:nvSpPr>
          <p:cNvPr id="76804" name="Slide Number Placeholder 3">
            <a:extLst>
              <a:ext uri="{FF2B5EF4-FFF2-40B4-BE49-F238E27FC236}">
                <a16:creationId xmlns:a16="http://schemas.microsoft.com/office/drawing/2014/main" id="{CC6C321D-8294-8012-706C-1725ED6ED71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C0D532C4-9BAF-4B46-9385-3935DDA24217}" type="slidenum">
              <a:rPr lang="en-MY" altLang="en-US"/>
              <a:pPr fontAlgn="base">
                <a:spcBef>
                  <a:spcPct val="0"/>
                </a:spcBef>
                <a:spcAft>
                  <a:spcPct val="0"/>
                </a:spcAft>
              </a:pPr>
              <a:t>7</a:t>
            </a:fld>
            <a:endParaRPr lang="en-MY"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a16="http://schemas.microsoft.com/office/drawing/2014/main" id="{8FAC6C02-1AF2-75FC-C596-AC2CC6C11BC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a:extLst>
              <a:ext uri="{FF2B5EF4-FFF2-40B4-BE49-F238E27FC236}">
                <a16:creationId xmlns:a16="http://schemas.microsoft.com/office/drawing/2014/main" id="{DEE8D473-654C-CD7B-981B-87C4FE8BDA9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dirty="0"/>
              <a:t>Let’s talk about </a:t>
            </a:r>
            <a:r>
              <a:rPr lang="en-US" altLang="en-US" b="1" dirty="0"/>
              <a:t>Passenger Acceptance — Special or Non-Standard Load</a:t>
            </a:r>
            <a:r>
              <a:rPr lang="en-US" altLang="en-US" dirty="0"/>
              <a:t>.</a:t>
            </a:r>
          </a:p>
          <a:p>
            <a:pPr>
              <a:spcBef>
                <a:spcPct val="0"/>
              </a:spcBef>
            </a:pPr>
            <a:r>
              <a:rPr lang="en-US" altLang="en-US" dirty="0"/>
              <a:t>This refers to passengers or items that require </a:t>
            </a:r>
            <a:r>
              <a:rPr lang="en-US" altLang="en-US" b="1" dirty="0"/>
              <a:t>special handling or extra care</a:t>
            </a:r>
            <a:r>
              <a:rPr lang="en-US" altLang="en-US" dirty="0"/>
              <a:t> during check-in and boarding. Examples include </a:t>
            </a:r>
            <a:r>
              <a:rPr lang="en-US" altLang="en-US" b="1" dirty="0"/>
              <a:t>unaccompanied minors, passengers with reduced mobility, expectant mothers, elderly travelers and those with medical needs</a:t>
            </a:r>
            <a:r>
              <a:rPr lang="en-US" altLang="en-US" dirty="0"/>
              <a:t>. It can also include </a:t>
            </a:r>
            <a:r>
              <a:rPr lang="en-US" altLang="en-US" b="1" dirty="0"/>
              <a:t>special baggage</a:t>
            </a:r>
            <a:r>
              <a:rPr lang="en-US" altLang="en-US" dirty="0"/>
              <a:t>, like </a:t>
            </a:r>
            <a:r>
              <a:rPr lang="en-US" altLang="en-US" b="1" dirty="0"/>
              <a:t>sports equipment, live animals or diplomatic mail</a:t>
            </a:r>
            <a:r>
              <a:rPr lang="en-US" altLang="en-US" dirty="0"/>
              <a:t>.</a:t>
            </a:r>
          </a:p>
          <a:p>
            <a:pPr>
              <a:spcBef>
                <a:spcPct val="0"/>
              </a:spcBef>
            </a:pPr>
            <a:r>
              <a:rPr lang="en-US" altLang="en-US" dirty="0"/>
              <a:t>When handling these cases, staff must follow the airline’s specific </a:t>
            </a:r>
            <a:r>
              <a:rPr lang="en-US" altLang="en-US" b="1" dirty="0"/>
              <a:t>procedures and safety requirements</a:t>
            </a:r>
            <a:r>
              <a:rPr lang="en-US" altLang="en-US" dirty="0"/>
              <a:t>, record the correct information in the system and coordinate with the cabin and ground teams.</a:t>
            </a:r>
          </a:p>
          <a:p>
            <a:pPr>
              <a:spcBef>
                <a:spcPct val="0"/>
              </a:spcBef>
            </a:pPr>
            <a:r>
              <a:rPr lang="en-US" altLang="en-US" dirty="0"/>
              <a:t>The goal is to make sure every passenger — especially those with special needs — is </a:t>
            </a:r>
            <a:r>
              <a:rPr lang="en-US" altLang="en-US" b="1" dirty="0"/>
              <a:t>accepted safely, comfortably and in compliance with regulations</a:t>
            </a:r>
            <a:r>
              <a:rPr lang="en-US" altLang="en-US" dirty="0"/>
              <a:t>.</a:t>
            </a:r>
          </a:p>
          <a:p>
            <a:pPr>
              <a:spcBef>
                <a:spcPct val="0"/>
              </a:spcBef>
            </a:pPr>
            <a:endParaRPr lang="en-US" altLang="en-US" dirty="0"/>
          </a:p>
        </p:txBody>
      </p:sp>
      <p:sp>
        <p:nvSpPr>
          <p:cNvPr id="111620" name="Slide Number Placeholder 3">
            <a:extLst>
              <a:ext uri="{FF2B5EF4-FFF2-40B4-BE49-F238E27FC236}">
                <a16:creationId xmlns:a16="http://schemas.microsoft.com/office/drawing/2014/main" id="{02F28005-71E7-0106-8886-849ED99BC32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FF799176-465F-4BC3-AC47-353709DFC57C}" type="slidenum">
              <a:rPr lang="en-MY" altLang="en-US"/>
              <a:pPr fontAlgn="base">
                <a:spcBef>
                  <a:spcPct val="0"/>
                </a:spcBef>
                <a:spcAft>
                  <a:spcPct val="0"/>
                </a:spcAft>
              </a:pPr>
              <a:t>13</a:t>
            </a:fld>
            <a:endParaRPr lang="en-MY"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97B77D84-148B-AD4D-6BF2-EBCFC359E08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CCA6192D-A1A4-23AE-C348-230547C145EC}"/>
              </a:ext>
            </a:extLst>
          </p:cNvPr>
          <p:cNvSpPr>
            <a:spLocks noGrp="1"/>
          </p:cNvSpPr>
          <p:nvPr>
            <p:ph type="body" idx="1"/>
          </p:nvPr>
        </p:nvSpPr>
        <p:spPr/>
        <p:txBody>
          <a:bodyPr/>
          <a:lstStyle/>
          <a:p>
            <a:pPr fontAlgn="auto">
              <a:spcBef>
                <a:spcPts val="0"/>
              </a:spcBef>
              <a:spcAft>
                <a:spcPts val="0"/>
              </a:spcAft>
              <a:defRPr/>
            </a:pPr>
            <a:r>
              <a:rPr lang="en-US" dirty="0"/>
              <a:t>Checked baggage is baggage for which Malaysia Airlines takes custody and issues, validates or updates a baggage tag. This baggage is carried in the aircraft’s hold and remains inaccessible to the passenger during the flight.</a:t>
            </a:r>
          </a:p>
          <a:p>
            <a:pPr fontAlgn="auto">
              <a:spcBef>
                <a:spcPts val="0"/>
              </a:spcBef>
              <a:spcAft>
                <a:spcPts val="0"/>
              </a:spcAft>
              <a:defRPr/>
            </a:pPr>
            <a:endParaRPr lang="en-US" dirty="0"/>
          </a:p>
          <a:p>
            <a:pPr fontAlgn="auto">
              <a:spcBef>
                <a:spcPts val="0"/>
              </a:spcBef>
              <a:spcAft>
                <a:spcPts val="0"/>
              </a:spcAft>
              <a:defRPr/>
            </a:pPr>
            <a:r>
              <a:rPr lang="en-US" dirty="0"/>
              <a:t>When accepting checked baggage, always:</a:t>
            </a:r>
          </a:p>
          <a:p>
            <a:pPr marL="171450" indent="-171450" fontAlgn="auto">
              <a:spcBef>
                <a:spcPts val="0"/>
              </a:spcBef>
              <a:spcAft>
                <a:spcPts val="0"/>
              </a:spcAft>
              <a:buFont typeface="Arial" panose="020B0604020202020204" pitchFamily="34" charset="0"/>
              <a:buChar char="•"/>
              <a:defRPr/>
            </a:pPr>
            <a:r>
              <a:rPr lang="en-US" dirty="0"/>
              <a:t>Refuse any bags that are likely to endanger people or property or contain forbidden or unsuitable items.</a:t>
            </a:r>
          </a:p>
          <a:p>
            <a:pPr marL="171450" indent="-171450" fontAlgn="auto">
              <a:spcBef>
                <a:spcPts val="0"/>
              </a:spcBef>
              <a:spcAft>
                <a:spcPts val="0"/>
              </a:spcAft>
              <a:buFont typeface="Arial" panose="020B0604020202020204" pitchFamily="34" charset="0"/>
              <a:buChar char="•"/>
              <a:defRPr/>
            </a:pPr>
            <a:r>
              <a:rPr lang="en-US" dirty="0"/>
              <a:t>Be aware that unaccompanied baggage. Baggage without its owner is usually mishandled and must be handled according to strict protocols.</a:t>
            </a:r>
          </a:p>
          <a:p>
            <a:pPr marL="171450" indent="-171450" fontAlgn="auto">
              <a:spcBef>
                <a:spcPts val="0"/>
              </a:spcBef>
              <a:spcAft>
                <a:spcPts val="0"/>
              </a:spcAft>
              <a:buFont typeface="Arial" panose="020B0604020202020204" pitchFamily="34" charset="0"/>
              <a:buChar char="•"/>
              <a:defRPr/>
            </a:pPr>
            <a:r>
              <a:rPr lang="en-US" dirty="0"/>
              <a:t>Ensure every piece of checked baggage has a properly attached baggage tag displaying the tag number, flight number and the passenger’s name.</a:t>
            </a:r>
          </a:p>
          <a:p>
            <a:pPr fontAlgn="auto">
              <a:spcBef>
                <a:spcPts val="0"/>
              </a:spcBef>
              <a:spcAft>
                <a:spcPts val="0"/>
              </a:spcAft>
              <a:defRPr/>
            </a:pPr>
            <a:endParaRPr lang="en-US" dirty="0"/>
          </a:p>
          <a:p>
            <a:pPr fontAlgn="auto">
              <a:spcBef>
                <a:spcPts val="0"/>
              </a:spcBef>
              <a:spcAft>
                <a:spcPts val="0"/>
              </a:spcAft>
              <a:defRPr/>
            </a:pPr>
            <a:r>
              <a:rPr lang="en-US" dirty="0"/>
              <a:t>Following these procedures helps ensure the safety and security of passengers, staff and aircraft.</a:t>
            </a:r>
          </a:p>
          <a:p>
            <a:pPr fontAlgn="auto">
              <a:spcBef>
                <a:spcPts val="0"/>
              </a:spcBef>
              <a:spcAft>
                <a:spcPts val="0"/>
              </a:spcAft>
              <a:defRPr/>
            </a:pPr>
            <a:endParaRPr lang="en-MY" dirty="0"/>
          </a:p>
        </p:txBody>
      </p:sp>
      <p:sp>
        <p:nvSpPr>
          <p:cNvPr id="95236" name="Slide Number Placeholder 3">
            <a:extLst>
              <a:ext uri="{FF2B5EF4-FFF2-40B4-BE49-F238E27FC236}">
                <a16:creationId xmlns:a16="http://schemas.microsoft.com/office/drawing/2014/main" id="{6DF622CF-DD89-1735-B3B4-C0D94F5F3B1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D5BA0B3E-0CA6-43BA-A6DF-16F8D47958F5}" type="slidenum">
              <a:rPr lang="en-MY" altLang="en-US"/>
              <a:pPr fontAlgn="base">
                <a:spcBef>
                  <a:spcPct val="0"/>
                </a:spcBef>
                <a:spcAft>
                  <a:spcPct val="0"/>
                </a:spcAft>
              </a:pPr>
              <a:t>19</a:t>
            </a:fld>
            <a:endParaRPr lang="en-MY"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5A573531-2544-423C-543A-552A8E11237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B984FEF6-10CE-893D-B970-0CA20E4793B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dirty="0"/>
              <a:t>Printed materials such as reprinted boarding passes, baggage tags, passenger lists or PNR details are considered sensitive waste once no longer in use.  All such documents must be disposed of properly, in accordance with data protection policies.  This means using designated confidential waste bins or shredders where required.  Under no circumstances should printed materials containing personal data be left unattended or handed over to </a:t>
            </a:r>
            <a:r>
              <a:rPr lang="en-US" altLang="en-US" dirty="0" err="1"/>
              <a:t>unauthorised</a:t>
            </a:r>
            <a:r>
              <a:rPr lang="en-US" altLang="en-US" dirty="0"/>
              <a:t> persons. Always remember, protecting passenger information is not just a procedure, it’s our responsibility.</a:t>
            </a:r>
          </a:p>
          <a:p>
            <a:pPr>
              <a:spcBef>
                <a:spcPct val="0"/>
              </a:spcBef>
            </a:pPr>
            <a:endParaRPr lang="en-MY" altLang="en-US" dirty="0"/>
          </a:p>
          <a:p>
            <a:pPr>
              <a:spcBef>
                <a:spcPct val="0"/>
              </a:spcBef>
            </a:pPr>
            <a:endParaRPr lang="en-MY" altLang="en-US" dirty="0"/>
          </a:p>
        </p:txBody>
      </p:sp>
      <p:sp>
        <p:nvSpPr>
          <p:cNvPr id="52228" name="Slide Number Placeholder 3">
            <a:extLst>
              <a:ext uri="{FF2B5EF4-FFF2-40B4-BE49-F238E27FC236}">
                <a16:creationId xmlns:a16="http://schemas.microsoft.com/office/drawing/2014/main" id="{8E26CA31-A6EF-7E76-A247-2ACD026E86E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286169E6-55C5-4B28-A2F1-6F9D4329BAD0}" type="slidenum">
              <a:rPr lang="en-MY" altLang="en-US"/>
              <a:pPr fontAlgn="base">
                <a:spcBef>
                  <a:spcPct val="0"/>
                </a:spcBef>
                <a:spcAft>
                  <a:spcPct val="0"/>
                </a:spcAft>
              </a:pPr>
              <a:t>23</a:t>
            </a:fld>
            <a:endParaRPr lang="en-MY"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a:extLst>
              <a:ext uri="{FF2B5EF4-FFF2-40B4-BE49-F238E27FC236}">
                <a16:creationId xmlns:a16="http://schemas.microsoft.com/office/drawing/2014/main" id="{5CE5FA7D-59BE-23F4-0F25-921F1F5CC68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a:extLst>
              <a:ext uri="{FF2B5EF4-FFF2-40B4-BE49-F238E27FC236}">
                <a16:creationId xmlns:a16="http://schemas.microsoft.com/office/drawing/2014/main" id="{9B3C44E3-B7CC-8274-4CE3-C30AE7C465F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dirty="0"/>
              <a:t>When the check-in process is almost complete, there are a few final steps you must always follow to close the interaction professionally.</a:t>
            </a:r>
          </a:p>
          <a:p>
            <a:pPr>
              <a:spcBef>
                <a:spcPct val="0"/>
              </a:spcBef>
            </a:pPr>
            <a:r>
              <a:rPr lang="en-US" altLang="en-US" dirty="0"/>
              <a:t>First, reconfirm the baggage details with the passenger.  Check the number of pieces, their weight and ensure the baggage tags show the correct destination.</a:t>
            </a:r>
          </a:p>
          <a:p>
            <a:pPr>
              <a:spcBef>
                <a:spcPct val="0"/>
              </a:spcBef>
            </a:pPr>
            <a:r>
              <a:rPr lang="en-US" altLang="en-US" dirty="0"/>
              <a:t>Next, follow the </a:t>
            </a:r>
            <a:r>
              <a:rPr lang="en-US" altLang="en-US" b="1" dirty="0"/>
              <a:t>Standard Service Communication Script</a:t>
            </a:r>
            <a:r>
              <a:rPr lang="en-US" altLang="en-US" dirty="0"/>
              <a:t> to deliver your farewell.</a:t>
            </a:r>
            <a:br>
              <a:rPr lang="en-US" altLang="en-US" dirty="0"/>
            </a:br>
            <a:r>
              <a:rPr lang="en-US" altLang="en-US" dirty="0"/>
              <a:t>Stand up from your seat, make eye-to-eye contact, smile warmly, hands on your chest and nod.</a:t>
            </a:r>
            <a:br>
              <a:rPr lang="en-US" altLang="en-US" dirty="0"/>
            </a:br>
            <a:r>
              <a:rPr lang="en-US" altLang="en-US" dirty="0"/>
              <a:t>Thank the passenger for flying with us and wish them a pleasant flight.</a:t>
            </a:r>
            <a:br>
              <a:rPr lang="en-US" altLang="en-US" dirty="0"/>
            </a:br>
            <a:r>
              <a:rPr lang="en-US" altLang="en-US" dirty="0"/>
              <a:t>These small gestures, combined with consistent wording from the service script help create a professional, reliable and friendly experience for every passenger</a:t>
            </a:r>
          </a:p>
          <a:p>
            <a:pPr>
              <a:spcBef>
                <a:spcPct val="0"/>
              </a:spcBef>
            </a:pPr>
            <a:endParaRPr lang="en-MY" altLang="en-US" dirty="0"/>
          </a:p>
        </p:txBody>
      </p:sp>
      <p:sp>
        <p:nvSpPr>
          <p:cNvPr id="136196" name="Slide Number Placeholder 3">
            <a:extLst>
              <a:ext uri="{FF2B5EF4-FFF2-40B4-BE49-F238E27FC236}">
                <a16:creationId xmlns:a16="http://schemas.microsoft.com/office/drawing/2014/main" id="{0F417871-51D9-3E36-982F-EF615EB5028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C489A3E3-A2F4-44F7-A5F9-2970209172DD}" type="slidenum">
              <a:rPr lang="en-MY" altLang="en-US"/>
              <a:pPr fontAlgn="base">
                <a:spcBef>
                  <a:spcPct val="0"/>
                </a:spcBef>
                <a:spcAft>
                  <a:spcPct val="0"/>
                </a:spcAft>
              </a:pPr>
              <a:t>28</a:t>
            </a:fld>
            <a:endParaRPr lang="en-MY"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972D4-A713-17D3-CFFB-C466B5E20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8B49C3-312B-BE53-F686-9AE318CD8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82919-6699-8C5F-E492-DB2091855353}"/>
              </a:ext>
            </a:extLst>
          </p:cNvPr>
          <p:cNvSpPr>
            <a:spLocks noGrp="1"/>
          </p:cNvSpPr>
          <p:nvPr>
            <p:ph type="body" idx="1"/>
          </p:nvPr>
        </p:nvSpPr>
        <p:spPr/>
        <p:txBody>
          <a:bodyPr/>
          <a:lstStyle/>
          <a:p>
            <a:r>
              <a:rPr lang="en-US" dirty="0"/>
              <a:t>In aviation, we sometimes face challenging situations including dealing with upset or unruly passengers. How we respond can make all the difference in protecting safety and maintaining a calm environment. Here are three key steps to follow:</a:t>
            </a:r>
          </a:p>
          <a:p>
            <a:endParaRPr lang="en-US" b="1" dirty="0"/>
          </a:p>
          <a:p>
            <a:r>
              <a:rPr lang="en-US" b="0" dirty="0"/>
              <a:t>First, defuse the situation.</a:t>
            </a:r>
            <a:br>
              <a:rPr lang="en-US" b="0" dirty="0"/>
            </a:br>
            <a:r>
              <a:rPr lang="en-US" b="0" dirty="0"/>
              <a:t>Stay calm and composed. Use a steady tone and open body language. Avoid reacting emotionally. Your goal is to reduce tension, not add to it.</a:t>
            </a:r>
          </a:p>
          <a:p>
            <a:r>
              <a:rPr lang="en-US" b="0" dirty="0"/>
              <a:t>Second, acknowledge and </a:t>
            </a:r>
            <a:r>
              <a:rPr lang="en-US" b="0" dirty="0" err="1"/>
              <a:t>apologise</a:t>
            </a:r>
            <a:r>
              <a:rPr lang="en-US" b="0" dirty="0"/>
              <a:t>.</a:t>
            </a:r>
            <a:br>
              <a:rPr lang="en-US" b="0" dirty="0"/>
            </a:br>
            <a:r>
              <a:rPr lang="en-US" b="0" dirty="0"/>
              <a:t>Even if the issue isn’t your fault, acknowledge the passenger’s feelings. A simple statement like, “I understand this is frustrating and I’m sorry you’re experiencing this,” can go a long way in calming someone down.</a:t>
            </a:r>
          </a:p>
          <a:p>
            <a:r>
              <a:rPr lang="en-US" b="0" dirty="0"/>
              <a:t>And third, follow the escalation process.</a:t>
            </a:r>
            <a:br>
              <a:rPr lang="en-US" b="0" dirty="0"/>
            </a:br>
            <a:r>
              <a:rPr lang="en-US" b="0" dirty="0"/>
              <a:t>If the situation cannot be resolved at your level</a:t>
            </a:r>
            <a:r>
              <a:rPr lang="en-US" dirty="0"/>
              <a:t>, inform your supervisor or escalate to the appropriate personnel. Always follow company protocols to ensure safety, support and proper handling.</a:t>
            </a:r>
          </a:p>
          <a:p>
            <a:endParaRPr lang="en-US" dirty="0"/>
          </a:p>
          <a:p>
            <a:r>
              <a:rPr lang="en-US" dirty="0"/>
              <a:t>At Malaysia Airlines, professionalism, empathy and teamwork help us manage even the toughest situations ensuring safety, service and dignity for everyone on board.</a:t>
            </a:r>
          </a:p>
          <a:p>
            <a:endParaRPr lang="en-US" dirty="0"/>
          </a:p>
          <a:p>
            <a:endParaRPr lang="en-MY" dirty="0"/>
          </a:p>
          <a:p>
            <a:endParaRPr lang="en-MY" dirty="0"/>
          </a:p>
        </p:txBody>
      </p:sp>
      <p:sp>
        <p:nvSpPr>
          <p:cNvPr id="4" name="Slide Number Placeholder 3">
            <a:extLst>
              <a:ext uri="{FF2B5EF4-FFF2-40B4-BE49-F238E27FC236}">
                <a16:creationId xmlns:a16="http://schemas.microsoft.com/office/drawing/2014/main" id="{5699C90F-E6E4-EF2E-5077-02CA0C05CA7B}"/>
              </a:ext>
            </a:extLst>
          </p:cNvPr>
          <p:cNvSpPr>
            <a:spLocks noGrp="1"/>
          </p:cNvSpPr>
          <p:nvPr>
            <p:ph type="sldNum" sz="quarter" idx="5"/>
          </p:nvPr>
        </p:nvSpPr>
        <p:spPr/>
        <p:txBody>
          <a:bodyPr/>
          <a:lstStyle/>
          <a:p>
            <a:fld id="{DE2EEE02-A018-4493-8FDA-641CEE7A9C7A}" type="slidenum">
              <a:rPr lang="en-MY" smtClean="0"/>
              <a:t>30</a:t>
            </a:fld>
            <a:endParaRPr lang="en-MY"/>
          </a:p>
        </p:txBody>
      </p:sp>
    </p:spTree>
    <p:extLst>
      <p:ext uri="{BB962C8B-B14F-4D97-AF65-F5344CB8AC3E}">
        <p14:creationId xmlns:p14="http://schemas.microsoft.com/office/powerpoint/2010/main" val="1710705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3BDE0-5715-C1C4-60D4-873CB30C8B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A9D226-520B-3228-EA18-8E51694D09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8FF69E-8AB7-0BE5-64D5-24DA498656F7}"/>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5" name="Footer Placeholder 4">
            <a:extLst>
              <a:ext uri="{FF2B5EF4-FFF2-40B4-BE49-F238E27FC236}">
                <a16:creationId xmlns:a16="http://schemas.microsoft.com/office/drawing/2014/main" id="{2A7623E6-701D-69BF-99FC-B1B1485AAC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205AC9-80FD-6B01-4A5A-F42C40585F0D}"/>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4118276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CE791-4B65-4240-557B-7F65D14C01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293A9A-A69E-9CE2-5BF2-73FA49D971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E8BB73-69D8-7995-0776-4A1856277276}"/>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5" name="Footer Placeholder 4">
            <a:extLst>
              <a:ext uri="{FF2B5EF4-FFF2-40B4-BE49-F238E27FC236}">
                <a16:creationId xmlns:a16="http://schemas.microsoft.com/office/drawing/2014/main" id="{0E8BB543-9FE6-0566-8F92-AF15E53C0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AAE844-7ED2-A5C5-AC77-F85D56AEE8B9}"/>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204715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4E046-8564-E709-FF14-9BB8FD8B4A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FA4A1B-CD3A-3E84-9C83-7AE5B27065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D0B714-E723-0461-ADB3-235B556484EC}"/>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5" name="Footer Placeholder 4">
            <a:extLst>
              <a:ext uri="{FF2B5EF4-FFF2-40B4-BE49-F238E27FC236}">
                <a16:creationId xmlns:a16="http://schemas.microsoft.com/office/drawing/2014/main" id="{9DB8A0DD-C455-FDD7-7649-FE989C3D1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BD4B7B-BCEB-44AE-E4D2-1CE2B5B5D774}"/>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156932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54FE9-D09E-1D43-698D-FAFC7D720D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60EB36-8C2D-7C89-A971-1F5AB10E78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F2906-215D-3C78-0DC1-2335F21414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491993-16DD-CEA6-5638-E1AFC2C4DD61}"/>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6" name="Footer Placeholder 5">
            <a:extLst>
              <a:ext uri="{FF2B5EF4-FFF2-40B4-BE49-F238E27FC236}">
                <a16:creationId xmlns:a16="http://schemas.microsoft.com/office/drawing/2014/main" id="{25E5B359-2186-0805-FFE5-4C9342DAD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80B5DC-C1A3-04A9-DA08-409884DA8FCE}"/>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296662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97AB-F278-B79A-5839-3A5AF427B7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CAD783-2926-AE5B-6AB3-B7ACB80518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C259B0-0407-5040-9629-3A85B69A65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72108D-7EFC-6F59-2C8D-B9725A1AED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D74FEC-1B95-01F7-A4FF-028BB75268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B3644B-34CC-FDE7-4AC4-B13AFABD5B09}"/>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8" name="Footer Placeholder 7">
            <a:extLst>
              <a:ext uri="{FF2B5EF4-FFF2-40B4-BE49-F238E27FC236}">
                <a16:creationId xmlns:a16="http://schemas.microsoft.com/office/drawing/2014/main" id="{B8919D46-AE28-2FF5-28A8-D37F256B47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1DF2BF-FBC2-7325-BAEF-BCE1D4491416}"/>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2378510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0517D-9910-3525-BF3A-AD819B42D0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52948D-3136-1DA2-AAA6-2B1B5571FDDF}"/>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4" name="Footer Placeholder 3">
            <a:extLst>
              <a:ext uri="{FF2B5EF4-FFF2-40B4-BE49-F238E27FC236}">
                <a16:creationId xmlns:a16="http://schemas.microsoft.com/office/drawing/2014/main" id="{A7AC6585-AD20-43A5-39CE-20CD7683A4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A495FE-36BB-60C1-6E71-A8FB41DA6380}"/>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298018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722872-078E-3456-E0E5-BB63312319C6}"/>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3" name="Footer Placeholder 2">
            <a:extLst>
              <a:ext uri="{FF2B5EF4-FFF2-40B4-BE49-F238E27FC236}">
                <a16:creationId xmlns:a16="http://schemas.microsoft.com/office/drawing/2014/main" id="{909CBED5-336C-977F-6DE5-7030B06FCD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BD259C4-0045-3656-EC69-2696DCC08B1F}"/>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2680190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572C-DCF7-A7DE-3BAD-8E0464EB29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D61BCD-6AEF-713E-6A36-8A53817B39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68324D-C8FB-5AFD-02CE-D7E69F0CB7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EBFDDD-7843-6EDA-52A0-6CE34E2D298C}"/>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6" name="Footer Placeholder 5">
            <a:extLst>
              <a:ext uri="{FF2B5EF4-FFF2-40B4-BE49-F238E27FC236}">
                <a16:creationId xmlns:a16="http://schemas.microsoft.com/office/drawing/2014/main" id="{BD6C04D4-31C2-382A-AECD-F4185C32FB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B9E7FC-D049-290A-E41A-7F745943CF48}"/>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155726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A7BE9-C580-4A37-828F-C3BA1958B3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E43D10-A57D-0645-1518-9C3737A87E7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608540-C5BC-46CB-2167-F58E59F3D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CBDFC-9FF6-1871-E21C-95DABE0837B1}"/>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6" name="Footer Placeholder 5">
            <a:extLst>
              <a:ext uri="{FF2B5EF4-FFF2-40B4-BE49-F238E27FC236}">
                <a16:creationId xmlns:a16="http://schemas.microsoft.com/office/drawing/2014/main" id="{BD302C21-A921-440D-B48D-867A732525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5435BF-6F52-E1F2-85DE-0706392CEEB1}"/>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1514400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A55A0-46DB-6B2A-FA2F-844280BBE1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9CB15D-0602-FF30-01CD-C8049AEE0B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D12C5-0DD0-C90A-0068-99383185A955}"/>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5" name="Footer Placeholder 4">
            <a:extLst>
              <a:ext uri="{FF2B5EF4-FFF2-40B4-BE49-F238E27FC236}">
                <a16:creationId xmlns:a16="http://schemas.microsoft.com/office/drawing/2014/main" id="{59FC8050-86ED-A139-4B7C-C7F9358C97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5E0885-A7F5-33DD-60D1-EF2C2F991FE7}"/>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890982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30B4D2-D622-3C43-8C6B-F72D767A11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9C836A-A06E-910D-0D97-D75DF0EA5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B1835E-F64A-775B-0471-04A3ABB31CF5}"/>
              </a:ext>
            </a:extLst>
          </p:cNvPr>
          <p:cNvSpPr>
            <a:spLocks noGrp="1"/>
          </p:cNvSpPr>
          <p:nvPr>
            <p:ph type="dt" sz="half" idx="10"/>
          </p:nvPr>
        </p:nvSpPr>
        <p:spPr/>
        <p:txBody>
          <a:bodyPr/>
          <a:lstStyle/>
          <a:p>
            <a:fld id="{C17C2A6F-012C-4775-B585-129249C728FA}" type="datetimeFigureOut">
              <a:rPr lang="en-US" smtClean="0"/>
              <a:t>10/4/2026</a:t>
            </a:fld>
            <a:endParaRPr lang="en-US"/>
          </a:p>
        </p:txBody>
      </p:sp>
      <p:sp>
        <p:nvSpPr>
          <p:cNvPr id="5" name="Footer Placeholder 4">
            <a:extLst>
              <a:ext uri="{FF2B5EF4-FFF2-40B4-BE49-F238E27FC236}">
                <a16:creationId xmlns:a16="http://schemas.microsoft.com/office/drawing/2014/main" id="{4314745E-5319-D692-E855-9CBF75FDD1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80E53-E57A-1163-9C32-DB7F115E2100}"/>
              </a:ext>
            </a:extLst>
          </p:cNvPr>
          <p:cNvSpPr>
            <a:spLocks noGrp="1"/>
          </p:cNvSpPr>
          <p:nvPr>
            <p:ph type="sldNum" sz="quarter" idx="12"/>
          </p:nvPr>
        </p:nvSpPr>
        <p:spPr/>
        <p:txBody>
          <a:bodyPr/>
          <a:lstStyle/>
          <a:p>
            <a:fld id="{1C3D76CF-164F-473D-930B-E862CE642152}" type="slidenum">
              <a:rPr lang="en-US" smtClean="0"/>
              <a:t>‹#›</a:t>
            </a:fld>
            <a:endParaRPr lang="en-US"/>
          </a:p>
        </p:txBody>
      </p:sp>
    </p:spTree>
    <p:extLst>
      <p:ext uri="{BB962C8B-B14F-4D97-AF65-F5344CB8AC3E}">
        <p14:creationId xmlns:p14="http://schemas.microsoft.com/office/powerpoint/2010/main" val="87738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8D989294-C4ED-B8D0-26F7-C05175DC4345}"/>
              </a:ext>
            </a:extLst>
          </p:cNvPr>
          <p:cNvSpPr>
            <a:spLocks noGrp="1"/>
          </p:cNvSpPr>
          <p:nvPr>
            <p:ph type="title" hasCustomPrompt="1"/>
          </p:nvPr>
        </p:nvSpPr>
        <p:spPr>
          <a:xfrm>
            <a:off x="178324" y="113851"/>
            <a:ext cx="10515600" cy="527499"/>
          </a:xfrm>
          <a:prstGeom prst="rect">
            <a:avLst/>
          </a:prstGeom>
        </p:spPr>
        <p:txBody>
          <a:bodyPr anchor="ctr" anchorCtr="0">
            <a:normAutofit/>
          </a:bodyPr>
          <a:lstStyle>
            <a:lvl1pPr>
              <a:defRPr sz="2600" b="0">
                <a:latin typeface="Mundial Black" pitchFamily="50" charset="0"/>
              </a:defRPr>
            </a:lvl1pPr>
          </a:lstStyle>
          <a:p>
            <a:r>
              <a:rPr lang="en-US" dirty="0"/>
              <a:t>CLICK TO EDIT MASTER TITLE STYLE</a:t>
            </a:r>
            <a:endParaRPr lang="en-MY" dirty="0"/>
          </a:p>
        </p:txBody>
      </p:sp>
      <p:sp>
        <p:nvSpPr>
          <p:cNvPr id="4" name="Text Placeholder 11">
            <a:extLst>
              <a:ext uri="{FF2B5EF4-FFF2-40B4-BE49-F238E27FC236}">
                <a16:creationId xmlns:a16="http://schemas.microsoft.com/office/drawing/2014/main" id="{F7C1CF83-E481-85BD-5F8A-83F39EAF6911}"/>
              </a:ext>
            </a:extLst>
          </p:cNvPr>
          <p:cNvSpPr>
            <a:spLocks noGrp="1"/>
          </p:cNvSpPr>
          <p:nvPr>
            <p:ph type="body" sz="quarter" idx="14" hasCustomPrompt="1"/>
          </p:nvPr>
        </p:nvSpPr>
        <p:spPr>
          <a:xfrm>
            <a:off x="177913" y="584788"/>
            <a:ext cx="5954712" cy="446344"/>
          </a:xfrm>
          <a:prstGeom prst="rect">
            <a:avLst/>
          </a:prstGeom>
        </p:spPr>
        <p:txBody>
          <a:bodyPr>
            <a:normAutofit/>
          </a:bodyPr>
          <a:lstStyle>
            <a:lvl1pPr marL="0" indent="0">
              <a:buNone/>
              <a:defRPr sz="2400">
                <a:latin typeface="Mundial"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a:t>
            </a:r>
          </a:p>
        </p:txBody>
      </p:sp>
      <p:grpSp>
        <p:nvGrpSpPr>
          <p:cNvPr id="5" name="Group 4">
            <a:extLst>
              <a:ext uri="{FF2B5EF4-FFF2-40B4-BE49-F238E27FC236}">
                <a16:creationId xmlns:a16="http://schemas.microsoft.com/office/drawing/2014/main" id="{38F9BA5D-9AA0-18D9-0C5D-D2A0501B8E20}"/>
              </a:ext>
            </a:extLst>
          </p:cNvPr>
          <p:cNvGrpSpPr/>
          <p:nvPr userDrawn="1"/>
        </p:nvGrpSpPr>
        <p:grpSpPr>
          <a:xfrm>
            <a:off x="6096000" y="231422"/>
            <a:ext cx="6475066" cy="266700"/>
            <a:chOff x="1467844" y="0"/>
            <a:chExt cx="9390656" cy="266700"/>
          </a:xfrm>
        </p:grpSpPr>
        <p:sp>
          <p:nvSpPr>
            <p:cNvPr id="6" name="Parallelogram 5">
              <a:extLst>
                <a:ext uri="{FF2B5EF4-FFF2-40B4-BE49-F238E27FC236}">
                  <a16:creationId xmlns:a16="http://schemas.microsoft.com/office/drawing/2014/main" id="{F43459EE-AC03-4772-47CE-5B44E4ED5143}"/>
                </a:ext>
              </a:extLst>
            </p:cNvPr>
            <p:cNvSpPr/>
            <p:nvPr/>
          </p:nvSpPr>
          <p:spPr>
            <a:xfrm>
              <a:off x="6024928" y="0"/>
              <a:ext cx="4833572" cy="266700"/>
            </a:xfrm>
            <a:prstGeom prst="parallelogram">
              <a:avLst>
                <a:gd name="adj" fmla="val 45168"/>
              </a:avLst>
            </a:prstGeom>
            <a:solidFill>
              <a:srgbClr val="00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Parallelogram 6">
              <a:extLst>
                <a:ext uri="{FF2B5EF4-FFF2-40B4-BE49-F238E27FC236}">
                  <a16:creationId xmlns:a16="http://schemas.microsoft.com/office/drawing/2014/main" id="{FC2A8263-D5A0-A49A-CE16-1C0E3054FFE5}"/>
                </a:ext>
              </a:extLst>
            </p:cNvPr>
            <p:cNvSpPr/>
            <p:nvPr/>
          </p:nvSpPr>
          <p:spPr>
            <a:xfrm>
              <a:off x="1467844" y="0"/>
              <a:ext cx="4762500" cy="266700"/>
            </a:xfrm>
            <a:prstGeom prst="parallelogram">
              <a:avLst>
                <a:gd name="adj" fmla="val 45168"/>
              </a:avLst>
            </a:prstGeom>
            <a:solidFill>
              <a:srgbClr val="6D6E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rgbClr val="1F4E79"/>
                </a:solidFill>
              </a:endParaRPr>
            </a:p>
          </p:txBody>
        </p:sp>
      </p:grpSp>
      <p:pic>
        <p:nvPicPr>
          <p:cNvPr id="8" name="Picture 7" descr="A blue and black logo&#10;&#10;Description automatically generated">
            <a:extLst>
              <a:ext uri="{FF2B5EF4-FFF2-40B4-BE49-F238E27FC236}">
                <a16:creationId xmlns:a16="http://schemas.microsoft.com/office/drawing/2014/main" id="{F4963E89-F795-FA6E-E316-77CBCA8D4FE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9662" y="6292831"/>
            <a:ext cx="2085237" cy="649577"/>
          </a:xfrm>
          <a:prstGeom prst="rect">
            <a:avLst/>
          </a:prstGeom>
        </p:spPr>
      </p:pic>
    </p:spTree>
    <p:custDataLst>
      <p:tags r:id="rId1"/>
    </p:custDataLst>
    <p:extLst>
      <p:ext uri="{BB962C8B-B14F-4D97-AF65-F5344CB8AC3E}">
        <p14:creationId xmlns:p14="http://schemas.microsoft.com/office/powerpoint/2010/main" val="3753342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irport Svcs">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8D989294-C4ED-B8D0-26F7-C05175DC4345}"/>
              </a:ext>
            </a:extLst>
          </p:cNvPr>
          <p:cNvSpPr>
            <a:spLocks noGrp="1"/>
          </p:cNvSpPr>
          <p:nvPr>
            <p:ph type="title" hasCustomPrompt="1"/>
          </p:nvPr>
        </p:nvSpPr>
        <p:spPr>
          <a:xfrm>
            <a:off x="723891" y="113851"/>
            <a:ext cx="10515600" cy="527499"/>
          </a:xfrm>
          <a:prstGeom prst="rect">
            <a:avLst/>
          </a:prstGeom>
        </p:spPr>
        <p:txBody>
          <a:bodyPr anchor="ctr" anchorCtr="0">
            <a:normAutofit/>
          </a:bodyPr>
          <a:lstStyle>
            <a:lvl1pPr>
              <a:defRPr sz="2600" b="0">
                <a:latin typeface="Mundial Black" pitchFamily="50" charset="0"/>
              </a:defRPr>
            </a:lvl1pPr>
          </a:lstStyle>
          <a:p>
            <a:r>
              <a:rPr lang="en-US" dirty="0"/>
              <a:t>CLICK TO EDIT MASTER TITLE STYLE</a:t>
            </a:r>
            <a:endParaRPr lang="en-MY" dirty="0"/>
          </a:p>
        </p:txBody>
      </p:sp>
      <p:sp>
        <p:nvSpPr>
          <p:cNvPr id="4" name="Text Placeholder 11">
            <a:extLst>
              <a:ext uri="{FF2B5EF4-FFF2-40B4-BE49-F238E27FC236}">
                <a16:creationId xmlns:a16="http://schemas.microsoft.com/office/drawing/2014/main" id="{F7C1CF83-E481-85BD-5F8A-83F39EAF6911}"/>
              </a:ext>
            </a:extLst>
          </p:cNvPr>
          <p:cNvSpPr>
            <a:spLocks noGrp="1"/>
          </p:cNvSpPr>
          <p:nvPr>
            <p:ph type="body" sz="quarter" idx="14" hasCustomPrompt="1"/>
          </p:nvPr>
        </p:nvSpPr>
        <p:spPr>
          <a:xfrm>
            <a:off x="723480" y="584788"/>
            <a:ext cx="5954712" cy="446344"/>
          </a:xfrm>
          <a:prstGeom prst="rect">
            <a:avLst/>
          </a:prstGeom>
        </p:spPr>
        <p:txBody>
          <a:bodyPr>
            <a:normAutofit/>
          </a:bodyPr>
          <a:lstStyle>
            <a:lvl1pPr marL="0" indent="0">
              <a:buNone/>
              <a:defRPr sz="2400">
                <a:latin typeface="Mundial"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a:t>
            </a:r>
          </a:p>
        </p:txBody>
      </p:sp>
      <p:grpSp>
        <p:nvGrpSpPr>
          <p:cNvPr id="2" name="Group 1">
            <a:extLst>
              <a:ext uri="{FF2B5EF4-FFF2-40B4-BE49-F238E27FC236}">
                <a16:creationId xmlns:a16="http://schemas.microsoft.com/office/drawing/2014/main" id="{909DEF1C-7EDA-C5F8-BD8E-30B96F1373BF}"/>
              </a:ext>
            </a:extLst>
          </p:cNvPr>
          <p:cNvGrpSpPr/>
          <p:nvPr userDrawn="1"/>
        </p:nvGrpSpPr>
        <p:grpSpPr>
          <a:xfrm>
            <a:off x="0" y="0"/>
            <a:ext cx="723480" cy="1489895"/>
            <a:chOff x="0" y="0"/>
            <a:chExt cx="723480" cy="1489895"/>
          </a:xfrm>
        </p:grpSpPr>
        <p:sp>
          <p:nvSpPr>
            <p:cNvPr id="9" name="Freeform: Shape 8">
              <a:extLst>
                <a:ext uri="{FF2B5EF4-FFF2-40B4-BE49-F238E27FC236}">
                  <a16:creationId xmlns:a16="http://schemas.microsoft.com/office/drawing/2014/main" id="{C7640FFC-0A6A-450D-8F60-05CFA9AC3085}"/>
                </a:ext>
              </a:extLst>
            </p:cNvPr>
            <p:cNvSpPr/>
            <p:nvPr/>
          </p:nvSpPr>
          <p:spPr>
            <a:xfrm>
              <a:off x="0" y="1"/>
              <a:ext cx="241160" cy="1489894"/>
            </a:xfrm>
            <a:custGeom>
              <a:avLst/>
              <a:gdLst>
                <a:gd name="connsiteX0" fmla="*/ 0 w 241160"/>
                <a:gd name="connsiteY0" fmla="*/ 0 h 1489894"/>
                <a:gd name="connsiteX1" fmla="*/ 241160 w 241160"/>
                <a:gd name="connsiteY1" fmla="*/ 0 h 1489894"/>
                <a:gd name="connsiteX2" fmla="*/ 241160 w 241160"/>
                <a:gd name="connsiteY2" fmla="*/ 1377190 h 1489894"/>
                <a:gd name="connsiteX3" fmla="*/ 0 w 241160"/>
                <a:gd name="connsiteY3" fmla="*/ 1489894 h 1489894"/>
              </a:gdLst>
              <a:ahLst/>
              <a:cxnLst>
                <a:cxn ang="0">
                  <a:pos x="connsiteX0" y="connsiteY0"/>
                </a:cxn>
                <a:cxn ang="0">
                  <a:pos x="connsiteX1" y="connsiteY1"/>
                </a:cxn>
                <a:cxn ang="0">
                  <a:pos x="connsiteX2" y="connsiteY2"/>
                </a:cxn>
                <a:cxn ang="0">
                  <a:pos x="connsiteX3" y="connsiteY3"/>
                </a:cxn>
              </a:cxnLst>
              <a:rect l="l" t="t" r="r" b="b"/>
              <a:pathLst>
                <a:path w="241160" h="1489894">
                  <a:moveTo>
                    <a:pt x="0" y="0"/>
                  </a:moveTo>
                  <a:lnTo>
                    <a:pt x="241160" y="0"/>
                  </a:lnTo>
                  <a:lnTo>
                    <a:pt x="241160" y="1377190"/>
                  </a:lnTo>
                  <a:lnTo>
                    <a:pt x="0" y="1489894"/>
                  </a:lnTo>
                  <a:close/>
                </a:path>
              </a:pathLst>
            </a:custGeom>
            <a:solidFill>
              <a:srgbClr val="0D468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0" name="Freeform: Shape 9">
              <a:extLst>
                <a:ext uri="{FF2B5EF4-FFF2-40B4-BE49-F238E27FC236}">
                  <a16:creationId xmlns:a16="http://schemas.microsoft.com/office/drawing/2014/main" id="{6CCE5043-6499-FD86-6DC2-CF2C36145A69}"/>
                </a:ext>
              </a:extLst>
            </p:cNvPr>
            <p:cNvSpPr/>
            <p:nvPr/>
          </p:nvSpPr>
          <p:spPr>
            <a:xfrm>
              <a:off x="241159" y="0"/>
              <a:ext cx="241160" cy="1377193"/>
            </a:xfrm>
            <a:custGeom>
              <a:avLst/>
              <a:gdLst>
                <a:gd name="connsiteX0" fmla="*/ 0 w 241160"/>
                <a:gd name="connsiteY0" fmla="*/ 0 h 1377193"/>
                <a:gd name="connsiteX1" fmla="*/ 241160 w 241160"/>
                <a:gd name="connsiteY1" fmla="*/ 0 h 1377193"/>
                <a:gd name="connsiteX2" fmla="*/ 241160 w 241160"/>
                <a:gd name="connsiteY2" fmla="*/ 1264489 h 1377193"/>
                <a:gd name="connsiteX3" fmla="*/ 0 w 241160"/>
                <a:gd name="connsiteY3" fmla="*/ 1377193 h 1377193"/>
              </a:gdLst>
              <a:ahLst/>
              <a:cxnLst>
                <a:cxn ang="0">
                  <a:pos x="connsiteX0" y="connsiteY0"/>
                </a:cxn>
                <a:cxn ang="0">
                  <a:pos x="connsiteX1" y="connsiteY1"/>
                </a:cxn>
                <a:cxn ang="0">
                  <a:pos x="connsiteX2" y="connsiteY2"/>
                </a:cxn>
                <a:cxn ang="0">
                  <a:pos x="connsiteX3" y="connsiteY3"/>
                </a:cxn>
              </a:cxnLst>
              <a:rect l="l" t="t" r="r" b="b"/>
              <a:pathLst>
                <a:path w="241160" h="1377193">
                  <a:moveTo>
                    <a:pt x="0" y="0"/>
                  </a:moveTo>
                  <a:lnTo>
                    <a:pt x="241160" y="0"/>
                  </a:lnTo>
                  <a:lnTo>
                    <a:pt x="241160" y="1264489"/>
                  </a:lnTo>
                  <a:lnTo>
                    <a:pt x="0" y="1377193"/>
                  </a:lnTo>
                  <a:close/>
                </a:path>
              </a:pathLst>
            </a:custGeom>
            <a:solidFill>
              <a:srgbClr val="0066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1" name="Freeform: Shape 10">
              <a:extLst>
                <a:ext uri="{FF2B5EF4-FFF2-40B4-BE49-F238E27FC236}">
                  <a16:creationId xmlns:a16="http://schemas.microsoft.com/office/drawing/2014/main" id="{9B42C191-1BE6-B7AC-0C1F-70EB8766ACDA}"/>
                </a:ext>
              </a:extLst>
            </p:cNvPr>
            <p:cNvSpPr/>
            <p:nvPr/>
          </p:nvSpPr>
          <p:spPr>
            <a:xfrm>
              <a:off x="482320" y="2"/>
              <a:ext cx="241160" cy="1264487"/>
            </a:xfrm>
            <a:custGeom>
              <a:avLst/>
              <a:gdLst>
                <a:gd name="connsiteX0" fmla="*/ 0 w 241160"/>
                <a:gd name="connsiteY0" fmla="*/ 0 h 1264487"/>
                <a:gd name="connsiteX1" fmla="*/ 241160 w 241160"/>
                <a:gd name="connsiteY1" fmla="*/ 0 h 1264487"/>
                <a:gd name="connsiteX2" fmla="*/ 241160 w 241160"/>
                <a:gd name="connsiteY2" fmla="*/ 1151783 h 1264487"/>
                <a:gd name="connsiteX3" fmla="*/ 0 w 241160"/>
                <a:gd name="connsiteY3" fmla="*/ 1264487 h 1264487"/>
              </a:gdLst>
              <a:ahLst/>
              <a:cxnLst>
                <a:cxn ang="0">
                  <a:pos x="connsiteX0" y="connsiteY0"/>
                </a:cxn>
                <a:cxn ang="0">
                  <a:pos x="connsiteX1" y="connsiteY1"/>
                </a:cxn>
                <a:cxn ang="0">
                  <a:pos x="connsiteX2" y="connsiteY2"/>
                </a:cxn>
                <a:cxn ang="0">
                  <a:pos x="connsiteX3" y="connsiteY3"/>
                </a:cxn>
              </a:cxnLst>
              <a:rect l="l" t="t" r="r" b="b"/>
              <a:pathLst>
                <a:path w="241160" h="1264487">
                  <a:moveTo>
                    <a:pt x="0" y="0"/>
                  </a:moveTo>
                  <a:lnTo>
                    <a:pt x="241160" y="0"/>
                  </a:lnTo>
                  <a:lnTo>
                    <a:pt x="241160" y="1151783"/>
                  </a:lnTo>
                  <a:lnTo>
                    <a:pt x="0" y="1264487"/>
                  </a:lnTo>
                  <a:close/>
                </a:path>
              </a:pathLst>
            </a:custGeom>
            <a:solidFill>
              <a:srgbClr val="82A7C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5" name="Slide Number Placeholder 5">
            <a:extLst>
              <a:ext uri="{FF2B5EF4-FFF2-40B4-BE49-F238E27FC236}">
                <a16:creationId xmlns:a16="http://schemas.microsoft.com/office/drawing/2014/main" id="{B79BD04B-5FB8-EE93-C76C-CDAF29482B22}"/>
              </a:ext>
            </a:extLst>
          </p:cNvPr>
          <p:cNvSpPr>
            <a:spLocks noGrp="1"/>
          </p:cNvSpPr>
          <p:nvPr>
            <p:ph type="sldNum" sz="quarter" idx="4"/>
          </p:nvPr>
        </p:nvSpPr>
        <p:spPr>
          <a:xfrm>
            <a:off x="182880" y="6370647"/>
            <a:ext cx="2092234" cy="40957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rgbClr val="073E60"/>
                </a:solidFill>
                <a:latin typeface="Gotham Book" panose="0200060404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Confidential | </a:t>
            </a:r>
            <a:fld id="{88EECB08-E67B-024D-A5B3-4144FD2F1B42}" type="slidenum">
              <a:rPr lang="en-US" smtClean="0"/>
              <a:pPr algn="l"/>
              <a:t>‹#›</a:t>
            </a:fld>
            <a:endParaRPr lang="en-US" dirty="0"/>
          </a:p>
        </p:txBody>
      </p:sp>
      <p:sp>
        <p:nvSpPr>
          <p:cNvPr id="6" name="TextBox 5">
            <a:extLst>
              <a:ext uri="{FF2B5EF4-FFF2-40B4-BE49-F238E27FC236}">
                <a16:creationId xmlns:a16="http://schemas.microsoft.com/office/drawing/2014/main" id="{0750B650-58B9-BDAF-018B-2386129B825D}"/>
              </a:ext>
            </a:extLst>
          </p:cNvPr>
          <p:cNvSpPr txBox="1"/>
          <p:nvPr userDrawn="1"/>
        </p:nvSpPr>
        <p:spPr>
          <a:xfrm>
            <a:off x="3169920" y="6513077"/>
            <a:ext cx="6096000" cy="261610"/>
          </a:xfrm>
          <a:prstGeom prst="rect">
            <a:avLst/>
          </a:prstGeom>
          <a:noFill/>
        </p:spPr>
        <p:txBody>
          <a:bodyPr wrap="square">
            <a:spAutoFit/>
          </a:bodyPr>
          <a:lstStyle/>
          <a:p>
            <a:pPr algn="ctr"/>
            <a:r>
              <a:rPr lang="en-US" sz="1050" dirty="0">
                <a:solidFill>
                  <a:schemeClr val="accent1">
                    <a:lumMod val="50000"/>
                  </a:schemeClr>
                </a:solidFill>
              </a:rPr>
              <a:t>ASTDM/GEN03-HUF/30JUN2025</a:t>
            </a:r>
          </a:p>
        </p:txBody>
      </p:sp>
      <p:pic>
        <p:nvPicPr>
          <p:cNvPr id="7" name="Picture 6" descr="A blue and black logo&#10;&#10;AI-generated content may be incorrect.">
            <a:extLst>
              <a:ext uri="{FF2B5EF4-FFF2-40B4-BE49-F238E27FC236}">
                <a16:creationId xmlns:a16="http://schemas.microsoft.com/office/drawing/2014/main" id="{1C487050-CB6C-4393-12AA-E5AF1904B110}"/>
              </a:ext>
            </a:extLst>
          </p:cNvPr>
          <p:cNvPicPr>
            <a:picLocks noChangeAspect="1"/>
          </p:cNvPicPr>
          <p:nvPr userDrawn="1"/>
        </p:nvPicPr>
        <p:blipFill>
          <a:blip r:embed="rId3"/>
          <a:stretch>
            <a:fillRect/>
          </a:stretch>
        </p:blipFill>
        <p:spPr>
          <a:xfrm>
            <a:off x="11624459" y="6370647"/>
            <a:ext cx="317170" cy="322346"/>
          </a:xfrm>
          <a:prstGeom prst="rect">
            <a:avLst/>
          </a:prstGeom>
          <a:solidFill>
            <a:schemeClr val="bg1"/>
          </a:solidFill>
        </p:spPr>
      </p:pic>
    </p:spTree>
    <p:custDataLst>
      <p:tags r:id="rId1"/>
    </p:custDataLst>
    <p:extLst>
      <p:ext uri="{BB962C8B-B14F-4D97-AF65-F5344CB8AC3E}">
        <p14:creationId xmlns:p14="http://schemas.microsoft.com/office/powerpoint/2010/main" val="4021458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DEEEA"/>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058524B-94F2-158D-C3E8-E1497EEEE9FB}"/>
              </a:ext>
            </a:extLst>
          </p:cNvPr>
          <p:cNvSpPr>
            <a:spLocks noGrp="1"/>
          </p:cNvSpPr>
          <p:nvPr>
            <p:ph type="body" sz="quarter" idx="10" hasCustomPrompt="1"/>
          </p:nvPr>
        </p:nvSpPr>
        <p:spPr>
          <a:xfrm>
            <a:off x="1280160" y="97536"/>
            <a:ext cx="10845384" cy="673100"/>
          </a:xfrm>
          <a:prstGeom prst="rect">
            <a:avLst/>
          </a:prstGeom>
        </p:spPr>
        <p:txBody>
          <a:bodyPr/>
          <a:lstStyle>
            <a:lvl1pPr>
              <a:buNone/>
              <a:defRPr sz="4800" b="1">
                <a:solidFill>
                  <a:srgbClr val="4B5050"/>
                </a:solidFill>
                <a:latin typeface="Aptos" panose="020B0004020202020204" pitchFamily="34" charset="0"/>
              </a:defRPr>
            </a:lvl1pPr>
          </a:lstStyle>
          <a:p>
            <a:pPr lvl="0"/>
            <a:r>
              <a:rPr lang="en-US" dirty="0"/>
              <a:t>Slide Title</a:t>
            </a:r>
          </a:p>
        </p:txBody>
      </p:sp>
      <p:grpSp>
        <p:nvGrpSpPr>
          <p:cNvPr id="16" name="Group 15">
            <a:extLst>
              <a:ext uri="{FF2B5EF4-FFF2-40B4-BE49-F238E27FC236}">
                <a16:creationId xmlns:a16="http://schemas.microsoft.com/office/drawing/2014/main" id="{C6AA0C66-0540-A901-95B5-4A4108511BD9}"/>
              </a:ext>
            </a:extLst>
          </p:cNvPr>
          <p:cNvGrpSpPr/>
          <p:nvPr userDrawn="1"/>
        </p:nvGrpSpPr>
        <p:grpSpPr>
          <a:xfrm>
            <a:off x="1787544" y="6521428"/>
            <a:ext cx="10404457" cy="336574"/>
            <a:chOff x="1787544" y="6521428"/>
            <a:chExt cx="10404457" cy="336574"/>
          </a:xfrm>
        </p:grpSpPr>
        <p:sp>
          <p:nvSpPr>
            <p:cNvPr id="17" name="Freeform: Shape 16">
              <a:extLst>
                <a:ext uri="{FF2B5EF4-FFF2-40B4-BE49-F238E27FC236}">
                  <a16:creationId xmlns:a16="http://schemas.microsoft.com/office/drawing/2014/main" id="{B50FC8E8-964A-DC88-7501-5A63D824AF52}"/>
                </a:ext>
              </a:extLst>
            </p:cNvPr>
            <p:cNvSpPr/>
            <p:nvPr/>
          </p:nvSpPr>
          <p:spPr>
            <a:xfrm>
              <a:off x="2031598" y="6521428"/>
              <a:ext cx="10160403" cy="235857"/>
            </a:xfrm>
            <a:custGeom>
              <a:avLst/>
              <a:gdLst>
                <a:gd name="csX0" fmla="*/ 163649 w 10160403"/>
                <a:gd name="csY0" fmla="*/ 0 h 235857"/>
                <a:gd name="csX1" fmla="*/ 10160403 w 10160403"/>
                <a:gd name="csY1" fmla="*/ 0 h 235857"/>
                <a:gd name="csX2" fmla="*/ 10160403 w 10160403"/>
                <a:gd name="csY2" fmla="*/ 235857 h 235857"/>
                <a:gd name="csX3" fmla="*/ 0 w 10160403"/>
                <a:gd name="csY3" fmla="*/ 235857 h 235857"/>
              </a:gdLst>
              <a:ahLst/>
              <a:cxnLst>
                <a:cxn ang="0">
                  <a:pos x="csX0" y="csY0"/>
                </a:cxn>
                <a:cxn ang="0">
                  <a:pos x="csX1" y="csY1"/>
                </a:cxn>
                <a:cxn ang="0">
                  <a:pos x="csX2" y="csY2"/>
                </a:cxn>
                <a:cxn ang="0">
                  <a:pos x="csX3" y="csY3"/>
                </a:cxn>
              </a:cxnLst>
              <a:rect l="l" t="t" r="r" b="b"/>
              <a:pathLst>
                <a:path w="10160403" h="235857">
                  <a:moveTo>
                    <a:pt x="163649" y="0"/>
                  </a:moveTo>
                  <a:lnTo>
                    <a:pt x="10160403" y="0"/>
                  </a:lnTo>
                  <a:lnTo>
                    <a:pt x="10160403" y="235857"/>
                  </a:lnTo>
                  <a:lnTo>
                    <a:pt x="0" y="235857"/>
                  </a:lnTo>
                  <a:close/>
                </a:path>
              </a:pathLst>
            </a:custGeom>
            <a:solidFill>
              <a:srgbClr val="D0CEC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84D6B241-AE7C-34D8-B17A-B824C53B669A}"/>
                </a:ext>
              </a:extLst>
            </p:cNvPr>
            <p:cNvSpPr/>
            <p:nvPr/>
          </p:nvSpPr>
          <p:spPr>
            <a:xfrm>
              <a:off x="1787544" y="6622145"/>
              <a:ext cx="10404456" cy="235857"/>
            </a:xfrm>
            <a:custGeom>
              <a:avLst/>
              <a:gdLst>
                <a:gd name="csX0" fmla="*/ 163649 w 10404456"/>
                <a:gd name="csY0" fmla="*/ 0 h 235857"/>
                <a:gd name="csX1" fmla="*/ 10404456 w 10404456"/>
                <a:gd name="csY1" fmla="*/ 0 h 235857"/>
                <a:gd name="csX2" fmla="*/ 10404456 w 10404456"/>
                <a:gd name="csY2" fmla="*/ 235857 h 235857"/>
                <a:gd name="csX3" fmla="*/ 0 w 10404456"/>
                <a:gd name="csY3" fmla="*/ 235857 h 235857"/>
              </a:gdLst>
              <a:ahLst/>
              <a:cxnLst>
                <a:cxn ang="0">
                  <a:pos x="csX0" y="csY0"/>
                </a:cxn>
                <a:cxn ang="0">
                  <a:pos x="csX1" y="csY1"/>
                </a:cxn>
                <a:cxn ang="0">
                  <a:pos x="csX2" y="csY2"/>
                </a:cxn>
                <a:cxn ang="0">
                  <a:pos x="csX3" y="csY3"/>
                </a:cxn>
              </a:cxnLst>
              <a:rect l="l" t="t" r="r" b="b"/>
              <a:pathLst>
                <a:path w="10404456" h="235857">
                  <a:moveTo>
                    <a:pt x="163649" y="0"/>
                  </a:moveTo>
                  <a:lnTo>
                    <a:pt x="10404456" y="0"/>
                  </a:lnTo>
                  <a:lnTo>
                    <a:pt x="10404456" y="235857"/>
                  </a:lnTo>
                  <a:lnTo>
                    <a:pt x="0" y="235857"/>
                  </a:lnTo>
                  <a:close/>
                </a:path>
              </a:pathLst>
            </a:custGeom>
            <a:solidFill>
              <a:srgbClr val="D61A3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9" name="Group 18">
            <a:extLst>
              <a:ext uri="{FF2B5EF4-FFF2-40B4-BE49-F238E27FC236}">
                <a16:creationId xmlns:a16="http://schemas.microsoft.com/office/drawing/2014/main" id="{B085D9AA-F005-9534-D5D5-F3181D101404}"/>
              </a:ext>
            </a:extLst>
          </p:cNvPr>
          <p:cNvGrpSpPr/>
          <p:nvPr userDrawn="1"/>
        </p:nvGrpSpPr>
        <p:grpSpPr>
          <a:xfrm>
            <a:off x="-1555" y="1"/>
            <a:ext cx="1360172" cy="938656"/>
            <a:chOff x="-1555" y="1"/>
            <a:chExt cx="1360172" cy="938656"/>
          </a:xfrm>
        </p:grpSpPr>
        <p:sp>
          <p:nvSpPr>
            <p:cNvPr id="20" name="Freeform: Shape 19">
              <a:extLst>
                <a:ext uri="{FF2B5EF4-FFF2-40B4-BE49-F238E27FC236}">
                  <a16:creationId xmlns:a16="http://schemas.microsoft.com/office/drawing/2014/main" id="{A0531012-D3D8-E795-1160-510237B89815}"/>
                </a:ext>
              </a:extLst>
            </p:cNvPr>
            <p:cNvSpPr/>
            <p:nvPr/>
          </p:nvSpPr>
          <p:spPr>
            <a:xfrm>
              <a:off x="-1555" y="83516"/>
              <a:ext cx="1360172" cy="855141"/>
            </a:xfrm>
            <a:custGeom>
              <a:avLst/>
              <a:gdLst>
                <a:gd name="csX0" fmla="*/ 0 w 6648811"/>
                <a:gd name="csY0" fmla="*/ 0 h 4180114"/>
                <a:gd name="csX1" fmla="*/ 102868 w 6648811"/>
                <a:gd name="csY1" fmla="*/ 0 h 4180114"/>
                <a:gd name="csX2" fmla="*/ 270564 w 6648811"/>
                <a:gd name="csY2" fmla="*/ 0 h 4180114"/>
                <a:gd name="csX3" fmla="*/ 6648811 w 6648811"/>
                <a:gd name="csY3" fmla="*/ 0 h 4180114"/>
                <a:gd name="csX4" fmla="*/ 3748455 w 6648811"/>
                <a:gd name="csY4" fmla="*/ 4180114 h 4180114"/>
                <a:gd name="csX5" fmla="*/ 270564 w 6648811"/>
                <a:gd name="csY5" fmla="*/ 4180114 h 4180114"/>
                <a:gd name="csX6" fmla="*/ 0 w 6648811"/>
                <a:gd name="csY6" fmla="*/ 4180114 h 418011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648811" h="4180114">
                  <a:moveTo>
                    <a:pt x="0" y="0"/>
                  </a:moveTo>
                  <a:lnTo>
                    <a:pt x="102868" y="0"/>
                  </a:lnTo>
                  <a:lnTo>
                    <a:pt x="270564" y="0"/>
                  </a:lnTo>
                  <a:lnTo>
                    <a:pt x="6648811" y="0"/>
                  </a:lnTo>
                  <a:lnTo>
                    <a:pt x="3748455" y="4180114"/>
                  </a:lnTo>
                  <a:lnTo>
                    <a:pt x="270564" y="4180114"/>
                  </a:lnTo>
                  <a:lnTo>
                    <a:pt x="0" y="4180114"/>
                  </a:lnTo>
                  <a:close/>
                </a:path>
              </a:pathLst>
            </a:custGeom>
            <a:solidFill>
              <a:srgbClr val="D0CEC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2B1E6AC7-22EA-79FA-99A6-A83319FEEF42}"/>
                </a:ext>
              </a:extLst>
            </p:cNvPr>
            <p:cNvSpPr/>
            <p:nvPr/>
          </p:nvSpPr>
          <p:spPr>
            <a:xfrm>
              <a:off x="-1" y="1"/>
              <a:ext cx="1216405" cy="776772"/>
            </a:xfrm>
            <a:custGeom>
              <a:avLst/>
              <a:gdLst>
                <a:gd name="csX0" fmla="*/ 0 w 6545943"/>
                <a:gd name="csY0" fmla="*/ 0 h 4180114"/>
                <a:gd name="csX1" fmla="*/ 6545943 w 6545943"/>
                <a:gd name="csY1" fmla="*/ 0 h 4180114"/>
                <a:gd name="csX2" fmla="*/ 3645587 w 6545943"/>
                <a:gd name="csY2" fmla="*/ 4180114 h 4180114"/>
                <a:gd name="csX3" fmla="*/ 0 w 6545943"/>
                <a:gd name="csY3" fmla="*/ 4180114 h 4180114"/>
              </a:gdLst>
              <a:ahLst/>
              <a:cxnLst>
                <a:cxn ang="0">
                  <a:pos x="csX0" y="csY0"/>
                </a:cxn>
                <a:cxn ang="0">
                  <a:pos x="csX1" y="csY1"/>
                </a:cxn>
                <a:cxn ang="0">
                  <a:pos x="csX2" y="csY2"/>
                </a:cxn>
                <a:cxn ang="0">
                  <a:pos x="csX3" y="csY3"/>
                </a:cxn>
              </a:cxnLst>
              <a:rect l="l" t="t" r="r" b="b"/>
              <a:pathLst>
                <a:path w="6545943" h="4180114">
                  <a:moveTo>
                    <a:pt x="0" y="0"/>
                  </a:moveTo>
                  <a:lnTo>
                    <a:pt x="6545943" y="0"/>
                  </a:lnTo>
                  <a:lnTo>
                    <a:pt x="3645587" y="4180114"/>
                  </a:lnTo>
                  <a:lnTo>
                    <a:pt x="0" y="4180114"/>
                  </a:lnTo>
                  <a:close/>
                </a:path>
              </a:pathLst>
            </a:custGeom>
            <a:solidFill>
              <a:srgbClr val="D61A3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1608334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8D989294-C4ED-B8D0-26F7-C05175DC4345}"/>
              </a:ext>
            </a:extLst>
          </p:cNvPr>
          <p:cNvSpPr>
            <a:spLocks noGrp="1"/>
          </p:cNvSpPr>
          <p:nvPr>
            <p:ph type="title" hasCustomPrompt="1"/>
          </p:nvPr>
        </p:nvSpPr>
        <p:spPr>
          <a:xfrm>
            <a:off x="178324" y="113851"/>
            <a:ext cx="10515600" cy="527499"/>
          </a:xfrm>
          <a:prstGeom prst="rect">
            <a:avLst/>
          </a:prstGeom>
        </p:spPr>
        <p:txBody>
          <a:bodyPr anchor="ctr" anchorCtr="0">
            <a:normAutofit/>
          </a:bodyPr>
          <a:lstStyle>
            <a:lvl1pPr>
              <a:defRPr sz="2600" b="0">
                <a:latin typeface="Mundial Black" pitchFamily="50" charset="0"/>
              </a:defRPr>
            </a:lvl1pPr>
          </a:lstStyle>
          <a:p>
            <a:r>
              <a:rPr lang="en-US" dirty="0"/>
              <a:t>CLICK TO EDIT MASTER TITLE STYLE</a:t>
            </a:r>
            <a:endParaRPr lang="en-MY" dirty="0"/>
          </a:p>
        </p:txBody>
      </p:sp>
      <p:sp>
        <p:nvSpPr>
          <p:cNvPr id="4" name="Text Placeholder 11">
            <a:extLst>
              <a:ext uri="{FF2B5EF4-FFF2-40B4-BE49-F238E27FC236}">
                <a16:creationId xmlns:a16="http://schemas.microsoft.com/office/drawing/2014/main" id="{F7C1CF83-E481-85BD-5F8A-83F39EAF6911}"/>
              </a:ext>
            </a:extLst>
          </p:cNvPr>
          <p:cNvSpPr>
            <a:spLocks noGrp="1"/>
          </p:cNvSpPr>
          <p:nvPr>
            <p:ph type="body" sz="quarter" idx="14" hasCustomPrompt="1"/>
          </p:nvPr>
        </p:nvSpPr>
        <p:spPr>
          <a:xfrm>
            <a:off x="177913" y="584788"/>
            <a:ext cx="5954712" cy="446344"/>
          </a:xfrm>
          <a:prstGeom prst="rect">
            <a:avLst/>
          </a:prstGeom>
        </p:spPr>
        <p:txBody>
          <a:bodyPr>
            <a:normAutofit/>
          </a:bodyPr>
          <a:lstStyle>
            <a:lvl1pPr marL="0" indent="0">
              <a:buNone/>
              <a:defRPr sz="2400">
                <a:latin typeface="Mundial"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a:t>
            </a:r>
          </a:p>
        </p:txBody>
      </p:sp>
      <p:grpSp>
        <p:nvGrpSpPr>
          <p:cNvPr id="5" name="Group 4">
            <a:extLst>
              <a:ext uri="{FF2B5EF4-FFF2-40B4-BE49-F238E27FC236}">
                <a16:creationId xmlns:a16="http://schemas.microsoft.com/office/drawing/2014/main" id="{38F9BA5D-9AA0-18D9-0C5D-D2A0501B8E20}"/>
              </a:ext>
            </a:extLst>
          </p:cNvPr>
          <p:cNvGrpSpPr/>
          <p:nvPr userDrawn="1"/>
        </p:nvGrpSpPr>
        <p:grpSpPr>
          <a:xfrm>
            <a:off x="5166360" y="231422"/>
            <a:ext cx="7404707" cy="266700"/>
            <a:chOff x="1467844" y="0"/>
            <a:chExt cx="9390659" cy="266700"/>
          </a:xfrm>
        </p:grpSpPr>
        <p:sp>
          <p:nvSpPr>
            <p:cNvPr id="6" name="Parallelogram 5">
              <a:extLst>
                <a:ext uri="{FF2B5EF4-FFF2-40B4-BE49-F238E27FC236}">
                  <a16:creationId xmlns:a16="http://schemas.microsoft.com/office/drawing/2014/main" id="{F43459EE-AC03-4772-47CE-5B44E4ED5143}"/>
                </a:ext>
              </a:extLst>
            </p:cNvPr>
            <p:cNvSpPr/>
            <p:nvPr/>
          </p:nvSpPr>
          <p:spPr>
            <a:xfrm>
              <a:off x="5782580" y="0"/>
              <a:ext cx="5075923" cy="266700"/>
            </a:xfrm>
            <a:prstGeom prst="parallelogram">
              <a:avLst>
                <a:gd name="adj" fmla="val 45168"/>
              </a:avLst>
            </a:prstGeom>
            <a:solidFill>
              <a:srgbClr val="00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Parallelogram 6">
              <a:extLst>
                <a:ext uri="{FF2B5EF4-FFF2-40B4-BE49-F238E27FC236}">
                  <a16:creationId xmlns:a16="http://schemas.microsoft.com/office/drawing/2014/main" id="{FC2A8263-D5A0-A49A-CE16-1C0E3054FFE5}"/>
                </a:ext>
              </a:extLst>
            </p:cNvPr>
            <p:cNvSpPr/>
            <p:nvPr/>
          </p:nvSpPr>
          <p:spPr>
            <a:xfrm>
              <a:off x="1467844" y="0"/>
              <a:ext cx="4762500" cy="266700"/>
            </a:xfrm>
            <a:prstGeom prst="parallelogram">
              <a:avLst>
                <a:gd name="adj" fmla="val 45168"/>
              </a:avLst>
            </a:prstGeom>
            <a:solidFill>
              <a:srgbClr val="6D6E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rgbClr val="1F4E79"/>
                </a:solidFill>
              </a:endParaRPr>
            </a:p>
          </p:txBody>
        </p:sp>
      </p:grpSp>
      <p:pic>
        <p:nvPicPr>
          <p:cNvPr id="8" name="Picture 7" descr="A blue and black logo&#10;&#10;Description automatically generated">
            <a:extLst>
              <a:ext uri="{FF2B5EF4-FFF2-40B4-BE49-F238E27FC236}">
                <a16:creationId xmlns:a16="http://schemas.microsoft.com/office/drawing/2014/main" id="{F4963E89-F795-FA6E-E316-77CBCA8D4FE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9662" y="6292831"/>
            <a:ext cx="2085237" cy="649577"/>
          </a:xfrm>
          <a:prstGeom prst="rect">
            <a:avLst/>
          </a:prstGeom>
        </p:spPr>
      </p:pic>
    </p:spTree>
    <p:custDataLst>
      <p:tags r:id="rId1"/>
    </p:custDataLst>
    <p:extLst>
      <p:ext uri="{BB962C8B-B14F-4D97-AF65-F5344CB8AC3E}">
        <p14:creationId xmlns:p14="http://schemas.microsoft.com/office/powerpoint/2010/main" val="3796774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160690-CBB1-474A-4366-17F8D87797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E54FBB-EAFE-747E-7839-41824A78E9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7D1E3C-B05B-3BD2-32DE-55CC5D760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7C2A6F-012C-4775-B585-129249C728FA}" type="datetimeFigureOut">
              <a:rPr lang="en-US" smtClean="0"/>
              <a:t>10/4/2026</a:t>
            </a:fld>
            <a:endParaRPr lang="en-US"/>
          </a:p>
        </p:txBody>
      </p:sp>
      <p:sp>
        <p:nvSpPr>
          <p:cNvPr id="5" name="Footer Placeholder 4">
            <a:extLst>
              <a:ext uri="{FF2B5EF4-FFF2-40B4-BE49-F238E27FC236}">
                <a16:creationId xmlns:a16="http://schemas.microsoft.com/office/drawing/2014/main" id="{CBAF1DEB-8D55-D699-A105-AC74AA6171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739DA04-4EE8-A8DB-7D69-C0F60E809D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3D76CF-164F-473D-930B-E862CE642152}" type="slidenum">
              <a:rPr lang="en-US" smtClean="0"/>
              <a:t>‹#›</a:t>
            </a:fld>
            <a:endParaRPr lang="en-US"/>
          </a:p>
        </p:txBody>
      </p:sp>
    </p:spTree>
    <p:extLst>
      <p:ext uri="{BB962C8B-B14F-4D97-AF65-F5344CB8AC3E}">
        <p14:creationId xmlns:p14="http://schemas.microsoft.com/office/powerpoint/2010/main" val="1165419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slideLayout" Target="../slideLayouts/slideLayout7.xml"/><Relationship Id="rId1" Type="http://schemas.openxmlformats.org/officeDocument/2006/relationships/tags" Target="../tags/tag8.xml"/><Relationship Id="rId5" Type="http://schemas.openxmlformats.org/officeDocument/2006/relationships/image" Target="../media/image8.sv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slideLayout" Target="../slideLayouts/slideLayout15.xml"/><Relationship Id="rId1" Type="http://schemas.openxmlformats.org/officeDocument/2006/relationships/tags" Target="../tags/tag10.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5.xml"/><Relationship Id="rId1" Type="http://schemas.openxmlformats.org/officeDocument/2006/relationships/tags" Target="../tags/tag11.xml"/><Relationship Id="rId5" Type="http://schemas.openxmlformats.org/officeDocument/2006/relationships/image" Target="../media/image16.jpeg"/><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9.svg"/><Relationship Id="rId2" Type="http://schemas.openxmlformats.org/officeDocument/2006/relationships/slideLayout" Target="../slideLayouts/slideLayout13.xml"/><Relationship Id="rId1" Type="http://schemas.openxmlformats.org/officeDocument/2006/relationships/tags" Target="../tags/tag1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7.png"/><Relationship Id="rId2" Type="http://schemas.openxmlformats.org/officeDocument/2006/relationships/slideLayout" Target="../slideLayouts/slideLayout13.xml"/><Relationship Id="rId1" Type="http://schemas.openxmlformats.org/officeDocument/2006/relationships/tags" Target="../tags/tag1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svg"/></Relationships>
</file>

<file path=ppt/slides/_rels/slide2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slideLayout" Target="../slideLayouts/slideLayout7.xml"/><Relationship Id="rId4" Type="http://schemas.openxmlformats.org/officeDocument/2006/relationships/image" Target="../media/image34.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7.xml"/><Relationship Id="rId4" Type="http://schemas.openxmlformats.org/officeDocument/2006/relationships/image" Target="../media/image37.sv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16.xml"/><Relationship Id="rId5" Type="http://schemas.openxmlformats.org/officeDocument/2006/relationships/image" Target="../media/image38.jpe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42.svg"/><Relationship Id="rId2" Type="http://schemas.openxmlformats.org/officeDocument/2006/relationships/slideLayout" Target="../slideLayouts/slideLayout13.xml"/><Relationship Id="rId1" Type="http://schemas.openxmlformats.org/officeDocument/2006/relationships/tags" Target="../tags/tag17.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4D07615-1FAF-F972-CDDD-B4CEECDE0780}"/>
              </a:ext>
            </a:extLst>
          </p:cNvPr>
          <p:cNvGrpSpPr/>
          <p:nvPr/>
        </p:nvGrpSpPr>
        <p:grpSpPr>
          <a:xfrm>
            <a:off x="220717" y="1539549"/>
            <a:ext cx="7392590" cy="2270259"/>
            <a:chOff x="220717" y="1854628"/>
            <a:chExt cx="7392590" cy="2270259"/>
          </a:xfrm>
        </p:grpSpPr>
        <p:grpSp>
          <p:nvGrpSpPr>
            <p:cNvPr id="3" name="Group 2">
              <a:extLst>
                <a:ext uri="{FF2B5EF4-FFF2-40B4-BE49-F238E27FC236}">
                  <a16:creationId xmlns:a16="http://schemas.microsoft.com/office/drawing/2014/main" id="{EFA988D6-7C83-E610-DC5C-8CC6AFF0E112}"/>
                </a:ext>
              </a:extLst>
            </p:cNvPr>
            <p:cNvGrpSpPr/>
            <p:nvPr/>
          </p:nvGrpSpPr>
          <p:grpSpPr>
            <a:xfrm>
              <a:off x="220717" y="1854628"/>
              <a:ext cx="7392590" cy="2270259"/>
              <a:chOff x="1924334" y="2086371"/>
              <a:chExt cx="5249009" cy="1611966"/>
            </a:xfrm>
          </p:grpSpPr>
          <p:sp>
            <p:nvSpPr>
              <p:cNvPr id="5" name="Freeform: Shape 4">
                <a:extLst>
                  <a:ext uri="{FF2B5EF4-FFF2-40B4-BE49-F238E27FC236}">
                    <a16:creationId xmlns:a16="http://schemas.microsoft.com/office/drawing/2014/main" id="{910BC784-F4F1-924C-997B-7DC6A1EBB9A3}"/>
                  </a:ext>
                </a:extLst>
              </p:cNvPr>
              <p:cNvSpPr/>
              <p:nvPr/>
            </p:nvSpPr>
            <p:spPr>
              <a:xfrm>
                <a:off x="1924334" y="2086371"/>
                <a:ext cx="5249009" cy="1611966"/>
              </a:xfrm>
              <a:custGeom>
                <a:avLst/>
                <a:gdLst>
                  <a:gd name="connsiteX0" fmla="*/ 1283139 w 6108568"/>
                  <a:gd name="connsiteY0" fmla="*/ 0 h 1875934"/>
                  <a:gd name="connsiteX1" fmla="*/ 1283139 w 6108568"/>
                  <a:gd name="connsiteY1" fmla="*/ 308732 h 1875934"/>
                  <a:gd name="connsiteX2" fmla="*/ 4854803 w 6108568"/>
                  <a:gd name="connsiteY2" fmla="*/ 308732 h 1875934"/>
                  <a:gd name="connsiteX3" fmla="*/ 4854803 w 6108568"/>
                  <a:gd name="connsiteY3" fmla="*/ 311084 h 1875934"/>
                  <a:gd name="connsiteX4" fmla="*/ 6108568 w 6108568"/>
                  <a:gd name="connsiteY4" fmla="*/ 1564849 h 1875934"/>
                  <a:gd name="connsiteX5" fmla="*/ 4854803 w 6108568"/>
                  <a:gd name="connsiteY5" fmla="*/ 1564849 h 1875934"/>
                  <a:gd name="connsiteX6" fmla="*/ 4854803 w 6108568"/>
                  <a:gd name="connsiteY6" fmla="*/ 1567202 h 1875934"/>
                  <a:gd name="connsiteX7" fmla="*/ 1283139 w 6108568"/>
                  <a:gd name="connsiteY7" fmla="*/ 1567202 h 1875934"/>
                  <a:gd name="connsiteX8" fmla="*/ 1283139 w 6108568"/>
                  <a:gd name="connsiteY8" fmla="*/ 1875934 h 1875934"/>
                  <a:gd name="connsiteX9" fmla="*/ 0 w 6108568"/>
                  <a:gd name="connsiteY9" fmla="*/ 937967 h 187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568" h="1875934">
                    <a:moveTo>
                      <a:pt x="1283139" y="0"/>
                    </a:moveTo>
                    <a:lnTo>
                      <a:pt x="1283139" y="308732"/>
                    </a:lnTo>
                    <a:lnTo>
                      <a:pt x="4854803" y="308732"/>
                    </a:lnTo>
                    <a:lnTo>
                      <a:pt x="4854803" y="311084"/>
                    </a:lnTo>
                    <a:cubicBezTo>
                      <a:pt x="5547238" y="311084"/>
                      <a:pt x="6108568" y="872414"/>
                      <a:pt x="6108568" y="1564849"/>
                    </a:cubicBezTo>
                    <a:lnTo>
                      <a:pt x="4854803" y="1564849"/>
                    </a:lnTo>
                    <a:lnTo>
                      <a:pt x="4854803" y="1567202"/>
                    </a:lnTo>
                    <a:lnTo>
                      <a:pt x="1283139" y="1567202"/>
                    </a:lnTo>
                    <a:lnTo>
                      <a:pt x="1283139" y="1875934"/>
                    </a:lnTo>
                    <a:lnTo>
                      <a:pt x="0" y="937967"/>
                    </a:lnTo>
                    <a:close/>
                  </a:path>
                </a:pathLst>
              </a:custGeom>
              <a:solidFill>
                <a:srgbClr val="78376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6" name="Rectangle: Top Corners Rounded 5">
                <a:extLst>
                  <a:ext uri="{FF2B5EF4-FFF2-40B4-BE49-F238E27FC236}">
                    <a16:creationId xmlns:a16="http://schemas.microsoft.com/office/drawing/2014/main" id="{3749D29F-E963-7891-6710-4198B67DA03D}"/>
                  </a:ext>
                </a:extLst>
              </p:cNvPr>
              <p:cNvSpPr/>
              <p:nvPr/>
            </p:nvSpPr>
            <p:spPr>
              <a:xfrm rot="5400000">
                <a:off x="4409491" y="1100824"/>
                <a:ext cx="838599" cy="3598385"/>
              </a:xfrm>
              <a:prstGeom prst="round2SameRect">
                <a:avLst>
                  <a:gd name="adj1" fmla="val 50000"/>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4" name="TextBox 3">
              <a:extLst>
                <a:ext uri="{FF2B5EF4-FFF2-40B4-BE49-F238E27FC236}">
                  <a16:creationId xmlns:a16="http://schemas.microsoft.com/office/drawing/2014/main" id="{E73CFF04-4924-AFA5-FCA3-56D4BFC65B08}"/>
                </a:ext>
              </a:extLst>
            </p:cNvPr>
            <p:cNvSpPr txBox="1"/>
            <p:nvPr/>
          </p:nvSpPr>
          <p:spPr>
            <a:xfrm>
              <a:off x="1777347" y="2461940"/>
              <a:ext cx="4900845" cy="1077218"/>
            </a:xfrm>
            <a:prstGeom prst="rect">
              <a:avLst/>
            </a:prstGeom>
            <a:noFill/>
          </p:spPr>
          <p:txBody>
            <a:bodyPr wrap="square">
              <a:spAutoFit/>
            </a:bodyPr>
            <a:lstStyle/>
            <a:p>
              <a:r>
                <a:rPr lang="en-US" sz="1600" dirty="0">
                  <a:solidFill>
                    <a:schemeClr val="tx1"/>
                  </a:solidFill>
                  <a:latin typeface="Arial" panose="020B0604020202020204" pitchFamily="34" charset="0"/>
                  <a:cs typeface="Arial" panose="020B0604020202020204" pitchFamily="34" charset="0"/>
                </a:rPr>
                <a:t>The first approach to address poor teamwork should be to talk with any individuals concerned and ask them if they have any problems/frustrations with being part of the team.</a:t>
              </a:r>
              <a:endParaRPr lang="en-MY" sz="1600" dirty="0">
                <a:solidFill>
                  <a:schemeClr val="tx1"/>
                </a:solidFill>
                <a:latin typeface="Arial" panose="020B0604020202020204" pitchFamily="34" charset="0"/>
                <a:cs typeface="Arial" panose="020B0604020202020204" pitchFamily="34" charset="0"/>
              </a:endParaRPr>
            </a:p>
          </p:txBody>
        </p:sp>
      </p:grpSp>
      <p:grpSp>
        <p:nvGrpSpPr>
          <p:cNvPr id="7" name="Group 6">
            <a:extLst>
              <a:ext uri="{FF2B5EF4-FFF2-40B4-BE49-F238E27FC236}">
                <a16:creationId xmlns:a16="http://schemas.microsoft.com/office/drawing/2014/main" id="{2FB625BD-9CD1-F406-6999-87CDD141C097}"/>
              </a:ext>
            </a:extLst>
          </p:cNvPr>
          <p:cNvGrpSpPr/>
          <p:nvPr/>
        </p:nvGrpSpPr>
        <p:grpSpPr>
          <a:xfrm>
            <a:off x="4578693" y="3051150"/>
            <a:ext cx="7392590" cy="2270259"/>
            <a:chOff x="4578693" y="3366229"/>
            <a:chExt cx="7392590" cy="2270259"/>
          </a:xfrm>
        </p:grpSpPr>
        <p:grpSp>
          <p:nvGrpSpPr>
            <p:cNvPr id="8" name="Group 7">
              <a:extLst>
                <a:ext uri="{FF2B5EF4-FFF2-40B4-BE49-F238E27FC236}">
                  <a16:creationId xmlns:a16="http://schemas.microsoft.com/office/drawing/2014/main" id="{22EA578A-ECF7-EAE1-4D77-45B903C867AE}"/>
                </a:ext>
              </a:extLst>
            </p:cNvPr>
            <p:cNvGrpSpPr/>
            <p:nvPr/>
          </p:nvGrpSpPr>
          <p:grpSpPr>
            <a:xfrm flipH="1" flipV="1">
              <a:off x="4578693" y="3366229"/>
              <a:ext cx="7392590" cy="2270259"/>
              <a:chOff x="1924334" y="2086371"/>
              <a:chExt cx="5249009" cy="1611966"/>
            </a:xfrm>
          </p:grpSpPr>
          <p:sp>
            <p:nvSpPr>
              <p:cNvPr id="10" name="Freeform: Shape 9">
                <a:extLst>
                  <a:ext uri="{FF2B5EF4-FFF2-40B4-BE49-F238E27FC236}">
                    <a16:creationId xmlns:a16="http://schemas.microsoft.com/office/drawing/2014/main" id="{5F97C39D-3324-0C3D-8BF2-915EE8E3FA50}"/>
                  </a:ext>
                </a:extLst>
              </p:cNvPr>
              <p:cNvSpPr/>
              <p:nvPr/>
            </p:nvSpPr>
            <p:spPr>
              <a:xfrm>
                <a:off x="1924334" y="2086371"/>
                <a:ext cx="5249009" cy="1611966"/>
              </a:xfrm>
              <a:custGeom>
                <a:avLst/>
                <a:gdLst>
                  <a:gd name="connsiteX0" fmla="*/ 1283139 w 6108568"/>
                  <a:gd name="connsiteY0" fmla="*/ 0 h 1875934"/>
                  <a:gd name="connsiteX1" fmla="*/ 1283139 w 6108568"/>
                  <a:gd name="connsiteY1" fmla="*/ 308732 h 1875934"/>
                  <a:gd name="connsiteX2" fmla="*/ 4854803 w 6108568"/>
                  <a:gd name="connsiteY2" fmla="*/ 308732 h 1875934"/>
                  <a:gd name="connsiteX3" fmla="*/ 4854803 w 6108568"/>
                  <a:gd name="connsiteY3" fmla="*/ 311084 h 1875934"/>
                  <a:gd name="connsiteX4" fmla="*/ 6108568 w 6108568"/>
                  <a:gd name="connsiteY4" fmla="*/ 1564849 h 1875934"/>
                  <a:gd name="connsiteX5" fmla="*/ 4854803 w 6108568"/>
                  <a:gd name="connsiteY5" fmla="*/ 1564849 h 1875934"/>
                  <a:gd name="connsiteX6" fmla="*/ 4854803 w 6108568"/>
                  <a:gd name="connsiteY6" fmla="*/ 1567202 h 1875934"/>
                  <a:gd name="connsiteX7" fmla="*/ 1283139 w 6108568"/>
                  <a:gd name="connsiteY7" fmla="*/ 1567202 h 1875934"/>
                  <a:gd name="connsiteX8" fmla="*/ 1283139 w 6108568"/>
                  <a:gd name="connsiteY8" fmla="*/ 1875934 h 1875934"/>
                  <a:gd name="connsiteX9" fmla="*/ 0 w 6108568"/>
                  <a:gd name="connsiteY9" fmla="*/ 937967 h 187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568" h="1875934">
                    <a:moveTo>
                      <a:pt x="1283139" y="0"/>
                    </a:moveTo>
                    <a:lnTo>
                      <a:pt x="1283139" y="308732"/>
                    </a:lnTo>
                    <a:lnTo>
                      <a:pt x="4854803" y="308732"/>
                    </a:lnTo>
                    <a:lnTo>
                      <a:pt x="4854803" y="311084"/>
                    </a:lnTo>
                    <a:cubicBezTo>
                      <a:pt x="5547238" y="311084"/>
                      <a:pt x="6108568" y="872414"/>
                      <a:pt x="6108568" y="1564849"/>
                    </a:cubicBezTo>
                    <a:lnTo>
                      <a:pt x="4854803" y="1564849"/>
                    </a:lnTo>
                    <a:lnTo>
                      <a:pt x="4854803" y="1567202"/>
                    </a:lnTo>
                    <a:lnTo>
                      <a:pt x="1283139" y="1567202"/>
                    </a:lnTo>
                    <a:lnTo>
                      <a:pt x="1283139" y="1875934"/>
                    </a:lnTo>
                    <a:lnTo>
                      <a:pt x="0" y="937967"/>
                    </a:lnTo>
                    <a:close/>
                  </a:path>
                </a:pathLst>
              </a:custGeom>
              <a:solidFill>
                <a:srgbClr val="5B408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1" name="Rectangle: Top Corners Rounded 10">
                <a:extLst>
                  <a:ext uri="{FF2B5EF4-FFF2-40B4-BE49-F238E27FC236}">
                    <a16:creationId xmlns:a16="http://schemas.microsoft.com/office/drawing/2014/main" id="{34319FB6-C3CC-A8CD-2791-F3F40EC35A11}"/>
                  </a:ext>
                </a:extLst>
              </p:cNvPr>
              <p:cNvSpPr/>
              <p:nvPr/>
            </p:nvSpPr>
            <p:spPr>
              <a:xfrm rot="5400000">
                <a:off x="4409491" y="1100824"/>
                <a:ext cx="838599" cy="3598385"/>
              </a:xfrm>
              <a:prstGeom prst="round2SameRect">
                <a:avLst>
                  <a:gd name="adj1" fmla="val 50000"/>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9" name="TextBox 8">
              <a:extLst>
                <a:ext uri="{FF2B5EF4-FFF2-40B4-BE49-F238E27FC236}">
                  <a16:creationId xmlns:a16="http://schemas.microsoft.com/office/drawing/2014/main" id="{0E7FAB59-78A0-98FC-A415-8117ED91568F}"/>
                </a:ext>
              </a:extLst>
            </p:cNvPr>
            <p:cNvSpPr txBox="1"/>
            <p:nvPr/>
          </p:nvSpPr>
          <p:spPr>
            <a:xfrm>
              <a:off x="5346765" y="4208970"/>
              <a:ext cx="5067887" cy="584775"/>
            </a:xfrm>
            <a:prstGeom prst="rect">
              <a:avLst/>
            </a:prstGeom>
            <a:noFill/>
          </p:spPr>
          <p:txBody>
            <a:bodyPr wrap="square">
              <a:spAutoFit/>
            </a:bodyPr>
            <a:lstStyle/>
            <a:p>
              <a:pPr algn="r"/>
              <a:r>
                <a:rPr lang="en-US" sz="1600" dirty="0">
                  <a:solidFill>
                    <a:schemeClr val="tx1"/>
                  </a:solidFill>
                  <a:latin typeface="Arial" panose="020B0604020202020204" pitchFamily="34" charset="0"/>
                  <a:cs typeface="Arial" panose="020B0604020202020204" pitchFamily="34" charset="0"/>
                </a:rPr>
                <a:t>Ask them where they see their strengths, what their goals are, and where they feel they can contribute.</a:t>
              </a:r>
              <a:endParaRPr lang="en-MY" sz="1600" dirty="0">
                <a:solidFill>
                  <a:schemeClr val="tx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63367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290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par>
                                <p:cTn id="8" presetID="22" presetClass="entr" presetSubtype="8" fill="hold" nodeType="withEffect">
                                  <p:stCondLst>
                                    <p:cond delay="1550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B7F5ABF6-F153-9CA5-71BC-0BF3BBDD87DC}"/>
              </a:ext>
            </a:extLst>
          </p:cNvPr>
          <p:cNvSpPr/>
          <p:nvPr/>
        </p:nvSpPr>
        <p:spPr>
          <a:xfrm>
            <a:off x="1693894" y="1600200"/>
            <a:ext cx="5015060" cy="2803532"/>
          </a:xfrm>
          <a:custGeom>
            <a:avLst/>
            <a:gdLst>
              <a:gd name="connsiteX0" fmla="*/ 0 w 5015060"/>
              <a:gd name="connsiteY0" fmla="*/ 0 h 2803532"/>
              <a:gd name="connsiteX1" fmla="*/ 5015060 w 5015060"/>
              <a:gd name="connsiteY1" fmla="*/ 0 h 2803532"/>
              <a:gd name="connsiteX2" fmla="*/ 5015060 w 5015060"/>
              <a:gd name="connsiteY2" fmla="*/ 1083979 h 2803532"/>
              <a:gd name="connsiteX3" fmla="*/ 3265481 w 5015060"/>
              <a:gd name="connsiteY3" fmla="*/ 2803532 h 2803532"/>
              <a:gd name="connsiteX4" fmla="*/ 0 w 5015060"/>
              <a:gd name="connsiteY4" fmla="*/ 2803532 h 2803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5060" h="2803532">
                <a:moveTo>
                  <a:pt x="0" y="0"/>
                </a:moveTo>
                <a:lnTo>
                  <a:pt x="5015060" y="0"/>
                </a:lnTo>
                <a:lnTo>
                  <a:pt x="5015060" y="1083979"/>
                </a:lnTo>
                <a:lnTo>
                  <a:pt x="3265481" y="2803532"/>
                </a:lnTo>
                <a:lnTo>
                  <a:pt x="0" y="2803532"/>
                </a:lnTo>
                <a:close/>
              </a:path>
            </a:pathLst>
          </a:custGeom>
          <a:solidFill>
            <a:srgbClr val="0B468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GB" sz="2000" dirty="0">
              <a:solidFill>
                <a:schemeClr val="accent1">
                  <a:lumMod val="20000"/>
                  <a:lumOff val="80000"/>
                </a:schemeClr>
              </a:solidFill>
              <a:latin typeface="Century Gothic" panose="020B0502020202020204" pitchFamily="34" charset="0"/>
              <a:cs typeface="Arial" panose="020B0604020202020204" pitchFamily="34" charset="0"/>
            </a:endParaRPr>
          </a:p>
          <a:p>
            <a:r>
              <a:rPr lang="en-GB" sz="2000" dirty="0">
                <a:solidFill>
                  <a:schemeClr val="accent1">
                    <a:lumMod val="20000"/>
                    <a:lumOff val="80000"/>
                  </a:schemeClr>
                </a:solidFill>
                <a:latin typeface="Century Gothic" panose="020B0502020202020204" pitchFamily="34" charset="0"/>
                <a:cs typeface="Arial" panose="020B0604020202020204" pitchFamily="34" charset="0"/>
              </a:rPr>
              <a:t>Think about the capabilities of other people</a:t>
            </a:r>
          </a:p>
          <a:p>
            <a:endParaRPr lang="en-GB" sz="2000" dirty="0">
              <a:solidFill>
                <a:schemeClr val="accent1">
                  <a:lumMod val="20000"/>
                  <a:lumOff val="80000"/>
                </a:schemeClr>
              </a:solidFill>
              <a:latin typeface="Century Gothic" panose="020B0502020202020204" pitchFamily="34" charset="0"/>
              <a:cs typeface="Arial" panose="020B0604020202020204" pitchFamily="34" charset="0"/>
            </a:endParaRPr>
          </a:p>
          <a:p>
            <a:r>
              <a:rPr lang="en-GB" sz="2000" b="1" dirty="0">
                <a:solidFill>
                  <a:schemeClr val="accent1">
                    <a:lumMod val="20000"/>
                    <a:lumOff val="80000"/>
                  </a:schemeClr>
                </a:solidFill>
                <a:latin typeface="Century Gothic" panose="020B0502020202020204" pitchFamily="34" charset="0"/>
                <a:cs typeface="Arial" panose="020B0604020202020204" pitchFamily="34" charset="0"/>
              </a:rPr>
              <a:t>It’s not all on your shoulders</a:t>
            </a:r>
          </a:p>
          <a:p>
            <a:r>
              <a:rPr lang="en-GB" sz="2000" dirty="0">
                <a:solidFill>
                  <a:schemeClr val="accent1">
                    <a:lumMod val="20000"/>
                    <a:lumOff val="80000"/>
                  </a:schemeClr>
                </a:solidFill>
                <a:latin typeface="Century Gothic" panose="020B0502020202020204" pitchFamily="34" charset="0"/>
                <a:cs typeface="Arial" panose="020B0604020202020204" pitchFamily="34" charset="0"/>
              </a:rPr>
              <a:t>alone!</a:t>
            </a:r>
          </a:p>
          <a:p>
            <a:pPr algn="ctr"/>
            <a:endParaRPr lang="en-MY" dirty="0"/>
          </a:p>
        </p:txBody>
      </p:sp>
      <p:sp>
        <p:nvSpPr>
          <p:cNvPr id="3" name="Freeform: Shape 2">
            <a:extLst>
              <a:ext uri="{FF2B5EF4-FFF2-40B4-BE49-F238E27FC236}">
                <a16:creationId xmlns:a16="http://schemas.microsoft.com/office/drawing/2014/main" id="{01832DCF-3272-94D4-BBB3-0E8CD482B363}"/>
              </a:ext>
            </a:extLst>
          </p:cNvPr>
          <p:cNvSpPr/>
          <p:nvPr/>
        </p:nvSpPr>
        <p:spPr>
          <a:xfrm>
            <a:off x="3570720" y="1062182"/>
            <a:ext cx="8599055" cy="4950691"/>
          </a:xfrm>
          <a:custGeom>
            <a:avLst/>
            <a:gdLst>
              <a:gd name="connsiteX0" fmla="*/ 4756728 w 8599055"/>
              <a:gd name="connsiteY0" fmla="*/ 0 h 4950691"/>
              <a:gd name="connsiteX1" fmla="*/ 0 w 8599055"/>
              <a:gd name="connsiteY1" fmla="*/ 4701309 h 4950691"/>
              <a:gd name="connsiteX2" fmla="*/ 6640946 w 8599055"/>
              <a:gd name="connsiteY2" fmla="*/ 4950691 h 4950691"/>
              <a:gd name="connsiteX3" fmla="*/ 8599055 w 8599055"/>
              <a:gd name="connsiteY3" fmla="*/ 4221018 h 4950691"/>
              <a:gd name="connsiteX4" fmla="*/ 8599055 w 8599055"/>
              <a:gd name="connsiteY4" fmla="*/ 175491 h 4950691"/>
              <a:gd name="connsiteX5" fmla="*/ 4756728 w 8599055"/>
              <a:gd name="connsiteY5" fmla="*/ 0 h 495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9055" h="4950691">
                <a:moveTo>
                  <a:pt x="4756728" y="0"/>
                </a:moveTo>
                <a:lnTo>
                  <a:pt x="0" y="4701309"/>
                </a:lnTo>
                <a:lnTo>
                  <a:pt x="6640946" y="4950691"/>
                </a:lnTo>
                <a:lnTo>
                  <a:pt x="8599055" y="4221018"/>
                </a:lnTo>
                <a:lnTo>
                  <a:pt x="8599055" y="175491"/>
                </a:lnTo>
                <a:lnTo>
                  <a:pt x="4756728"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Freeform: Shape 3">
            <a:extLst>
              <a:ext uri="{FF2B5EF4-FFF2-40B4-BE49-F238E27FC236}">
                <a16:creationId xmlns:a16="http://schemas.microsoft.com/office/drawing/2014/main" id="{DCAC94EE-CE0A-FD1A-1639-7DA53E3B27B9}"/>
              </a:ext>
            </a:extLst>
          </p:cNvPr>
          <p:cNvSpPr/>
          <p:nvPr/>
        </p:nvSpPr>
        <p:spPr>
          <a:xfrm>
            <a:off x="5483673" y="2157984"/>
            <a:ext cx="5015060" cy="2803532"/>
          </a:xfrm>
          <a:custGeom>
            <a:avLst/>
            <a:gdLst>
              <a:gd name="connsiteX0" fmla="*/ 1734848 w 5015060"/>
              <a:gd name="connsiteY0" fmla="*/ 0 h 2803532"/>
              <a:gd name="connsiteX1" fmla="*/ 5015060 w 5015060"/>
              <a:gd name="connsiteY1" fmla="*/ 0 h 2803532"/>
              <a:gd name="connsiteX2" fmla="*/ 5015060 w 5015060"/>
              <a:gd name="connsiteY2" fmla="*/ 2803532 h 2803532"/>
              <a:gd name="connsiteX3" fmla="*/ 0 w 5015060"/>
              <a:gd name="connsiteY3" fmla="*/ 2803532 h 2803532"/>
              <a:gd name="connsiteX4" fmla="*/ 0 w 5015060"/>
              <a:gd name="connsiteY4" fmla="*/ 1705075 h 2803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5060" h="2803532">
                <a:moveTo>
                  <a:pt x="1734848" y="0"/>
                </a:moveTo>
                <a:lnTo>
                  <a:pt x="5015060" y="0"/>
                </a:lnTo>
                <a:lnTo>
                  <a:pt x="5015060" y="2803532"/>
                </a:lnTo>
                <a:lnTo>
                  <a:pt x="0" y="2803532"/>
                </a:lnTo>
                <a:lnTo>
                  <a:pt x="0" y="1705075"/>
                </a:lnTo>
                <a:close/>
              </a:path>
            </a:pathLst>
          </a:custGeom>
          <a:solidFill>
            <a:srgbClr val="DAE3F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b" anchorCtr="0">
            <a:noAutofit/>
          </a:bodyPr>
          <a:lstStyle/>
          <a:p>
            <a:pPr algn="r"/>
            <a:r>
              <a:rPr lang="en-GB" sz="2000" dirty="0">
                <a:solidFill>
                  <a:srgbClr val="0B468A"/>
                </a:solidFill>
                <a:latin typeface="Century Gothic" panose="020B0502020202020204" pitchFamily="34" charset="0"/>
                <a:cs typeface="Arial" panose="020B0604020202020204" pitchFamily="34" charset="0"/>
              </a:rPr>
              <a:t>                         Together, collaboratively, you and your colleagues can do amazing things </a:t>
            </a:r>
          </a:p>
          <a:p>
            <a:endParaRPr lang="en-US" sz="2000" dirty="0">
              <a:solidFill>
                <a:srgbClr val="0B468A"/>
              </a:solidFill>
              <a:latin typeface="Century Gothic" panose="020B0502020202020204" pitchFamily="34" charset="0"/>
              <a:cs typeface="Arial" panose="020B0604020202020204" pitchFamily="34" charset="0"/>
            </a:endParaRPr>
          </a:p>
          <a:p>
            <a:pPr algn="r"/>
            <a:endParaRPr lang="en-MY" dirty="0"/>
          </a:p>
        </p:txBody>
      </p:sp>
      <p:sp>
        <p:nvSpPr>
          <p:cNvPr id="5" name="Rectangle 4">
            <a:extLst>
              <a:ext uri="{FF2B5EF4-FFF2-40B4-BE49-F238E27FC236}">
                <a16:creationId xmlns:a16="http://schemas.microsoft.com/office/drawing/2014/main" id="{1140B7C4-538D-707D-E0CA-95370BCC00E2}"/>
              </a:ext>
            </a:extLst>
          </p:cNvPr>
          <p:cNvSpPr/>
          <p:nvPr/>
        </p:nvSpPr>
        <p:spPr>
          <a:xfrm rot="2729753">
            <a:off x="5991398" y="-30955"/>
            <a:ext cx="253017" cy="6890152"/>
          </a:xfrm>
          <a:prstGeom prst="rect">
            <a:avLst/>
          </a:prstGeom>
          <a:gradFill flip="none" rotWithShape="1">
            <a:gsLst>
              <a:gs pos="0">
                <a:schemeClr val="accent1">
                  <a:lumMod val="5000"/>
                  <a:lumOff val="95000"/>
                  <a:alpha val="0"/>
                </a:schemeClr>
              </a:gs>
              <a:gs pos="95000">
                <a:schemeClr val="tx1">
                  <a:alpha val="62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743458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7A10-A780-F939-A3BD-984B3A911542}"/>
              </a:ext>
            </a:extLst>
          </p:cNvPr>
          <p:cNvSpPr>
            <a:spLocks noGrp="1"/>
          </p:cNvSpPr>
          <p:nvPr>
            <p:ph type="title"/>
          </p:nvPr>
        </p:nvSpPr>
        <p:spPr/>
        <p:txBody>
          <a:bodyPr/>
          <a:lstStyle/>
          <a:p>
            <a:r>
              <a:rPr lang="en-MY" dirty="0"/>
              <a:t>WHAT IS FIRST AID?</a:t>
            </a:r>
          </a:p>
        </p:txBody>
      </p:sp>
      <p:sp>
        <p:nvSpPr>
          <p:cNvPr id="4" name="Rectangle 3">
            <a:extLst>
              <a:ext uri="{FF2B5EF4-FFF2-40B4-BE49-F238E27FC236}">
                <a16:creationId xmlns:a16="http://schemas.microsoft.com/office/drawing/2014/main" id="{873DCB40-3AD4-964C-8A96-76DF7C6B524C}"/>
              </a:ext>
            </a:extLst>
          </p:cNvPr>
          <p:cNvSpPr/>
          <p:nvPr/>
        </p:nvSpPr>
        <p:spPr>
          <a:xfrm>
            <a:off x="1" y="1311994"/>
            <a:ext cx="12192000" cy="4718104"/>
          </a:xfrm>
          <a:prstGeom prst="rect">
            <a:avLst/>
          </a:prstGeom>
          <a:solidFill>
            <a:srgbClr val="0FB7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5" name="Picture 4" descr="Paramedics helping a person on the ground&#10;&#10;Description automatically generated">
            <a:extLst>
              <a:ext uri="{FF2B5EF4-FFF2-40B4-BE49-F238E27FC236}">
                <a16:creationId xmlns:a16="http://schemas.microsoft.com/office/drawing/2014/main" id="{79D445FB-6F8D-2E91-5B48-BDB131F6DED7}"/>
              </a:ext>
            </a:extLst>
          </p:cNvPr>
          <p:cNvPicPr>
            <a:picLocks noChangeAspect="1"/>
          </p:cNvPicPr>
          <p:nvPr/>
        </p:nvPicPr>
        <p:blipFill rotWithShape="1">
          <a:blip r:embed="rId3">
            <a:extLst>
              <a:ext uri="{28A0092B-C50C-407E-A947-70E740481C1C}">
                <a14:useLocalDpi xmlns:a14="http://schemas.microsoft.com/office/drawing/2010/main" val="0"/>
              </a:ext>
            </a:extLst>
          </a:blip>
          <a:srcRect t="7813" b="7813"/>
          <a:stretch/>
        </p:blipFill>
        <p:spPr>
          <a:xfrm>
            <a:off x="5076860" y="1812529"/>
            <a:ext cx="6608056" cy="3717032"/>
          </a:xfrm>
          <a:prstGeom prst="rect">
            <a:avLst/>
          </a:prstGeom>
        </p:spPr>
      </p:pic>
      <p:grpSp>
        <p:nvGrpSpPr>
          <p:cNvPr id="6" name="Group 5">
            <a:extLst>
              <a:ext uri="{FF2B5EF4-FFF2-40B4-BE49-F238E27FC236}">
                <a16:creationId xmlns:a16="http://schemas.microsoft.com/office/drawing/2014/main" id="{5CB46420-17F5-15C6-A25F-8F322E98DBB7}"/>
              </a:ext>
            </a:extLst>
          </p:cNvPr>
          <p:cNvGrpSpPr/>
          <p:nvPr/>
        </p:nvGrpSpPr>
        <p:grpSpPr>
          <a:xfrm>
            <a:off x="507084" y="2094389"/>
            <a:ext cx="4226012" cy="1509862"/>
            <a:chOff x="667265" y="2592582"/>
            <a:chExt cx="4226012" cy="1509862"/>
          </a:xfrm>
        </p:grpSpPr>
        <p:sp>
          <p:nvSpPr>
            <p:cNvPr id="7" name="Rectangle 6">
              <a:extLst>
                <a:ext uri="{FF2B5EF4-FFF2-40B4-BE49-F238E27FC236}">
                  <a16:creationId xmlns:a16="http://schemas.microsoft.com/office/drawing/2014/main" id="{F8629902-ACE4-0492-F5A7-FF71D3A8D9B4}"/>
                </a:ext>
              </a:extLst>
            </p:cNvPr>
            <p:cNvSpPr/>
            <p:nvPr/>
          </p:nvSpPr>
          <p:spPr>
            <a:xfrm>
              <a:off x="667265" y="2592582"/>
              <a:ext cx="4226012" cy="1509862"/>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08000" rtlCol="0" anchor="ctr"/>
            <a:lstStyle/>
            <a:p>
              <a:r>
                <a:rPr lang="en-US" dirty="0">
                  <a:solidFill>
                    <a:schemeClr val="tx1"/>
                  </a:solidFill>
                  <a:latin typeface="Arial" panose="020B0604020202020204" pitchFamily="34" charset="0"/>
                  <a:cs typeface="Arial" panose="020B0604020202020204" pitchFamily="34" charset="0"/>
                </a:rPr>
                <a:t>First Aid is the </a:t>
              </a:r>
              <a:r>
                <a:rPr lang="en-US" b="1" dirty="0">
                  <a:solidFill>
                    <a:schemeClr val="tx1"/>
                  </a:solidFill>
                  <a:latin typeface="Arial" panose="020B0604020202020204" pitchFamily="34" charset="0"/>
                  <a:cs typeface="Arial" panose="020B0604020202020204" pitchFamily="34" charset="0"/>
                </a:rPr>
                <a:t>immediate treatment</a:t>
              </a:r>
              <a:r>
                <a:rPr lang="en-US" dirty="0">
                  <a:solidFill>
                    <a:schemeClr val="tx1"/>
                  </a:solidFill>
                  <a:latin typeface="Arial" panose="020B0604020202020204" pitchFamily="34" charset="0"/>
                  <a:cs typeface="Arial" panose="020B0604020202020204" pitchFamily="34" charset="0"/>
                </a:rPr>
                <a:t> given to a victim of an accident or sudden illness</a:t>
              </a:r>
            </a:p>
          </p:txBody>
        </p:sp>
        <p:sp>
          <p:nvSpPr>
            <p:cNvPr id="8" name="Rectangle 7">
              <a:extLst>
                <a:ext uri="{FF2B5EF4-FFF2-40B4-BE49-F238E27FC236}">
                  <a16:creationId xmlns:a16="http://schemas.microsoft.com/office/drawing/2014/main" id="{2474025D-DE89-3316-49FD-A3BF8220F739}"/>
                </a:ext>
              </a:extLst>
            </p:cNvPr>
            <p:cNvSpPr/>
            <p:nvPr/>
          </p:nvSpPr>
          <p:spPr>
            <a:xfrm>
              <a:off x="667265" y="2592582"/>
              <a:ext cx="815546" cy="1509862"/>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3600" dirty="0">
                  <a:solidFill>
                    <a:schemeClr val="bg2">
                      <a:lumMod val="10000"/>
                    </a:schemeClr>
                  </a:solidFill>
                  <a:latin typeface="Arial" panose="020B0604020202020204" pitchFamily="34" charset="0"/>
                  <a:cs typeface="Arial" panose="020B0604020202020204" pitchFamily="34" charset="0"/>
                </a:rPr>
                <a:t>1</a:t>
              </a:r>
              <a:endParaRPr lang="en-MY" dirty="0">
                <a:solidFill>
                  <a:schemeClr val="bg2">
                    <a:lumMod val="10000"/>
                  </a:schemeClr>
                </a:solidFill>
                <a:latin typeface="Arial" panose="020B0604020202020204" pitchFamily="34" charset="0"/>
                <a:cs typeface="Arial" panose="020B0604020202020204" pitchFamily="34" charset="0"/>
              </a:endParaRPr>
            </a:p>
          </p:txBody>
        </p:sp>
      </p:grpSp>
      <p:grpSp>
        <p:nvGrpSpPr>
          <p:cNvPr id="9" name="Group 8">
            <a:extLst>
              <a:ext uri="{FF2B5EF4-FFF2-40B4-BE49-F238E27FC236}">
                <a16:creationId xmlns:a16="http://schemas.microsoft.com/office/drawing/2014/main" id="{C4DD3DFD-1446-98AD-079B-D1955E12A84F}"/>
              </a:ext>
            </a:extLst>
          </p:cNvPr>
          <p:cNvGrpSpPr/>
          <p:nvPr/>
        </p:nvGrpSpPr>
        <p:grpSpPr>
          <a:xfrm>
            <a:off x="507084" y="3737838"/>
            <a:ext cx="4226012" cy="1509862"/>
            <a:chOff x="667265" y="2592582"/>
            <a:chExt cx="4226012" cy="1509862"/>
          </a:xfrm>
        </p:grpSpPr>
        <p:sp>
          <p:nvSpPr>
            <p:cNvPr id="10" name="Rectangle 9">
              <a:extLst>
                <a:ext uri="{FF2B5EF4-FFF2-40B4-BE49-F238E27FC236}">
                  <a16:creationId xmlns:a16="http://schemas.microsoft.com/office/drawing/2014/main" id="{25A94AA1-7951-3715-D7AF-EA029EF18120}"/>
                </a:ext>
              </a:extLst>
            </p:cNvPr>
            <p:cNvSpPr/>
            <p:nvPr/>
          </p:nvSpPr>
          <p:spPr>
            <a:xfrm>
              <a:off x="667265" y="2592582"/>
              <a:ext cx="4226012" cy="1509862"/>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08000" rtlCol="0" anchor="ctr"/>
            <a:lstStyle/>
            <a:p>
              <a:r>
                <a:rPr lang="en-US" sz="1800" dirty="0">
                  <a:solidFill>
                    <a:schemeClr val="tx1"/>
                  </a:solidFill>
                  <a:latin typeface="Arial" panose="020B0604020202020204" pitchFamily="34" charset="0"/>
                  <a:cs typeface="Arial" panose="020B0604020202020204" pitchFamily="34" charset="0"/>
                </a:rPr>
                <a:t>It should be </a:t>
              </a:r>
              <a:r>
                <a:rPr lang="en-US" sz="1800" b="1" dirty="0">
                  <a:solidFill>
                    <a:schemeClr val="tx1"/>
                  </a:solidFill>
                  <a:latin typeface="Arial" panose="020B0604020202020204" pitchFamily="34" charset="0"/>
                  <a:cs typeface="Arial" panose="020B0604020202020204" pitchFamily="34" charset="0"/>
                </a:rPr>
                <a:t>continued</a:t>
              </a:r>
              <a:r>
                <a:rPr lang="en-US" sz="1800" dirty="0">
                  <a:solidFill>
                    <a:schemeClr val="tx1"/>
                  </a:solidFill>
                  <a:latin typeface="Arial" panose="020B0604020202020204" pitchFamily="34" charset="0"/>
                  <a:cs typeface="Arial" panose="020B0604020202020204" pitchFamily="34" charset="0"/>
                </a:rPr>
                <a:t> until the </a:t>
              </a:r>
              <a:r>
                <a:rPr lang="en-US" sz="1800" b="1" dirty="0">
                  <a:solidFill>
                    <a:schemeClr val="tx1"/>
                  </a:solidFill>
                  <a:latin typeface="Arial" panose="020B0604020202020204" pitchFamily="34" charset="0"/>
                  <a:cs typeface="Arial" panose="020B0604020202020204" pitchFamily="34" charset="0"/>
                </a:rPr>
                <a:t>arrival of a doctor</a:t>
              </a:r>
              <a:r>
                <a:rPr lang="en-US" sz="1800" dirty="0">
                  <a:solidFill>
                    <a:schemeClr val="tx1"/>
                  </a:solidFill>
                  <a:latin typeface="Arial" panose="020B0604020202020204" pitchFamily="34" charset="0"/>
                  <a:cs typeface="Arial" panose="020B0604020202020204" pitchFamily="34" charset="0"/>
                </a:rPr>
                <a:t> or </a:t>
              </a:r>
              <a:r>
                <a:rPr lang="en-US" sz="1800" b="1" dirty="0">
                  <a:solidFill>
                    <a:schemeClr val="tx1"/>
                  </a:solidFill>
                  <a:latin typeface="Arial" panose="020B0604020202020204" pitchFamily="34" charset="0"/>
                  <a:cs typeface="Arial" panose="020B0604020202020204" pitchFamily="34" charset="0"/>
                </a:rPr>
                <a:t>professional medical care</a:t>
              </a:r>
              <a:r>
                <a:rPr lang="en-US" sz="1800" dirty="0">
                  <a:solidFill>
                    <a:schemeClr val="tx1"/>
                  </a:solidFill>
                  <a:latin typeface="Arial" panose="020B0604020202020204" pitchFamily="34" charset="0"/>
                  <a:cs typeface="Arial" panose="020B0604020202020204" pitchFamily="34" charset="0"/>
                </a:rPr>
                <a:t> can be obtained</a:t>
              </a:r>
            </a:p>
          </p:txBody>
        </p:sp>
        <p:sp>
          <p:nvSpPr>
            <p:cNvPr id="11" name="Rectangle 10">
              <a:extLst>
                <a:ext uri="{FF2B5EF4-FFF2-40B4-BE49-F238E27FC236}">
                  <a16:creationId xmlns:a16="http://schemas.microsoft.com/office/drawing/2014/main" id="{5661277C-0511-4340-106F-8CC8F4FE48A4}"/>
                </a:ext>
              </a:extLst>
            </p:cNvPr>
            <p:cNvSpPr/>
            <p:nvPr/>
          </p:nvSpPr>
          <p:spPr>
            <a:xfrm>
              <a:off x="667265" y="2592582"/>
              <a:ext cx="815546" cy="1509862"/>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3600" dirty="0">
                  <a:solidFill>
                    <a:schemeClr val="bg2">
                      <a:lumMod val="10000"/>
                    </a:schemeClr>
                  </a:solidFill>
                  <a:latin typeface="Arial" panose="020B0604020202020204" pitchFamily="34" charset="0"/>
                  <a:cs typeface="Arial" panose="020B0604020202020204" pitchFamily="34" charset="0"/>
                </a:rPr>
                <a:t>2</a:t>
              </a:r>
              <a:endParaRPr lang="en-MY" dirty="0">
                <a:solidFill>
                  <a:schemeClr val="bg2">
                    <a:lumMod val="10000"/>
                  </a:schemeClr>
                </a:solidFill>
                <a:latin typeface="Arial" panose="020B0604020202020204" pitchFamily="34" charset="0"/>
                <a:cs typeface="Arial" panose="020B0604020202020204" pitchFamily="34" charset="0"/>
              </a:endParaRPr>
            </a:p>
          </p:txBody>
        </p:sp>
      </p:grpSp>
    </p:spTree>
    <p:custDataLst>
      <p:tags r:id="rId1"/>
    </p:custDataLst>
    <p:extLst>
      <p:ext uri="{BB962C8B-B14F-4D97-AF65-F5344CB8AC3E}">
        <p14:creationId xmlns:p14="http://schemas.microsoft.com/office/powerpoint/2010/main" val="3601223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D686EC-5192-CD09-EF3B-9433ED526A26}"/>
              </a:ext>
            </a:extLst>
          </p:cNvPr>
          <p:cNvSpPr/>
          <p:nvPr/>
        </p:nvSpPr>
        <p:spPr>
          <a:xfrm>
            <a:off x="0" y="950976"/>
            <a:ext cx="2740246" cy="5169408"/>
          </a:xfrm>
          <a:prstGeom prst="rect">
            <a:avLst/>
          </a:prstGeom>
          <a:solidFill>
            <a:srgbClr val="1B3D66"/>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en-US" sz="2000" dirty="0">
                <a:latin typeface="Arial" panose="020B0604020202020204" pitchFamily="34" charset="0"/>
                <a:cs typeface="Arial" panose="020B0604020202020204" pitchFamily="34" charset="0"/>
              </a:rPr>
              <a:t>Place the </a:t>
            </a:r>
            <a:r>
              <a:rPr lang="en-US" sz="2000" b="1" dirty="0">
                <a:latin typeface="Arial" panose="020B0604020202020204" pitchFamily="34" charset="0"/>
                <a:cs typeface="Arial" panose="020B0604020202020204" pitchFamily="34" charset="0"/>
              </a:rPr>
              <a:t>unconscious victim</a:t>
            </a:r>
            <a:r>
              <a:rPr lang="en-US" sz="2000" dirty="0">
                <a:latin typeface="Arial" panose="020B0604020202020204" pitchFamily="34" charset="0"/>
                <a:cs typeface="Arial" panose="020B0604020202020204" pitchFamily="34" charset="0"/>
              </a:rPr>
              <a:t> who is </a:t>
            </a:r>
            <a:r>
              <a:rPr lang="en-US" sz="2000" b="1" dirty="0">
                <a:latin typeface="Arial" panose="020B0604020202020204" pitchFamily="34" charset="0"/>
                <a:cs typeface="Arial" panose="020B0604020202020204" pitchFamily="34" charset="0"/>
              </a:rPr>
              <a:t>breathing normally</a:t>
            </a:r>
            <a:r>
              <a:rPr lang="en-US" sz="2000" dirty="0">
                <a:latin typeface="Arial" panose="020B0604020202020204" pitchFamily="34" charset="0"/>
                <a:cs typeface="Arial" panose="020B0604020202020204" pitchFamily="34" charset="0"/>
              </a:rPr>
              <a:t>  in  </a:t>
            </a:r>
            <a:r>
              <a:rPr lang="en-US" sz="2000" b="1" dirty="0">
                <a:latin typeface="Arial" panose="020B0604020202020204" pitchFamily="34" charset="0"/>
                <a:cs typeface="Arial" panose="020B0604020202020204" pitchFamily="34" charset="0"/>
              </a:rPr>
              <a:t>recovery position</a:t>
            </a:r>
          </a:p>
        </p:txBody>
      </p:sp>
      <p:sp>
        <p:nvSpPr>
          <p:cNvPr id="3" name="Rectangle 2">
            <a:extLst>
              <a:ext uri="{FF2B5EF4-FFF2-40B4-BE49-F238E27FC236}">
                <a16:creationId xmlns:a16="http://schemas.microsoft.com/office/drawing/2014/main" id="{1524192F-F5D5-05F3-3EEA-13B6835F59D6}"/>
              </a:ext>
            </a:extLst>
          </p:cNvPr>
          <p:cNvSpPr/>
          <p:nvPr/>
        </p:nvSpPr>
        <p:spPr>
          <a:xfrm>
            <a:off x="2740246" y="950976"/>
            <a:ext cx="9451754" cy="5169408"/>
          </a:xfrm>
          <a:prstGeom prst="rect">
            <a:avLst/>
          </a:prstGeom>
          <a:solidFill>
            <a:srgbClr val="CED9DE"/>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pPr algn="ctr"/>
            <a:endParaRPr lang="en-US" b="1" dirty="0">
              <a:latin typeface="Arial" panose="020B0604020202020204" pitchFamily="34" charset="0"/>
              <a:cs typeface="Arial" panose="020B0604020202020204" pitchFamily="34" charset="0"/>
            </a:endParaRPr>
          </a:p>
        </p:txBody>
      </p:sp>
      <p:pic>
        <p:nvPicPr>
          <p:cNvPr id="4" name="Picture 3" descr="Image result for images of recovery position">
            <a:extLst>
              <a:ext uri="{FF2B5EF4-FFF2-40B4-BE49-F238E27FC236}">
                <a16:creationId xmlns:a16="http://schemas.microsoft.com/office/drawing/2014/main" id="{7164C58E-827C-7A86-8F25-B132209B1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4205" y="3550913"/>
            <a:ext cx="5723835" cy="227468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F5DAD1AA-91B5-91C4-D356-0B84F98D8C10}"/>
              </a:ext>
            </a:extLst>
          </p:cNvPr>
          <p:cNvGrpSpPr/>
          <p:nvPr/>
        </p:nvGrpSpPr>
        <p:grpSpPr>
          <a:xfrm>
            <a:off x="2845355" y="1543775"/>
            <a:ext cx="3969972" cy="1241514"/>
            <a:chOff x="2845355" y="1543775"/>
            <a:chExt cx="3969972" cy="1241514"/>
          </a:xfrm>
        </p:grpSpPr>
        <p:sp>
          <p:nvSpPr>
            <p:cNvPr id="6" name="TextBox 5">
              <a:extLst>
                <a:ext uri="{FF2B5EF4-FFF2-40B4-BE49-F238E27FC236}">
                  <a16:creationId xmlns:a16="http://schemas.microsoft.com/office/drawing/2014/main" id="{AD06AE91-C2C9-8CD0-8882-186E2996F553}"/>
                </a:ext>
              </a:extLst>
            </p:cNvPr>
            <p:cNvSpPr txBox="1"/>
            <p:nvPr/>
          </p:nvSpPr>
          <p:spPr>
            <a:xfrm>
              <a:off x="2845355" y="1584960"/>
              <a:ext cx="377952" cy="1200329"/>
            </a:xfrm>
            <a:prstGeom prst="rect">
              <a:avLst/>
            </a:prstGeom>
            <a:noFill/>
          </p:spPr>
          <p:txBody>
            <a:bodyPr wrap="square" rtlCol="0">
              <a:spAutoFit/>
            </a:bodyPr>
            <a:lstStyle/>
            <a:p>
              <a:pPr algn="r"/>
              <a:r>
                <a:rPr lang="en-MY" sz="7200" dirty="0">
                  <a:latin typeface="Arial" panose="020B0604020202020204" pitchFamily="34" charset="0"/>
                  <a:cs typeface="Arial" panose="020B0604020202020204" pitchFamily="34" charset="0"/>
                </a:rPr>
                <a:t>1</a:t>
              </a:r>
            </a:p>
          </p:txBody>
        </p:sp>
        <p:sp>
          <p:nvSpPr>
            <p:cNvPr id="7" name="TextBox 6">
              <a:extLst>
                <a:ext uri="{FF2B5EF4-FFF2-40B4-BE49-F238E27FC236}">
                  <a16:creationId xmlns:a16="http://schemas.microsoft.com/office/drawing/2014/main" id="{6042135E-2D46-C2AF-27A7-C535F6D8DA98}"/>
                </a:ext>
              </a:extLst>
            </p:cNvPr>
            <p:cNvSpPr txBox="1"/>
            <p:nvPr/>
          </p:nvSpPr>
          <p:spPr>
            <a:xfrm>
              <a:off x="3515533" y="1543775"/>
              <a:ext cx="3299794"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To </a:t>
              </a:r>
              <a:r>
                <a:rPr lang="en-US" b="1" dirty="0">
                  <a:latin typeface="Arial" panose="020B0604020202020204" pitchFamily="34" charset="0"/>
                  <a:cs typeface="Arial" panose="020B0604020202020204" pitchFamily="34" charset="0"/>
                </a:rPr>
                <a:t>maintain an open airway</a:t>
              </a:r>
              <a:r>
                <a:rPr lang="en-US" dirty="0">
                  <a:latin typeface="Arial" panose="020B0604020202020204" pitchFamily="34" charset="0"/>
                  <a:cs typeface="Arial" panose="020B0604020202020204" pitchFamily="34" charset="0"/>
                </a:rPr>
                <a:t>. This position prevents the tongue from falling back and blocking the airway</a:t>
              </a:r>
            </a:p>
          </p:txBody>
        </p:sp>
      </p:grpSp>
      <p:grpSp>
        <p:nvGrpSpPr>
          <p:cNvPr id="8" name="Group 7">
            <a:extLst>
              <a:ext uri="{FF2B5EF4-FFF2-40B4-BE49-F238E27FC236}">
                <a16:creationId xmlns:a16="http://schemas.microsoft.com/office/drawing/2014/main" id="{C0901E1D-20BD-1A38-F921-A0F85F404E99}"/>
              </a:ext>
            </a:extLst>
          </p:cNvPr>
          <p:cNvGrpSpPr/>
          <p:nvPr/>
        </p:nvGrpSpPr>
        <p:grpSpPr>
          <a:xfrm>
            <a:off x="7777868" y="1539166"/>
            <a:ext cx="3743571" cy="1477328"/>
            <a:chOff x="7777868" y="1539166"/>
            <a:chExt cx="3743571" cy="1477328"/>
          </a:xfrm>
        </p:grpSpPr>
        <p:sp>
          <p:nvSpPr>
            <p:cNvPr id="9" name="TextBox 8">
              <a:extLst>
                <a:ext uri="{FF2B5EF4-FFF2-40B4-BE49-F238E27FC236}">
                  <a16:creationId xmlns:a16="http://schemas.microsoft.com/office/drawing/2014/main" id="{B7F057CC-819E-89E8-5630-D921EADEFB4A}"/>
                </a:ext>
              </a:extLst>
            </p:cNvPr>
            <p:cNvSpPr txBox="1"/>
            <p:nvPr/>
          </p:nvSpPr>
          <p:spPr>
            <a:xfrm>
              <a:off x="7777868" y="1584960"/>
              <a:ext cx="377952" cy="1200329"/>
            </a:xfrm>
            <a:prstGeom prst="rect">
              <a:avLst/>
            </a:prstGeom>
            <a:noFill/>
          </p:spPr>
          <p:txBody>
            <a:bodyPr wrap="square" rtlCol="0">
              <a:spAutoFit/>
            </a:bodyPr>
            <a:lstStyle/>
            <a:p>
              <a:pPr algn="r"/>
              <a:r>
                <a:rPr lang="en-MY" sz="7200" dirty="0">
                  <a:latin typeface="Arial" panose="020B0604020202020204" pitchFamily="34" charset="0"/>
                  <a:cs typeface="Arial" panose="020B0604020202020204" pitchFamily="34" charset="0"/>
                </a:rPr>
                <a:t>2</a:t>
              </a:r>
            </a:p>
          </p:txBody>
        </p:sp>
        <p:sp>
          <p:nvSpPr>
            <p:cNvPr id="10" name="TextBox 9">
              <a:extLst>
                <a:ext uri="{FF2B5EF4-FFF2-40B4-BE49-F238E27FC236}">
                  <a16:creationId xmlns:a16="http://schemas.microsoft.com/office/drawing/2014/main" id="{09E6B0C3-E48B-17C4-02A0-29702802827F}"/>
                </a:ext>
              </a:extLst>
            </p:cNvPr>
            <p:cNvSpPr txBox="1"/>
            <p:nvPr/>
          </p:nvSpPr>
          <p:spPr>
            <a:xfrm>
              <a:off x="8501856" y="1539166"/>
              <a:ext cx="3019583"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To </a:t>
              </a:r>
              <a:r>
                <a:rPr lang="en-US" b="1" dirty="0">
                  <a:latin typeface="Arial" panose="020B0604020202020204" pitchFamily="34" charset="0"/>
                  <a:cs typeface="Arial" panose="020B0604020202020204" pitchFamily="34" charset="0"/>
                </a:rPr>
                <a:t>allow saliva or vomits to drain freely </a:t>
              </a:r>
              <a:r>
                <a:rPr lang="en-US" dirty="0">
                  <a:latin typeface="Arial" panose="020B0604020202020204" pitchFamily="34" charset="0"/>
                  <a:cs typeface="Arial" panose="020B0604020202020204" pitchFamily="34" charset="0"/>
                </a:rPr>
                <a:t>from the mouth, thus reducing the risk of inhaling the stomach contents</a:t>
              </a:r>
            </a:p>
          </p:txBody>
        </p:sp>
      </p:grpSp>
      <p:cxnSp>
        <p:nvCxnSpPr>
          <p:cNvPr id="11" name="Straight Connector 10">
            <a:extLst>
              <a:ext uri="{FF2B5EF4-FFF2-40B4-BE49-F238E27FC236}">
                <a16:creationId xmlns:a16="http://schemas.microsoft.com/office/drawing/2014/main" id="{FCF0F7C8-3BE9-997B-26B6-8BEE2BE70977}"/>
              </a:ext>
            </a:extLst>
          </p:cNvPr>
          <p:cNvCxnSpPr/>
          <p:nvPr/>
        </p:nvCxnSpPr>
        <p:spPr>
          <a:xfrm>
            <a:off x="7485888" y="1341807"/>
            <a:ext cx="0" cy="1971003"/>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688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p:stCondLst>
                              <p:cond delay="500"/>
                            </p:stCondLst>
                            <p:childTnLst>
                              <p:par>
                                <p:cTn id="23" presetID="10" presetClass="entr" presetSubtype="0" fill="hold" nodeType="afterEffect">
                                  <p:stCondLst>
                                    <p:cond delay="5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3F4D-580C-BF65-28D7-F513A5EC8101}"/>
              </a:ext>
            </a:extLst>
          </p:cNvPr>
          <p:cNvSpPr/>
          <p:nvPr/>
        </p:nvSpPr>
        <p:spPr>
          <a:xfrm>
            <a:off x="554729" y="3139622"/>
            <a:ext cx="4364236" cy="1815882"/>
          </a:xfrm>
          <a:prstGeom prst="rect">
            <a:avLst/>
          </a:prstGeom>
        </p:spPr>
        <p:txBody>
          <a:bodyPr wrap="square">
            <a:spAutoFit/>
          </a:bodyPr>
          <a:lstStyle/>
          <a:p>
            <a:pPr algn="r" fontAlgn="base">
              <a:spcBef>
                <a:spcPct val="0"/>
              </a:spcBef>
              <a:spcAft>
                <a:spcPct val="0"/>
              </a:spcAft>
            </a:pPr>
            <a:r>
              <a:rPr lang="en-US" sz="1600" dirty="0">
                <a:latin typeface="Arial" panose="020B0604020202020204" pitchFamily="34" charset="0"/>
                <a:cs typeface="Arial" panose="020B0604020202020204" pitchFamily="34" charset="0"/>
              </a:rPr>
              <a:t>Peer management pressure is the direct influence on people by peers, or the effect on an individual who gets encouraged to follow their peers by changing their attitudes, values or behaviors to conform to those of the influencing group or individual and to act in a certain way.</a:t>
            </a:r>
          </a:p>
        </p:txBody>
      </p:sp>
      <p:sp>
        <p:nvSpPr>
          <p:cNvPr id="3" name="Rectangle 2">
            <a:extLst>
              <a:ext uri="{FF2B5EF4-FFF2-40B4-BE49-F238E27FC236}">
                <a16:creationId xmlns:a16="http://schemas.microsoft.com/office/drawing/2014/main" id="{D94D5660-BD4C-AC6D-4E8C-BE7A3F35FA15}"/>
              </a:ext>
            </a:extLst>
          </p:cNvPr>
          <p:cNvSpPr/>
          <p:nvPr/>
        </p:nvSpPr>
        <p:spPr>
          <a:xfrm>
            <a:off x="7246410" y="2302289"/>
            <a:ext cx="4364237" cy="1323439"/>
          </a:xfrm>
          <a:prstGeom prst="rect">
            <a:avLst/>
          </a:prstGeom>
        </p:spPr>
        <p:txBody>
          <a:bodyPr wrap="square">
            <a:spAutoFit/>
          </a:bodyPr>
          <a:lstStyle/>
          <a:p>
            <a:pPr lvl="0" fontAlgn="base">
              <a:spcBef>
                <a:spcPct val="0"/>
              </a:spcBef>
              <a:spcAft>
                <a:spcPct val="0"/>
              </a:spcAft>
            </a:pPr>
            <a:r>
              <a:rPr lang="en-US" sz="1600" dirty="0">
                <a:solidFill>
                  <a:schemeClr val="accent1">
                    <a:lumMod val="50000"/>
                  </a:schemeClr>
                </a:solidFill>
                <a:latin typeface="Arial" panose="020B0604020202020204" pitchFamily="34" charset="0"/>
                <a:cs typeface="Arial" panose="020B0604020202020204" pitchFamily="34" charset="0"/>
              </a:rPr>
              <a:t>Peer pressure can be either negative and positive. Peer pressure is negative if it helps you to make poor choices, like doing illegal drugs, but it can be positive if working with a friend helps you to improve your grades.</a:t>
            </a:r>
          </a:p>
        </p:txBody>
      </p:sp>
      <p:grpSp>
        <p:nvGrpSpPr>
          <p:cNvPr id="4" name="Group 3">
            <a:extLst>
              <a:ext uri="{FF2B5EF4-FFF2-40B4-BE49-F238E27FC236}">
                <a16:creationId xmlns:a16="http://schemas.microsoft.com/office/drawing/2014/main" id="{82454940-58CC-BDE4-3DF1-A86D768166DE}"/>
              </a:ext>
            </a:extLst>
          </p:cNvPr>
          <p:cNvGrpSpPr/>
          <p:nvPr/>
        </p:nvGrpSpPr>
        <p:grpSpPr>
          <a:xfrm>
            <a:off x="3593505" y="1821008"/>
            <a:ext cx="2226388" cy="3674652"/>
            <a:chOff x="3593505" y="2092311"/>
            <a:chExt cx="2226388" cy="3674652"/>
          </a:xfrm>
        </p:grpSpPr>
        <p:grpSp>
          <p:nvGrpSpPr>
            <p:cNvPr id="5" name="Group 4">
              <a:extLst>
                <a:ext uri="{FF2B5EF4-FFF2-40B4-BE49-F238E27FC236}">
                  <a16:creationId xmlns:a16="http://schemas.microsoft.com/office/drawing/2014/main" id="{D0121F39-FA18-3328-6950-3F6349114BA5}"/>
                </a:ext>
              </a:extLst>
            </p:cNvPr>
            <p:cNvGrpSpPr/>
            <p:nvPr/>
          </p:nvGrpSpPr>
          <p:grpSpPr>
            <a:xfrm>
              <a:off x="3593505" y="2092311"/>
              <a:ext cx="2226388" cy="3674652"/>
              <a:chOff x="5634473" y="1746871"/>
              <a:chExt cx="2226388" cy="3674652"/>
            </a:xfrm>
          </p:grpSpPr>
          <p:sp>
            <p:nvSpPr>
              <p:cNvPr id="7" name="Freeform: Shape 6">
                <a:extLst>
                  <a:ext uri="{FF2B5EF4-FFF2-40B4-BE49-F238E27FC236}">
                    <a16:creationId xmlns:a16="http://schemas.microsoft.com/office/drawing/2014/main" id="{B25C01E2-61C7-E7BD-C2AF-C27FE87B168A}"/>
                  </a:ext>
                </a:extLst>
              </p:cNvPr>
              <p:cNvSpPr/>
              <p:nvPr/>
            </p:nvSpPr>
            <p:spPr>
              <a:xfrm rot="18900000" flipH="1">
                <a:off x="5634473" y="1746871"/>
                <a:ext cx="1645635" cy="2292235"/>
              </a:xfrm>
              <a:custGeom>
                <a:avLst/>
                <a:gdLst>
                  <a:gd name="connsiteX0" fmla="*/ 489601 w 1029602"/>
                  <a:gd name="connsiteY0" fmla="*/ 477698 h 1434151"/>
                  <a:gd name="connsiteX1" fmla="*/ 489601 w 1029602"/>
                  <a:gd name="connsiteY1" fmla="*/ 794023 h 1434151"/>
                  <a:gd name="connsiteX2" fmla="*/ 805925 w 1029602"/>
                  <a:gd name="connsiteY2" fmla="*/ 477698 h 1434151"/>
                  <a:gd name="connsiteX3" fmla="*/ 156602 w 1029602"/>
                  <a:gd name="connsiteY3" fmla="*/ 488764 h 1434151"/>
                  <a:gd name="connsiteX4" fmla="*/ 166922 w 1029602"/>
                  <a:gd name="connsiteY4" fmla="*/ 484703 h 1434151"/>
                  <a:gd name="connsiteX5" fmla="*/ 171567 w 1029602"/>
                  <a:gd name="connsiteY5" fmla="*/ 484118 h 1434151"/>
                  <a:gd name="connsiteX6" fmla="*/ 500670 w 1029602"/>
                  <a:gd name="connsiteY6" fmla="*/ 144691 h 1434151"/>
                  <a:gd name="connsiteX7" fmla="*/ 496022 w 1029602"/>
                  <a:gd name="connsiteY7" fmla="*/ 159666 h 1434151"/>
                  <a:gd name="connsiteX8" fmla="*/ 496607 w 1029602"/>
                  <a:gd name="connsiteY8" fmla="*/ 155018 h 1434151"/>
                  <a:gd name="connsiteX9" fmla="*/ 24200 w 1029602"/>
                  <a:gd name="connsiteY9" fmla="*/ 601249 h 1434151"/>
                  <a:gd name="connsiteX10" fmla="*/ 17489 w 1029602"/>
                  <a:gd name="connsiteY10" fmla="*/ 613612 h 1434151"/>
                  <a:gd name="connsiteX11" fmla="*/ 1 w 1029602"/>
                  <a:gd name="connsiteY11" fmla="*/ 700233 h 1434151"/>
                  <a:gd name="connsiteX12" fmla="*/ 0 w 1029602"/>
                  <a:gd name="connsiteY12" fmla="*/ 1335164 h 1434151"/>
                  <a:gd name="connsiteX13" fmla="*/ 17489 w 1029602"/>
                  <a:gd name="connsiteY13" fmla="*/ 1421785 h 1434151"/>
                  <a:gd name="connsiteX14" fmla="*/ 24201 w 1029602"/>
                  <a:gd name="connsiteY14" fmla="*/ 1434151 h 1434151"/>
                  <a:gd name="connsiteX15" fmla="*/ 15976 w 1029602"/>
                  <a:gd name="connsiteY15" fmla="*/ 1406400 h 1434151"/>
                  <a:gd name="connsiteX16" fmla="*/ 77081 w 1029602"/>
                  <a:gd name="connsiteY16" fmla="*/ 1206542 h 1434151"/>
                  <a:gd name="connsiteX17" fmla="*/ 265926 w 1029602"/>
                  <a:gd name="connsiteY17" fmla="*/ 1017698 h 1434151"/>
                  <a:gd name="connsiteX18" fmla="*/ 77081 w 1029602"/>
                  <a:gd name="connsiteY18" fmla="*/ 828854 h 1434151"/>
                  <a:gd name="connsiteX19" fmla="*/ 15976 w 1029602"/>
                  <a:gd name="connsiteY19" fmla="*/ 628996 h 1434151"/>
                  <a:gd name="connsiteX20" fmla="*/ 109393 w 1029602"/>
                  <a:gd name="connsiteY20" fmla="*/ 509581 h 1434151"/>
                  <a:gd name="connsiteX21" fmla="*/ 116463 w 1029602"/>
                  <a:gd name="connsiteY21" fmla="*/ 504556 h 1434151"/>
                  <a:gd name="connsiteX22" fmla="*/ 124412 w 1029602"/>
                  <a:gd name="connsiteY22" fmla="*/ 501429 h 1434151"/>
                  <a:gd name="connsiteX23" fmla="*/ 521489 w 1029602"/>
                  <a:gd name="connsiteY23" fmla="*/ 97484 h 1434151"/>
                  <a:gd name="connsiteX24" fmla="*/ 513331 w 1029602"/>
                  <a:gd name="connsiteY24" fmla="*/ 112514 h 1434151"/>
                  <a:gd name="connsiteX25" fmla="*/ 516460 w 1029602"/>
                  <a:gd name="connsiteY25" fmla="*/ 104559 h 1434151"/>
                  <a:gd name="connsiteX26" fmla="*/ 72909 w 1029602"/>
                  <a:gd name="connsiteY26" fmla="*/ 535508 h 1434151"/>
                  <a:gd name="connsiteX27" fmla="*/ 81565 w 1029602"/>
                  <a:gd name="connsiteY27" fmla="*/ 529357 h 1434151"/>
                  <a:gd name="connsiteX28" fmla="*/ 69906 w 1029602"/>
                  <a:gd name="connsiteY28" fmla="*/ 538977 h 1434151"/>
                  <a:gd name="connsiteX29" fmla="*/ 547412 w 1029602"/>
                  <a:gd name="connsiteY29" fmla="*/ 61005 h 1434151"/>
                  <a:gd name="connsiteX30" fmla="*/ 550884 w 1029602"/>
                  <a:gd name="connsiteY30" fmla="*/ 57999 h 1434151"/>
                  <a:gd name="connsiteX31" fmla="*/ 541254 w 1029602"/>
                  <a:gd name="connsiteY31" fmla="*/ 69670 h 1434151"/>
                  <a:gd name="connsiteX32" fmla="*/ 526046 w 1029602"/>
                  <a:gd name="connsiteY32" fmla="*/ 65178 h 1434151"/>
                  <a:gd name="connsiteX33" fmla="*/ 77082 w 1029602"/>
                  <a:gd name="connsiteY33" fmla="*/ 514142 h 1434151"/>
                  <a:gd name="connsiteX34" fmla="*/ 28199 w 1029602"/>
                  <a:gd name="connsiteY34" fmla="*/ 587759 h 1434151"/>
                  <a:gd name="connsiteX35" fmla="*/ 24201 w 1029602"/>
                  <a:gd name="connsiteY35" fmla="*/ 601246 h 1434151"/>
                  <a:gd name="connsiteX36" fmla="*/ 24200 w 1029602"/>
                  <a:gd name="connsiteY36" fmla="*/ 601249 h 1434151"/>
                  <a:gd name="connsiteX37" fmla="*/ 15976 w 1029602"/>
                  <a:gd name="connsiteY37" fmla="*/ 628995 h 1434151"/>
                  <a:gd name="connsiteX38" fmla="*/ 77081 w 1029602"/>
                  <a:gd name="connsiteY38" fmla="*/ 828854 h 1434151"/>
                  <a:gd name="connsiteX39" fmla="*/ 265926 w 1029602"/>
                  <a:gd name="connsiteY39" fmla="*/ 1017697 h 1434151"/>
                  <a:gd name="connsiteX40" fmla="*/ 489601 w 1029602"/>
                  <a:gd name="connsiteY40" fmla="*/ 794023 h 1434151"/>
                  <a:gd name="connsiteX41" fmla="*/ 489601 w 1029602"/>
                  <a:gd name="connsiteY41" fmla="*/ 477698 h 1434151"/>
                  <a:gd name="connsiteX42" fmla="*/ 222536 w 1029602"/>
                  <a:gd name="connsiteY42" fmla="*/ 477698 h 1434151"/>
                  <a:gd name="connsiteX43" fmla="*/ 222536 w 1029602"/>
                  <a:gd name="connsiteY43" fmla="*/ 477698 h 1434151"/>
                  <a:gd name="connsiteX44" fmla="*/ 489602 w 1029602"/>
                  <a:gd name="connsiteY44" fmla="*/ 477698 h 1434151"/>
                  <a:gd name="connsiteX45" fmla="*/ 489601 w 1029602"/>
                  <a:gd name="connsiteY45" fmla="*/ 210632 h 1434151"/>
                  <a:gd name="connsiteX46" fmla="*/ 489602 w 1029602"/>
                  <a:gd name="connsiteY46" fmla="*/ 210624 h 1434151"/>
                  <a:gd name="connsiteX47" fmla="*/ 489602 w 1029602"/>
                  <a:gd name="connsiteY47" fmla="*/ 210632 h 1434151"/>
                  <a:gd name="connsiteX48" fmla="*/ 489602 w 1029602"/>
                  <a:gd name="connsiteY48" fmla="*/ 477698 h 1434151"/>
                  <a:gd name="connsiteX49" fmla="*/ 805926 w 1029602"/>
                  <a:gd name="connsiteY49" fmla="*/ 477698 h 1434151"/>
                  <a:gd name="connsiteX50" fmla="*/ 1029602 w 1029602"/>
                  <a:gd name="connsiteY50" fmla="*/ 254023 h 1434151"/>
                  <a:gd name="connsiteX51" fmla="*/ 840758 w 1029602"/>
                  <a:gd name="connsiteY51" fmla="*/ 65178 h 1434151"/>
                  <a:gd name="connsiteX52" fmla="*/ 640900 w 1029602"/>
                  <a:gd name="connsiteY52" fmla="*/ 4073 h 1434151"/>
                  <a:gd name="connsiteX53" fmla="*/ 613153 w 1029602"/>
                  <a:gd name="connsiteY53" fmla="*/ 12297 h 1434151"/>
                  <a:gd name="connsiteX54" fmla="*/ 587715 w 1029602"/>
                  <a:gd name="connsiteY54" fmla="*/ 26104 h 1434151"/>
                  <a:gd name="connsiteX55" fmla="*/ 587707 w 1029602"/>
                  <a:gd name="connsiteY55" fmla="*/ 26111 h 1434151"/>
                  <a:gd name="connsiteX56" fmla="*/ 587715 w 1029602"/>
                  <a:gd name="connsiteY56" fmla="*/ 26104 h 1434151"/>
                  <a:gd name="connsiteX57" fmla="*/ 613153 w 1029602"/>
                  <a:gd name="connsiteY57" fmla="*/ 12297 h 1434151"/>
                  <a:gd name="connsiteX58" fmla="*/ 599663 w 1029602"/>
                  <a:gd name="connsiteY58" fmla="*/ 16295 h 1434151"/>
                  <a:gd name="connsiteX59" fmla="*/ 526046 w 1029602"/>
                  <a:gd name="connsiteY59" fmla="*/ 65178 h 1434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29602" h="1434151">
                    <a:moveTo>
                      <a:pt x="489601" y="477698"/>
                    </a:moveTo>
                    <a:lnTo>
                      <a:pt x="489601" y="794023"/>
                    </a:lnTo>
                    <a:lnTo>
                      <a:pt x="805925" y="477698"/>
                    </a:lnTo>
                    <a:close/>
                    <a:moveTo>
                      <a:pt x="156602" y="488764"/>
                    </a:moveTo>
                    <a:lnTo>
                      <a:pt x="166922" y="484703"/>
                    </a:lnTo>
                    <a:lnTo>
                      <a:pt x="171567" y="484118"/>
                    </a:lnTo>
                    <a:close/>
                    <a:moveTo>
                      <a:pt x="500670" y="144691"/>
                    </a:moveTo>
                    <a:lnTo>
                      <a:pt x="496022" y="159666"/>
                    </a:lnTo>
                    <a:lnTo>
                      <a:pt x="496607" y="155018"/>
                    </a:lnTo>
                    <a:close/>
                    <a:moveTo>
                      <a:pt x="24200" y="601249"/>
                    </a:moveTo>
                    <a:lnTo>
                      <a:pt x="17489" y="613612"/>
                    </a:lnTo>
                    <a:cubicBezTo>
                      <a:pt x="6228" y="640236"/>
                      <a:pt x="1" y="669507"/>
                      <a:pt x="1" y="700233"/>
                    </a:cubicBezTo>
                    <a:lnTo>
                      <a:pt x="0" y="1335164"/>
                    </a:lnTo>
                    <a:cubicBezTo>
                      <a:pt x="1" y="1365890"/>
                      <a:pt x="6227" y="1395161"/>
                      <a:pt x="17489" y="1421785"/>
                    </a:cubicBezTo>
                    <a:lnTo>
                      <a:pt x="24201" y="1434151"/>
                    </a:lnTo>
                    <a:lnTo>
                      <a:pt x="15976" y="1406400"/>
                    </a:lnTo>
                    <a:cubicBezTo>
                      <a:pt x="2398" y="1336265"/>
                      <a:pt x="22766" y="1260858"/>
                      <a:pt x="77081" y="1206542"/>
                    </a:cubicBezTo>
                    <a:lnTo>
                      <a:pt x="265926" y="1017698"/>
                    </a:lnTo>
                    <a:lnTo>
                      <a:pt x="77081" y="828854"/>
                    </a:lnTo>
                    <a:cubicBezTo>
                      <a:pt x="22766" y="774538"/>
                      <a:pt x="2398" y="699130"/>
                      <a:pt x="15976" y="628996"/>
                    </a:cubicBezTo>
                    <a:close/>
                    <a:moveTo>
                      <a:pt x="109393" y="509581"/>
                    </a:moveTo>
                    <a:lnTo>
                      <a:pt x="116463" y="504556"/>
                    </a:lnTo>
                    <a:lnTo>
                      <a:pt x="124412" y="501429"/>
                    </a:lnTo>
                    <a:close/>
                    <a:moveTo>
                      <a:pt x="521489" y="97484"/>
                    </a:moveTo>
                    <a:lnTo>
                      <a:pt x="513331" y="112514"/>
                    </a:lnTo>
                    <a:lnTo>
                      <a:pt x="516460" y="104559"/>
                    </a:lnTo>
                    <a:close/>
                    <a:moveTo>
                      <a:pt x="72909" y="535508"/>
                    </a:moveTo>
                    <a:lnTo>
                      <a:pt x="81565" y="529357"/>
                    </a:lnTo>
                    <a:lnTo>
                      <a:pt x="69906" y="538977"/>
                    </a:lnTo>
                    <a:close/>
                    <a:moveTo>
                      <a:pt x="547412" y="61005"/>
                    </a:moveTo>
                    <a:lnTo>
                      <a:pt x="550884" y="57999"/>
                    </a:lnTo>
                    <a:lnTo>
                      <a:pt x="541254" y="69670"/>
                    </a:lnTo>
                    <a:close/>
                    <a:moveTo>
                      <a:pt x="526046" y="65178"/>
                    </a:moveTo>
                    <a:lnTo>
                      <a:pt x="77082" y="514142"/>
                    </a:lnTo>
                    <a:cubicBezTo>
                      <a:pt x="55355" y="535869"/>
                      <a:pt x="39062" y="560970"/>
                      <a:pt x="28199" y="587759"/>
                    </a:cubicBezTo>
                    <a:lnTo>
                      <a:pt x="24201" y="601246"/>
                    </a:lnTo>
                    <a:lnTo>
                      <a:pt x="24200" y="601249"/>
                    </a:lnTo>
                    <a:lnTo>
                      <a:pt x="15976" y="628995"/>
                    </a:lnTo>
                    <a:cubicBezTo>
                      <a:pt x="2398" y="699130"/>
                      <a:pt x="22766" y="774537"/>
                      <a:pt x="77081" y="828854"/>
                    </a:cubicBezTo>
                    <a:lnTo>
                      <a:pt x="265926" y="1017697"/>
                    </a:lnTo>
                    <a:lnTo>
                      <a:pt x="489601" y="794023"/>
                    </a:lnTo>
                    <a:lnTo>
                      <a:pt x="489601" y="477698"/>
                    </a:lnTo>
                    <a:lnTo>
                      <a:pt x="222536" y="477698"/>
                    </a:lnTo>
                    <a:lnTo>
                      <a:pt x="222536" y="477698"/>
                    </a:lnTo>
                    <a:lnTo>
                      <a:pt x="489602" y="477698"/>
                    </a:lnTo>
                    <a:lnTo>
                      <a:pt x="489601" y="210632"/>
                    </a:lnTo>
                    <a:lnTo>
                      <a:pt x="489602" y="210624"/>
                    </a:lnTo>
                    <a:lnTo>
                      <a:pt x="489602" y="210632"/>
                    </a:lnTo>
                    <a:lnTo>
                      <a:pt x="489602" y="477698"/>
                    </a:lnTo>
                    <a:lnTo>
                      <a:pt x="805926" y="477698"/>
                    </a:lnTo>
                    <a:lnTo>
                      <a:pt x="1029602" y="254023"/>
                    </a:lnTo>
                    <a:lnTo>
                      <a:pt x="840758" y="65178"/>
                    </a:lnTo>
                    <a:cubicBezTo>
                      <a:pt x="786442" y="10863"/>
                      <a:pt x="711034" y="-9505"/>
                      <a:pt x="640900" y="4073"/>
                    </a:cubicBezTo>
                    <a:lnTo>
                      <a:pt x="613153" y="12297"/>
                    </a:lnTo>
                    <a:lnTo>
                      <a:pt x="587715" y="26104"/>
                    </a:lnTo>
                    <a:lnTo>
                      <a:pt x="587707" y="26111"/>
                    </a:lnTo>
                    <a:lnTo>
                      <a:pt x="587715" y="26104"/>
                    </a:lnTo>
                    <a:lnTo>
                      <a:pt x="613153" y="12297"/>
                    </a:lnTo>
                    <a:lnTo>
                      <a:pt x="599663" y="16295"/>
                    </a:lnTo>
                    <a:cubicBezTo>
                      <a:pt x="572873" y="27158"/>
                      <a:pt x="547773" y="43452"/>
                      <a:pt x="526046" y="65178"/>
                    </a:cubicBezTo>
                    <a:close/>
                  </a:path>
                </a:pathLst>
              </a:custGeom>
              <a:solidFill>
                <a:srgbClr val="0D468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8" name="Freeform: Shape 7">
                <a:extLst>
                  <a:ext uri="{FF2B5EF4-FFF2-40B4-BE49-F238E27FC236}">
                    <a16:creationId xmlns:a16="http://schemas.microsoft.com/office/drawing/2014/main" id="{F593556E-0244-A83D-EF40-0413731B9DED}"/>
                  </a:ext>
                </a:extLst>
              </p:cNvPr>
              <p:cNvSpPr/>
              <p:nvPr/>
            </p:nvSpPr>
            <p:spPr>
              <a:xfrm rot="16200000">
                <a:off x="6135828" y="3696490"/>
                <a:ext cx="2470050" cy="980016"/>
              </a:xfrm>
              <a:custGeom>
                <a:avLst/>
                <a:gdLst>
                  <a:gd name="connsiteX0" fmla="*/ 1545402 w 1545402"/>
                  <a:gd name="connsiteY0" fmla="*/ 390619 h 613153"/>
                  <a:gd name="connsiteX1" fmla="*/ 1447288 w 1545402"/>
                  <a:gd name="connsiteY1" fmla="*/ 575147 h 613153"/>
                  <a:gd name="connsiteX2" fmla="*/ 1421849 w 1545402"/>
                  <a:gd name="connsiteY2" fmla="*/ 588954 h 613153"/>
                  <a:gd name="connsiteX3" fmla="*/ 1394103 w 1545402"/>
                  <a:gd name="connsiteY3" fmla="*/ 597177 h 613153"/>
                  <a:gd name="connsiteX4" fmla="*/ 1194246 w 1545402"/>
                  <a:gd name="connsiteY4" fmla="*/ 536072 h 613153"/>
                  <a:gd name="connsiteX5" fmla="*/ 1042889 w 1545402"/>
                  <a:gd name="connsiteY5" fmla="*/ 384715 h 613153"/>
                  <a:gd name="connsiteX6" fmla="*/ 1042889 w 1545402"/>
                  <a:gd name="connsiteY6" fmla="*/ 384717 h 613153"/>
                  <a:gd name="connsiteX7" fmla="*/ 1194246 w 1545402"/>
                  <a:gd name="connsiteY7" fmla="*/ 536072 h 613153"/>
                  <a:gd name="connsiteX8" fmla="*/ 1394103 w 1545402"/>
                  <a:gd name="connsiteY8" fmla="*/ 597178 h 613153"/>
                  <a:gd name="connsiteX9" fmla="*/ 1421850 w 1545402"/>
                  <a:gd name="connsiteY9" fmla="*/ 588954 h 613153"/>
                  <a:gd name="connsiteX10" fmla="*/ 1409488 w 1545402"/>
                  <a:gd name="connsiteY10" fmla="*/ 595664 h 613153"/>
                  <a:gd name="connsiteX11" fmla="*/ 1322868 w 1545402"/>
                  <a:gd name="connsiteY11" fmla="*/ 613153 h 613153"/>
                  <a:gd name="connsiteX12" fmla="*/ 687935 w 1545402"/>
                  <a:gd name="connsiteY12" fmla="*/ 613153 h 613153"/>
                  <a:gd name="connsiteX13" fmla="*/ 643087 w 1545402"/>
                  <a:gd name="connsiteY13" fmla="*/ 608632 h 613153"/>
                  <a:gd name="connsiteX14" fmla="*/ 632113 w 1545402"/>
                  <a:gd name="connsiteY14" fmla="*/ 605225 h 613153"/>
                  <a:gd name="connsiteX15" fmla="*/ 623057 w 1545402"/>
                  <a:gd name="connsiteY15" fmla="*/ 604312 h 613153"/>
                  <a:gd name="connsiteX16" fmla="*/ 584858 w 1545402"/>
                  <a:gd name="connsiteY16" fmla="*/ 592455 h 613153"/>
                  <a:gd name="connsiteX17" fmla="*/ 567599 w 1545402"/>
                  <a:gd name="connsiteY17" fmla="*/ 580818 h 613153"/>
                  <a:gd name="connsiteX18" fmla="*/ 536756 w 1545402"/>
                  <a:gd name="connsiteY18" fmla="*/ 564588 h 613153"/>
                  <a:gd name="connsiteX19" fmla="*/ 501846 w 1545402"/>
                  <a:gd name="connsiteY19" fmla="*/ 536073 h 613153"/>
                  <a:gd name="connsiteX20" fmla="*/ 52882 w 1545402"/>
                  <a:gd name="connsiteY20" fmla="*/ 87107 h 613153"/>
                  <a:gd name="connsiteX21" fmla="*/ 3998 w 1545402"/>
                  <a:gd name="connsiteY21" fmla="*/ 13491 h 613153"/>
                  <a:gd name="connsiteX22" fmla="*/ 0 w 1545402"/>
                  <a:gd name="connsiteY22" fmla="*/ 0 h 613153"/>
                  <a:gd name="connsiteX23" fmla="*/ 13807 w 1545402"/>
                  <a:gd name="connsiteY23" fmla="*/ 25439 h 613153"/>
                  <a:gd name="connsiteX24" fmla="*/ 198336 w 1545402"/>
                  <a:gd name="connsiteY24" fmla="*/ 123552 h 613153"/>
                  <a:gd name="connsiteX25" fmla="*/ 465402 w 1545402"/>
                  <a:gd name="connsiteY25" fmla="*/ 123552 h 613153"/>
                  <a:gd name="connsiteX26" fmla="*/ 465401 w 1545402"/>
                  <a:gd name="connsiteY26" fmla="*/ 336679 h 613153"/>
                  <a:gd name="connsiteX27" fmla="*/ 465402 w 1545402"/>
                  <a:gd name="connsiteY27" fmla="*/ 336675 h 613153"/>
                  <a:gd name="connsiteX28" fmla="*/ 465403 w 1545402"/>
                  <a:gd name="connsiteY28" fmla="*/ 123551 h 613153"/>
                  <a:gd name="connsiteX29" fmla="*/ 781727 w 1545402"/>
                  <a:gd name="connsiteY29" fmla="*/ 123551 h 613153"/>
                  <a:gd name="connsiteX30" fmla="*/ 781728 w 1545402"/>
                  <a:gd name="connsiteY30" fmla="*/ 123552 h 613153"/>
                  <a:gd name="connsiteX31" fmla="*/ 1229076 w 1545402"/>
                  <a:gd name="connsiteY31" fmla="*/ 123552 h 613153"/>
                  <a:gd name="connsiteX32" fmla="*/ 1229077 w 1545402"/>
                  <a:gd name="connsiteY32" fmla="*/ 123551 h 613153"/>
                  <a:gd name="connsiteX33" fmla="*/ 1545401 w 1545402"/>
                  <a:gd name="connsiteY33" fmla="*/ 123551 h 61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45402" h="613153">
                    <a:moveTo>
                      <a:pt x="1545402" y="390619"/>
                    </a:moveTo>
                    <a:cubicBezTo>
                      <a:pt x="1545401" y="467432"/>
                      <a:pt x="1506483" y="535156"/>
                      <a:pt x="1447288" y="575147"/>
                    </a:cubicBezTo>
                    <a:lnTo>
                      <a:pt x="1421849" y="588954"/>
                    </a:lnTo>
                    <a:lnTo>
                      <a:pt x="1394103" y="597177"/>
                    </a:lnTo>
                    <a:cubicBezTo>
                      <a:pt x="1323968" y="610756"/>
                      <a:pt x="1248561" y="590387"/>
                      <a:pt x="1194246" y="536072"/>
                    </a:cubicBezTo>
                    <a:lnTo>
                      <a:pt x="1042889" y="384715"/>
                    </a:lnTo>
                    <a:lnTo>
                      <a:pt x="1042889" y="384717"/>
                    </a:lnTo>
                    <a:lnTo>
                      <a:pt x="1194246" y="536072"/>
                    </a:lnTo>
                    <a:cubicBezTo>
                      <a:pt x="1248561" y="590388"/>
                      <a:pt x="1323969" y="610757"/>
                      <a:pt x="1394103" y="597178"/>
                    </a:cubicBezTo>
                    <a:lnTo>
                      <a:pt x="1421850" y="588954"/>
                    </a:lnTo>
                    <a:lnTo>
                      <a:pt x="1409488" y="595664"/>
                    </a:lnTo>
                    <a:cubicBezTo>
                      <a:pt x="1382864" y="606925"/>
                      <a:pt x="1353593" y="613153"/>
                      <a:pt x="1322868" y="613153"/>
                    </a:cubicBezTo>
                    <a:lnTo>
                      <a:pt x="687935" y="613153"/>
                    </a:lnTo>
                    <a:cubicBezTo>
                      <a:pt x="672573" y="613153"/>
                      <a:pt x="657574" y="611596"/>
                      <a:pt x="643087" y="608632"/>
                    </a:cubicBezTo>
                    <a:lnTo>
                      <a:pt x="632113" y="605225"/>
                    </a:lnTo>
                    <a:lnTo>
                      <a:pt x="623057" y="604312"/>
                    </a:lnTo>
                    <a:cubicBezTo>
                      <a:pt x="609809" y="601601"/>
                      <a:pt x="597031" y="597603"/>
                      <a:pt x="584858" y="592455"/>
                    </a:cubicBezTo>
                    <a:lnTo>
                      <a:pt x="567599" y="580818"/>
                    </a:lnTo>
                    <a:lnTo>
                      <a:pt x="536756" y="564588"/>
                    </a:lnTo>
                    <a:cubicBezTo>
                      <a:pt x="524417" y="556441"/>
                      <a:pt x="512710" y="546936"/>
                      <a:pt x="501846" y="536073"/>
                    </a:cubicBezTo>
                    <a:lnTo>
                      <a:pt x="52882" y="87107"/>
                    </a:lnTo>
                    <a:cubicBezTo>
                      <a:pt x="31156" y="65382"/>
                      <a:pt x="14860" y="40280"/>
                      <a:pt x="3998" y="13491"/>
                    </a:cubicBezTo>
                    <a:lnTo>
                      <a:pt x="0" y="0"/>
                    </a:lnTo>
                    <a:lnTo>
                      <a:pt x="13807" y="25439"/>
                    </a:lnTo>
                    <a:cubicBezTo>
                      <a:pt x="53798" y="84633"/>
                      <a:pt x="121522" y="123552"/>
                      <a:pt x="198336" y="123552"/>
                    </a:cubicBezTo>
                    <a:lnTo>
                      <a:pt x="465402" y="123552"/>
                    </a:lnTo>
                    <a:lnTo>
                      <a:pt x="465401" y="336679"/>
                    </a:lnTo>
                    <a:lnTo>
                      <a:pt x="465402" y="336675"/>
                    </a:lnTo>
                    <a:lnTo>
                      <a:pt x="465403" y="123551"/>
                    </a:lnTo>
                    <a:lnTo>
                      <a:pt x="781727" y="123551"/>
                    </a:lnTo>
                    <a:lnTo>
                      <a:pt x="781728" y="123552"/>
                    </a:lnTo>
                    <a:lnTo>
                      <a:pt x="1229076" y="123552"/>
                    </a:lnTo>
                    <a:lnTo>
                      <a:pt x="1229077" y="123551"/>
                    </a:lnTo>
                    <a:lnTo>
                      <a:pt x="1545401" y="123551"/>
                    </a:lnTo>
                    <a:close/>
                  </a:path>
                </a:pathLst>
              </a:custGeom>
              <a:solidFill>
                <a:srgbClr val="0066B3"/>
              </a:solidFill>
              <a:ln>
                <a:noFill/>
              </a:ln>
              <a:effectLst>
                <a:innerShdw blurRad="63500" dist="889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6" name="TextBox 5">
              <a:extLst>
                <a:ext uri="{FF2B5EF4-FFF2-40B4-BE49-F238E27FC236}">
                  <a16:creationId xmlns:a16="http://schemas.microsoft.com/office/drawing/2014/main" id="{1CAC0897-162D-7273-8CB8-7E767279470A}"/>
                </a:ext>
              </a:extLst>
            </p:cNvPr>
            <p:cNvSpPr txBox="1"/>
            <p:nvPr/>
          </p:nvSpPr>
          <p:spPr>
            <a:xfrm>
              <a:off x="5274049" y="3897031"/>
              <a:ext cx="364994" cy="584775"/>
            </a:xfrm>
            <a:prstGeom prst="rect">
              <a:avLst/>
            </a:prstGeom>
            <a:noFill/>
          </p:spPr>
          <p:txBody>
            <a:bodyPr wrap="square" rtlCol="0">
              <a:spAutoFit/>
            </a:bodyPr>
            <a:lstStyle/>
            <a:p>
              <a:pPr algn="ctr"/>
              <a:r>
                <a:rPr lang="en-MY" sz="3200" dirty="0">
                  <a:solidFill>
                    <a:schemeClr val="bg2">
                      <a:lumMod val="90000"/>
                    </a:schemeClr>
                  </a:solidFill>
                  <a:latin typeface="Daytona Condensed" panose="020B0506030503040204" pitchFamily="34" charset="0"/>
                </a:rPr>
                <a:t>1</a:t>
              </a:r>
            </a:p>
          </p:txBody>
        </p:sp>
      </p:grpSp>
      <p:grpSp>
        <p:nvGrpSpPr>
          <p:cNvPr id="9" name="Group 8">
            <a:extLst>
              <a:ext uri="{FF2B5EF4-FFF2-40B4-BE49-F238E27FC236}">
                <a16:creationId xmlns:a16="http://schemas.microsoft.com/office/drawing/2014/main" id="{E085402D-FE60-AB57-786C-B423C430C077}"/>
              </a:ext>
            </a:extLst>
          </p:cNvPr>
          <p:cNvGrpSpPr/>
          <p:nvPr/>
        </p:nvGrpSpPr>
        <p:grpSpPr>
          <a:xfrm>
            <a:off x="6350762" y="1286445"/>
            <a:ext cx="2226388" cy="3674652"/>
            <a:chOff x="6350762" y="1557748"/>
            <a:chExt cx="2226388" cy="3674652"/>
          </a:xfrm>
        </p:grpSpPr>
        <p:grpSp>
          <p:nvGrpSpPr>
            <p:cNvPr id="10" name="Group 9">
              <a:extLst>
                <a:ext uri="{FF2B5EF4-FFF2-40B4-BE49-F238E27FC236}">
                  <a16:creationId xmlns:a16="http://schemas.microsoft.com/office/drawing/2014/main" id="{AD156C8A-BF5A-D5CD-B0B7-C5B2A0B3A9ED}"/>
                </a:ext>
              </a:extLst>
            </p:cNvPr>
            <p:cNvGrpSpPr/>
            <p:nvPr/>
          </p:nvGrpSpPr>
          <p:grpSpPr>
            <a:xfrm flipH="1" flipV="1">
              <a:off x="6350762" y="1557748"/>
              <a:ext cx="2226388" cy="3674652"/>
              <a:chOff x="5634473" y="1746871"/>
              <a:chExt cx="2226388" cy="3674652"/>
            </a:xfrm>
          </p:grpSpPr>
          <p:sp>
            <p:nvSpPr>
              <p:cNvPr id="12" name="Freeform: Shape 11">
                <a:extLst>
                  <a:ext uri="{FF2B5EF4-FFF2-40B4-BE49-F238E27FC236}">
                    <a16:creationId xmlns:a16="http://schemas.microsoft.com/office/drawing/2014/main" id="{9C8463A7-9483-970A-94E0-23674492AB6C}"/>
                  </a:ext>
                </a:extLst>
              </p:cNvPr>
              <p:cNvSpPr/>
              <p:nvPr/>
            </p:nvSpPr>
            <p:spPr>
              <a:xfrm rot="18900000" flipH="1">
                <a:off x="5634473" y="1746871"/>
                <a:ext cx="1645635" cy="2292235"/>
              </a:xfrm>
              <a:custGeom>
                <a:avLst/>
                <a:gdLst>
                  <a:gd name="connsiteX0" fmla="*/ 489601 w 1029602"/>
                  <a:gd name="connsiteY0" fmla="*/ 477698 h 1434151"/>
                  <a:gd name="connsiteX1" fmla="*/ 489601 w 1029602"/>
                  <a:gd name="connsiteY1" fmla="*/ 794023 h 1434151"/>
                  <a:gd name="connsiteX2" fmla="*/ 805925 w 1029602"/>
                  <a:gd name="connsiteY2" fmla="*/ 477698 h 1434151"/>
                  <a:gd name="connsiteX3" fmla="*/ 156602 w 1029602"/>
                  <a:gd name="connsiteY3" fmla="*/ 488764 h 1434151"/>
                  <a:gd name="connsiteX4" fmla="*/ 166922 w 1029602"/>
                  <a:gd name="connsiteY4" fmla="*/ 484703 h 1434151"/>
                  <a:gd name="connsiteX5" fmla="*/ 171567 w 1029602"/>
                  <a:gd name="connsiteY5" fmla="*/ 484118 h 1434151"/>
                  <a:gd name="connsiteX6" fmla="*/ 500670 w 1029602"/>
                  <a:gd name="connsiteY6" fmla="*/ 144691 h 1434151"/>
                  <a:gd name="connsiteX7" fmla="*/ 496022 w 1029602"/>
                  <a:gd name="connsiteY7" fmla="*/ 159666 h 1434151"/>
                  <a:gd name="connsiteX8" fmla="*/ 496607 w 1029602"/>
                  <a:gd name="connsiteY8" fmla="*/ 155018 h 1434151"/>
                  <a:gd name="connsiteX9" fmla="*/ 24200 w 1029602"/>
                  <a:gd name="connsiteY9" fmla="*/ 601249 h 1434151"/>
                  <a:gd name="connsiteX10" fmla="*/ 17489 w 1029602"/>
                  <a:gd name="connsiteY10" fmla="*/ 613612 h 1434151"/>
                  <a:gd name="connsiteX11" fmla="*/ 1 w 1029602"/>
                  <a:gd name="connsiteY11" fmla="*/ 700233 h 1434151"/>
                  <a:gd name="connsiteX12" fmla="*/ 0 w 1029602"/>
                  <a:gd name="connsiteY12" fmla="*/ 1335164 h 1434151"/>
                  <a:gd name="connsiteX13" fmla="*/ 17489 w 1029602"/>
                  <a:gd name="connsiteY13" fmla="*/ 1421785 h 1434151"/>
                  <a:gd name="connsiteX14" fmla="*/ 24201 w 1029602"/>
                  <a:gd name="connsiteY14" fmla="*/ 1434151 h 1434151"/>
                  <a:gd name="connsiteX15" fmla="*/ 15976 w 1029602"/>
                  <a:gd name="connsiteY15" fmla="*/ 1406400 h 1434151"/>
                  <a:gd name="connsiteX16" fmla="*/ 77081 w 1029602"/>
                  <a:gd name="connsiteY16" fmla="*/ 1206542 h 1434151"/>
                  <a:gd name="connsiteX17" fmla="*/ 265926 w 1029602"/>
                  <a:gd name="connsiteY17" fmla="*/ 1017698 h 1434151"/>
                  <a:gd name="connsiteX18" fmla="*/ 77081 w 1029602"/>
                  <a:gd name="connsiteY18" fmla="*/ 828854 h 1434151"/>
                  <a:gd name="connsiteX19" fmla="*/ 15976 w 1029602"/>
                  <a:gd name="connsiteY19" fmla="*/ 628996 h 1434151"/>
                  <a:gd name="connsiteX20" fmla="*/ 109393 w 1029602"/>
                  <a:gd name="connsiteY20" fmla="*/ 509581 h 1434151"/>
                  <a:gd name="connsiteX21" fmla="*/ 116463 w 1029602"/>
                  <a:gd name="connsiteY21" fmla="*/ 504556 h 1434151"/>
                  <a:gd name="connsiteX22" fmla="*/ 124412 w 1029602"/>
                  <a:gd name="connsiteY22" fmla="*/ 501429 h 1434151"/>
                  <a:gd name="connsiteX23" fmla="*/ 521489 w 1029602"/>
                  <a:gd name="connsiteY23" fmla="*/ 97484 h 1434151"/>
                  <a:gd name="connsiteX24" fmla="*/ 513331 w 1029602"/>
                  <a:gd name="connsiteY24" fmla="*/ 112514 h 1434151"/>
                  <a:gd name="connsiteX25" fmla="*/ 516460 w 1029602"/>
                  <a:gd name="connsiteY25" fmla="*/ 104559 h 1434151"/>
                  <a:gd name="connsiteX26" fmla="*/ 72909 w 1029602"/>
                  <a:gd name="connsiteY26" fmla="*/ 535508 h 1434151"/>
                  <a:gd name="connsiteX27" fmla="*/ 81565 w 1029602"/>
                  <a:gd name="connsiteY27" fmla="*/ 529357 h 1434151"/>
                  <a:gd name="connsiteX28" fmla="*/ 69906 w 1029602"/>
                  <a:gd name="connsiteY28" fmla="*/ 538977 h 1434151"/>
                  <a:gd name="connsiteX29" fmla="*/ 547412 w 1029602"/>
                  <a:gd name="connsiteY29" fmla="*/ 61005 h 1434151"/>
                  <a:gd name="connsiteX30" fmla="*/ 550884 w 1029602"/>
                  <a:gd name="connsiteY30" fmla="*/ 57999 h 1434151"/>
                  <a:gd name="connsiteX31" fmla="*/ 541254 w 1029602"/>
                  <a:gd name="connsiteY31" fmla="*/ 69670 h 1434151"/>
                  <a:gd name="connsiteX32" fmla="*/ 526046 w 1029602"/>
                  <a:gd name="connsiteY32" fmla="*/ 65178 h 1434151"/>
                  <a:gd name="connsiteX33" fmla="*/ 77082 w 1029602"/>
                  <a:gd name="connsiteY33" fmla="*/ 514142 h 1434151"/>
                  <a:gd name="connsiteX34" fmla="*/ 28199 w 1029602"/>
                  <a:gd name="connsiteY34" fmla="*/ 587759 h 1434151"/>
                  <a:gd name="connsiteX35" fmla="*/ 24201 w 1029602"/>
                  <a:gd name="connsiteY35" fmla="*/ 601246 h 1434151"/>
                  <a:gd name="connsiteX36" fmla="*/ 24200 w 1029602"/>
                  <a:gd name="connsiteY36" fmla="*/ 601249 h 1434151"/>
                  <a:gd name="connsiteX37" fmla="*/ 15976 w 1029602"/>
                  <a:gd name="connsiteY37" fmla="*/ 628995 h 1434151"/>
                  <a:gd name="connsiteX38" fmla="*/ 77081 w 1029602"/>
                  <a:gd name="connsiteY38" fmla="*/ 828854 h 1434151"/>
                  <a:gd name="connsiteX39" fmla="*/ 265926 w 1029602"/>
                  <a:gd name="connsiteY39" fmla="*/ 1017697 h 1434151"/>
                  <a:gd name="connsiteX40" fmla="*/ 489601 w 1029602"/>
                  <a:gd name="connsiteY40" fmla="*/ 794023 h 1434151"/>
                  <a:gd name="connsiteX41" fmla="*/ 489601 w 1029602"/>
                  <a:gd name="connsiteY41" fmla="*/ 477698 h 1434151"/>
                  <a:gd name="connsiteX42" fmla="*/ 222536 w 1029602"/>
                  <a:gd name="connsiteY42" fmla="*/ 477698 h 1434151"/>
                  <a:gd name="connsiteX43" fmla="*/ 222536 w 1029602"/>
                  <a:gd name="connsiteY43" fmla="*/ 477698 h 1434151"/>
                  <a:gd name="connsiteX44" fmla="*/ 489602 w 1029602"/>
                  <a:gd name="connsiteY44" fmla="*/ 477698 h 1434151"/>
                  <a:gd name="connsiteX45" fmla="*/ 489601 w 1029602"/>
                  <a:gd name="connsiteY45" fmla="*/ 210632 h 1434151"/>
                  <a:gd name="connsiteX46" fmla="*/ 489602 w 1029602"/>
                  <a:gd name="connsiteY46" fmla="*/ 210624 h 1434151"/>
                  <a:gd name="connsiteX47" fmla="*/ 489602 w 1029602"/>
                  <a:gd name="connsiteY47" fmla="*/ 210632 h 1434151"/>
                  <a:gd name="connsiteX48" fmla="*/ 489602 w 1029602"/>
                  <a:gd name="connsiteY48" fmla="*/ 477698 h 1434151"/>
                  <a:gd name="connsiteX49" fmla="*/ 805926 w 1029602"/>
                  <a:gd name="connsiteY49" fmla="*/ 477698 h 1434151"/>
                  <a:gd name="connsiteX50" fmla="*/ 1029602 w 1029602"/>
                  <a:gd name="connsiteY50" fmla="*/ 254023 h 1434151"/>
                  <a:gd name="connsiteX51" fmla="*/ 840758 w 1029602"/>
                  <a:gd name="connsiteY51" fmla="*/ 65178 h 1434151"/>
                  <a:gd name="connsiteX52" fmla="*/ 640900 w 1029602"/>
                  <a:gd name="connsiteY52" fmla="*/ 4073 h 1434151"/>
                  <a:gd name="connsiteX53" fmla="*/ 613153 w 1029602"/>
                  <a:gd name="connsiteY53" fmla="*/ 12297 h 1434151"/>
                  <a:gd name="connsiteX54" fmla="*/ 587715 w 1029602"/>
                  <a:gd name="connsiteY54" fmla="*/ 26104 h 1434151"/>
                  <a:gd name="connsiteX55" fmla="*/ 587707 w 1029602"/>
                  <a:gd name="connsiteY55" fmla="*/ 26111 h 1434151"/>
                  <a:gd name="connsiteX56" fmla="*/ 587715 w 1029602"/>
                  <a:gd name="connsiteY56" fmla="*/ 26104 h 1434151"/>
                  <a:gd name="connsiteX57" fmla="*/ 613153 w 1029602"/>
                  <a:gd name="connsiteY57" fmla="*/ 12297 h 1434151"/>
                  <a:gd name="connsiteX58" fmla="*/ 599663 w 1029602"/>
                  <a:gd name="connsiteY58" fmla="*/ 16295 h 1434151"/>
                  <a:gd name="connsiteX59" fmla="*/ 526046 w 1029602"/>
                  <a:gd name="connsiteY59" fmla="*/ 65178 h 1434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29602" h="1434151">
                    <a:moveTo>
                      <a:pt x="489601" y="477698"/>
                    </a:moveTo>
                    <a:lnTo>
                      <a:pt x="489601" y="794023"/>
                    </a:lnTo>
                    <a:lnTo>
                      <a:pt x="805925" y="477698"/>
                    </a:lnTo>
                    <a:close/>
                    <a:moveTo>
                      <a:pt x="156602" y="488764"/>
                    </a:moveTo>
                    <a:lnTo>
                      <a:pt x="166922" y="484703"/>
                    </a:lnTo>
                    <a:lnTo>
                      <a:pt x="171567" y="484118"/>
                    </a:lnTo>
                    <a:close/>
                    <a:moveTo>
                      <a:pt x="500670" y="144691"/>
                    </a:moveTo>
                    <a:lnTo>
                      <a:pt x="496022" y="159666"/>
                    </a:lnTo>
                    <a:lnTo>
                      <a:pt x="496607" y="155018"/>
                    </a:lnTo>
                    <a:close/>
                    <a:moveTo>
                      <a:pt x="24200" y="601249"/>
                    </a:moveTo>
                    <a:lnTo>
                      <a:pt x="17489" y="613612"/>
                    </a:lnTo>
                    <a:cubicBezTo>
                      <a:pt x="6228" y="640236"/>
                      <a:pt x="1" y="669507"/>
                      <a:pt x="1" y="700233"/>
                    </a:cubicBezTo>
                    <a:lnTo>
                      <a:pt x="0" y="1335164"/>
                    </a:lnTo>
                    <a:cubicBezTo>
                      <a:pt x="1" y="1365890"/>
                      <a:pt x="6227" y="1395161"/>
                      <a:pt x="17489" y="1421785"/>
                    </a:cubicBezTo>
                    <a:lnTo>
                      <a:pt x="24201" y="1434151"/>
                    </a:lnTo>
                    <a:lnTo>
                      <a:pt x="15976" y="1406400"/>
                    </a:lnTo>
                    <a:cubicBezTo>
                      <a:pt x="2398" y="1336265"/>
                      <a:pt x="22766" y="1260858"/>
                      <a:pt x="77081" y="1206542"/>
                    </a:cubicBezTo>
                    <a:lnTo>
                      <a:pt x="265926" y="1017698"/>
                    </a:lnTo>
                    <a:lnTo>
                      <a:pt x="77081" y="828854"/>
                    </a:lnTo>
                    <a:cubicBezTo>
                      <a:pt x="22766" y="774538"/>
                      <a:pt x="2398" y="699130"/>
                      <a:pt x="15976" y="628996"/>
                    </a:cubicBezTo>
                    <a:close/>
                    <a:moveTo>
                      <a:pt x="109393" y="509581"/>
                    </a:moveTo>
                    <a:lnTo>
                      <a:pt x="116463" y="504556"/>
                    </a:lnTo>
                    <a:lnTo>
                      <a:pt x="124412" y="501429"/>
                    </a:lnTo>
                    <a:close/>
                    <a:moveTo>
                      <a:pt x="521489" y="97484"/>
                    </a:moveTo>
                    <a:lnTo>
                      <a:pt x="513331" y="112514"/>
                    </a:lnTo>
                    <a:lnTo>
                      <a:pt x="516460" y="104559"/>
                    </a:lnTo>
                    <a:close/>
                    <a:moveTo>
                      <a:pt x="72909" y="535508"/>
                    </a:moveTo>
                    <a:lnTo>
                      <a:pt x="81565" y="529357"/>
                    </a:lnTo>
                    <a:lnTo>
                      <a:pt x="69906" y="538977"/>
                    </a:lnTo>
                    <a:close/>
                    <a:moveTo>
                      <a:pt x="547412" y="61005"/>
                    </a:moveTo>
                    <a:lnTo>
                      <a:pt x="550884" y="57999"/>
                    </a:lnTo>
                    <a:lnTo>
                      <a:pt x="541254" y="69670"/>
                    </a:lnTo>
                    <a:close/>
                    <a:moveTo>
                      <a:pt x="526046" y="65178"/>
                    </a:moveTo>
                    <a:lnTo>
                      <a:pt x="77082" y="514142"/>
                    </a:lnTo>
                    <a:cubicBezTo>
                      <a:pt x="55355" y="535869"/>
                      <a:pt x="39062" y="560970"/>
                      <a:pt x="28199" y="587759"/>
                    </a:cubicBezTo>
                    <a:lnTo>
                      <a:pt x="24201" y="601246"/>
                    </a:lnTo>
                    <a:lnTo>
                      <a:pt x="24200" y="601249"/>
                    </a:lnTo>
                    <a:lnTo>
                      <a:pt x="15976" y="628995"/>
                    </a:lnTo>
                    <a:cubicBezTo>
                      <a:pt x="2398" y="699130"/>
                      <a:pt x="22766" y="774537"/>
                      <a:pt x="77081" y="828854"/>
                    </a:cubicBezTo>
                    <a:lnTo>
                      <a:pt x="265926" y="1017697"/>
                    </a:lnTo>
                    <a:lnTo>
                      <a:pt x="489601" y="794023"/>
                    </a:lnTo>
                    <a:lnTo>
                      <a:pt x="489601" y="477698"/>
                    </a:lnTo>
                    <a:lnTo>
                      <a:pt x="222536" y="477698"/>
                    </a:lnTo>
                    <a:lnTo>
                      <a:pt x="222536" y="477698"/>
                    </a:lnTo>
                    <a:lnTo>
                      <a:pt x="489602" y="477698"/>
                    </a:lnTo>
                    <a:lnTo>
                      <a:pt x="489601" y="210632"/>
                    </a:lnTo>
                    <a:lnTo>
                      <a:pt x="489602" y="210624"/>
                    </a:lnTo>
                    <a:lnTo>
                      <a:pt x="489602" y="210632"/>
                    </a:lnTo>
                    <a:lnTo>
                      <a:pt x="489602" y="477698"/>
                    </a:lnTo>
                    <a:lnTo>
                      <a:pt x="805926" y="477698"/>
                    </a:lnTo>
                    <a:lnTo>
                      <a:pt x="1029602" y="254023"/>
                    </a:lnTo>
                    <a:lnTo>
                      <a:pt x="840758" y="65178"/>
                    </a:lnTo>
                    <a:cubicBezTo>
                      <a:pt x="786442" y="10863"/>
                      <a:pt x="711034" y="-9505"/>
                      <a:pt x="640900" y="4073"/>
                    </a:cubicBezTo>
                    <a:lnTo>
                      <a:pt x="613153" y="12297"/>
                    </a:lnTo>
                    <a:lnTo>
                      <a:pt x="587715" y="26104"/>
                    </a:lnTo>
                    <a:lnTo>
                      <a:pt x="587707" y="26111"/>
                    </a:lnTo>
                    <a:lnTo>
                      <a:pt x="587715" y="26104"/>
                    </a:lnTo>
                    <a:lnTo>
                      <a:pt x="613153" y="12297"/>
                    </a:lnTo>
                    <a:lnTo>
                      <a:pt x="599663" y="16295"/>
                    </a:lnTo>
                    <a:cubicBezTo>
                      <a:pt x="572873" y="27158"/>
                      <a:pt x="547773" y="43452"/>
                      <a:pt x="526046" y="65178"/>
                    </a:cubicBezTo>
                    <a:close/>
                  </a:path>
                </a:pathLst>
              </a:custGeom>
              <a:solidFill>
                <a:srgbClr val="78376F"/>
              </a:solidFill>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3" name="Freeform: Shape 12">
                <a:extLst>
                  <a:ext uri="{FF2B5EF4-FFF2-40B4-BE49-F238E27FC236}">
                    <a16:creationId xmlns:a16="http://schemas.microsoft.com/office/drawing/2014/main" id="{786ECA50-DC86-27FF-6F02-04C3D640D837}"/>
                  </a:ext>
                </a:extLst>
              </p:cNvPr>
              <p:cNvSpPr/>
              <p:nvPr/>
            </p:nvSpPr>
            <p:spPr>
              <a:xfrm rot="16200000">
                <a:off x="6135828" y="3696490"/>
                <a:ext cx="2470050" cy="980016"/>
              </a:xfrm>
              <a:custGeom>
                <a:avLst/>
                <a:gdLst>
                  <a:gd name="connsiteX0" fmla="*/ 1545402 w 1545402"/>
                  <a:gd name="connsiteY0" fmla="*/ 390619 h 613153"/>
                  <a:gd name="connsiteX1" fmla="*/ 1447288 w 1545402"/>
                  <a:gd name="connsiteY1" fmla="*/ 575147 h 613153"/>
                  <a:gd name="connsiteX2" fmla="*/ 1421849 w 1545402"/>
                  <a:gd name="connsiteY2" fmla="*/ 588954 h 613153"/>
                  <a:gd name="connsiteX3" fmla="*/ 1394103 w 1545402"/>
                  <a:gd name="connsiteY3" fmla="*/ 597177 h 613153"/>
                  <a:gd name="connsiteX4" fmla="*/ 1194246 w 1545402"/>
                  <a:gd name="connsiteY4" fmla="*/ 536072 h 613153"/>
                  <a:gd name="connsiteX5" fmla="*/ 1042889 w 1545402"/>
                  <a:gd name="connsiteY5" fmla="*/ 384715 h 613153"/>
                  <a:gd name="connsiteX6" fmla="*/ 1042889 w 1545402"/>
                  <a:gd name="connsiteY6" fmla="*/ 384717 h 613153"/>
                  <a:gd name="connsiteX7" fmla="*/ 1194246 w 1545402"/>
                  <a:gd name="connsiteY7" fmla="*/ 536072 h 613153"/>
                  <a:gd name="connsiteX8" fmla="*/ 1394103 w 1545402"/>
                  <a:gd name="connsiteY8" fmla="*/ 597178 h 613153"/>
                  <a:gd name="connsiteX9" fmla="*/ 1421850 w 1545402"/>
                  <a:gd name="connsiteY9" fmla="*/ 588954 h 613153"/>
                  <a:gd name="connsiteX10" fmla="*/ 1409488 w 1545402"/>
                  <a:gd name="connsiteY10" fmla="*/ 595664 h 613153"/>
                  <a:gd name="connsiteX11" fmla="*/ 1322868 w 1545402"/>
                  <a:gd name="connsiteY11" fmla="*/ 613153 h 613153"/>
                  <a:gd name="connsiteX12" fmla="*/ 687935 w 1545402"/>
                  <a:gd name="connsiteY12" fmla="*/ 613153 h 613153"/>
                  <a:gd name="connsiteX13" fmla="*/ 643087 w 1545402"/>
                  <a:gd name="connsiteY13" fmla="*/ 608632 h 613153"/>
                  <a:gd name="connsiteX14" fmla="*/ 632113 w 1545402"/>
                  <a:gd name="connsiteY14" fmla="*/ 605225 h 613153"/>
                  <a:gd name="connsiteX15" fmla="*/ 623057 w 1545402"/>
                  <a:gd name="connsiteY15" fmla="*/ 604312 h 613153"/>
                  <a:gd name="connsiteX16" fmla="*/ 584858 w 1545402"/>
                  <a:gd name="connsiteY16" fmla="*/ 592455 h 613153"/>
                  <a:gd name="connsiteX17" fmla="*/ 567599 w 1545402"/>
                  <a:gd name="connsiteY17" fmla="*/ 580818 h 613153"/>
                  <a:gd name="connsiteX18" fmla="*/ 536756 w 1545402"/>
                  <a:gd name="connsiteY18" fmla="*/ 564588 h 613153"/>
                  <a:gd name="connsiteX19" fmla="*/ 501846 w 1545402"/>
                  <a:gd name="connsiteY19" fmla="*/ 536073 h 613153"/>
                  <a:gd name="connsiteX20" fmla="*/ 52882 w 1545402"/>
                  <a:gd name="connsiteY20" fmla="*/ 87107 h 613153"/>
                  <a:gd name="connsiteX21" fmla="*/ 3998 w 1545402"/>
                  <a:gd name="connsiteY21" fmla="*/ 13491 h 613153"/>
                  <a:gd name="connsiteX22" fmla="*/ 0 w 1545402"/>
                  <a:gd name="connsiteY22" fmla="*/ 0 h 613153"/>
                  <a:gd name="connsiteX23" fmla="*/ 13807 w 1545402"/>
                  <a:gd name="connsiteY23" fmla="*/ 25439 h 613153"/>
                  <a:gd name="connsiteX24" fmla="*/ 198336 w 1545402"/>
                  <a:gd name="connsiteY24" fmla="*/ 123552 h 613153"/>
                  <a:gd name="connsiteX25" fmla="*/ 465402 w 1545402"/>
                  <a:gd name="connsiteY25" fmla="*/ 123552 h 613153"/>
                  <a:gd name="connsiteX26" fmla="*/ 465401 w 1545402"/>
                  <a:gd name="connsiteY26" fmla="*/ 336679 h 613153"/>
                  <a:gd name="connsiteX27" fmla="*/ 465402 w 1545402"/>
                  <a:gd name="connsiteY27" fmla="*/ 336675 h 613153"/>
                  <a:gd name="connsiteX28" fmla="*/ 465403 w 1545402"/>
                  <a:gd name="connsiteY28" fmla="*/ 123551 h 613153"/>
                  <a:gd name="connsiteX29" fmla="*/ 781727 w 1545402"/>
                  <a:gd name="connsiteY29" fmla="*/ 123551 h 613153"/>
                  <a:gd name="connsiteX30" fmla="*/ 781728 w 1545402"/>
                  <a:gd name="connsiteY30" fmla="*/ 123552 h 613153"/>
                  <a:gd name="connsiteX31" fmla="*/ 1229076 w 1545402"/>
                  <a:gd name="connsiteY31" fmla="*/ 123552 h 613153"/>
                  <a:gd name="connsiteX32" fmla="*/ 1229077 w 1545402"/>
                  <a:gd name="connsiteY32" fmla="*/ 123551 h 613153"/>
                  <a:gd name="connsiteX33" fmla="*/ 1545401 w 1545402"/>
                  <a:gd name="connsiteY33" fmla="*/ 123551 h 61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45402" h="613153">
                    <a:moveTo>
                      <a:pt x="1545402" y="390619"/>
                    </a:moveTo>
                    <a:cubicBezTo>
                      <a:pt x="1545401" y="467432"/>
                      <a:pt x="1506483" y="535156"/>
                      <a:pt x="1447288" y="575147"/>
                    </a:cubicBezTo>
                    <a:lnTo>
                      <a:pt x="1421849" y="588954"/>
                    </a:lnTo>
                    <a:lnTo>
                      <a:pt x="1394103" y="597177"/>
                    </a:lnTo>
                    <a:cubicBezTo>
                      <a:pt x="1323968" y="610756"/>
                      <a:pt x="1248561" y="590387"/>
                      <a:pt x="1194246" y="536072"/>
                    </a:cubicBezTo>
                    <a:lnTo>
                      <a:pt x="1042889" y="384715"/>
                    </a:lnTo>
                    <a:lnTo>
                      <a:pt x="1042889" y="384717"/>
                    </a:lnTo>
                    <a:lnTo>
                      <a:pt x="1194246" y="536072"/>
                    </a:lnTo>
                    <a:cubicBezTo>
                      <a:pt x="1248561" y="590388"/>
                      <a:pt x="1323969" y="610757"/>
                      <a:pt x="1394103" y="597178"/>
                    </a:cubicBezTo>
                    <a:lnTo>
                      <a:pt x="1421850" y="588954"/>
                    </a:lnTo>
                    <a:lnTo>
                      <a:pt x="1409488" y="595664"/>
                    </a:lnTo>
                    <a:cubicBezTo>
                      <a:pt x="1382864" y="606925"/>
                      <a:pt x="1353593" y="613153"/>
                      <a:pt x="1322868" y="613153"/>
                    </a:cubicBezTo>
                    <a:lnTo>
                      <a:pt x="687935" y="613153"/>
                    </a:lnTo>
                    <a:cubicBezTo>
                      <a:pt x="672573" y="613153"/>
                      <a:pt x="657574" y="611596"/>
                      <a:pt x="643087" y="608632"/>
                    </a:cubicBezTo>
                    <a:lnTo>
                      <a:pt x="632113" y="605225"/>
                    </a:lnTo>
                    <a:lnTo>
                      <a:pt x="623057" y="604312"/>
                    </a:lnTo>
                    <a:cubicBezTo>
                      <a:pt x="609809" y="601601"/>
                      <a:pt x="597031" y="597603"/>
                      <a:pt x="584858" y="592455"/>
                    </a:cubicBezTo>
                    <a:lnTo>
                      <a:pt x="567599" y="580818"/>
                    </a:lnTo>
                    <a:lnTo>
                      <a:pt x="536756" y="564588"/>
                    </a:lnTo>
                    <a:cubicBezTo>
                      <a:pt x="524417" y="556441"/>
                      <a:pt x="512710" y="546936"/>
                      <a:pt x="501846" y="536073"/>
                    </a:cubicBezTo>
                    <a:lnTo>
                      <a:pt x="52882" y="87107"/>
                    </a:lnTo>
                    <a:cubicBezTo>
                      <a:pt x="31156" y="65382"/>
                      <a:pt x="14860" y="40280"/>
                      <a:pt x="3998" y="13491"/>
                    </a:cubicBezTo>
                    <a:lnTo>
                      <a:pt x="0" y="0"/>
                    </a:lnTo>
                    <a:lnTo>
                      <a:pt x="13807" y="25439"/>
                    </a:lnTo>
                    <a:cubicBezTo>
                      <a:pt x="53798" y="84633"/>
                      <a:pt x="121522" y="123552"/>
                      <a:pt x="198336" y="123552"/>
                    </a:cubicBezTo>
                    <a:lnTo>
                      <a:pt x="465402" y="123552"/>
                    </a:lnTo>
                    <a:lnTo>
                      <a:pt x="465401" y="336679"/>
                    </a:lnTo>
                    <a:lnTo>
                      <a:pt x="465402" y="336675"/>
                    </a:lnTo>
                    <a:lnTo>
                      <a:pt x="465403" y="123551"/>
                    </a:lnTo>
                    <a:lnTo>
                      <a:pt x="781727" y="123551"/>
                    </a:lnTo>
                    <a:lnTo>
                      <a:pt x="781728" y="123552"/>
                    </a:lnTo>
                    <a:lnTo>
                      <a:pt x="1229076" y="123552"/>
                    </a:lnTo>
                    <a:lnTo>
                      <a:pt x="1229077" y="123551"/>
                    </a:lnTo>
                    <a:lnTo>
                      <a:pt x="1545401" y="123551"/>
                    </a:lnTo>
                    <a:close/>
                  </a:path>
                </a:pathLst>
              </a:custGeom>
              <a:solidFill>
                <a:srgbClr val="5B4084"/>
              </a:solidFill>
              <a:ln>
                <a:noFill/>
              </a:ln>
              <a:effectLst>
                <a:innerShdw blurRad="63500" dist="889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11" name="TextBox 10">
              <a:extLst>
                <a:ext uri="{FF2B5EF4-FFF2-40B4-BE49-F238E27FC236}">
                  <a16:creationId xmlns:a16="http://schemas.microsoft.com/office/drawing/2014/main" id="{A12A159C-AF27-178E-6232-426C800C7C2B}"/>
                </a:ext>
              </a:extLst>
            </p:cNvPr>
            <p:cNvSpPr txBox="1"/>
            <p:nvPr/>
          </p:nvSpPr>
          <p:spPr>
            <a:xfrm>
              <a:off x="6565169" y="2818850"/>
              <a:ext cx="364994" cy="584775"/>
            </a:xfrm>
            <a:prstGeom prst="rect">
              <a:avLst/>
            </a:prstGeom>
            <a:noFill/>
          </p:spPr>
          <p:txBody>
            <a:bodyPr wrap="square" rtlCol="0">
              <a:spAutoFit/>
            </a:bodyPr>
            <a:lstStyle/>
            <a:p>
              <a:pPr algn="ctr"/>
              <a:r>
                <a:rPr lang="en-MY" sz="3200" dirty="0">
                  <a:solidFill>
                    <a:schemeClr val="bg2">
                      <a:lumMod val="90000"/>
                    </a:schemeClr>
                  </a:solidFill>
                  <a:latin typeface="Daytona Condensed" panose="020B0506030503040204" pitchFamily="34" charset="0"/>
                </a:rPr>
                <a:t>2</a:t>
              </a:r>
            </a:p>
          </p:txBody>
        </p:sp>
      </p:grpSp>
    </p:spTree>
    <p:custDataLst>
      <p:tags r:id="rId1"/>
    </p:custDataLst>
    <p:extLst>
      <p:ext uri="{BB962C8B-B14F-4D97-AF65-F5344CB8AC3E}">
        <p14:creationId xmlns:p14="http://schemas.microsoft.com/office/powerpoint/2010/main" val="69735801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4000" fill="hold" nodeType="withEffect" p14:presetBounceEnd="60000">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14:bounceEnd="60000">
                                          <p:cBhvr additive="base">
                                            <p:cTn id="7" dur="1000" fill="hold"/>
                                            <p:tgtEl>
                                              <p:spTgt spid="4"/>
                                            </p:tgtEl>
                                            <p:attrNameLst>
                                              <p:attrName>ppt_x</p:attrName>
                                            </p:attrNameLst>
                                          </p:cBhvr>
                                          <p:tavLst>
                                            <p:tav tm="0">
                                              <p:val>
                                                <p:strVal val="0-#ppt_w/2"/>
                                              </p:val>
                                            </p:tav>
                                            <p:tav tm="100000">
                                              <p:val>
                                                <p:strVal val="#ppt_x"/>
                                              </p:val>
                                            </p:tav>
                                          </p:tavLst>
                                        </p:anim>
                                        <p:anim calcmode="lin" valueType="num" p14:bounceEnd="60000">
                                          <p:cBhvr additive="base">
                                            <p:cTn id="8" dur="1000" fill="hold"/>
                                            <p:tgtEl>
                                              <p:spTgt spid="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25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750"/>
                                </p:stCondLst>
                                <p:childTnLst>
                                  <p:par>
                                    <p:cTn id="13" presetID="2" presetClass="entr" presetSubtype="2" accel="44000" fill="hold" nodeType="afterEffect" p14:presetBounceEnd="60000">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14:bounceEnd="60000">
                                          <p:cBhvr additive="base">
                                            <p:cTn id="15" dur="1000" fill="hold"/>
                                            <p:tgtEl>
                                              <p:spTgt spid="9"/>
                                            </p:tgtEl>
                                            <p:attrNameLst>
                                              <p:attrName>ppt_x</p:attrName>
                                            </p:attrNameLst>
                                          </p:cBhvr>
                                          <p:tavLst>
                                            <p:tav tm="0">
                                              <p:val>
                                                <p:strVal val="1+#ppt_w/2"/>
                                              </p:val>
                                            </p:tav>
                                            <p:tav tm="100000">
                                              <p:val>
                                                <p:strVal val="#ppt_x"/>
                                              </p:val>
                                            </p:tav>
                                          </p:tavLst>
                                        </p:anim>
                                        <p:anim calcmode="lin" valueType="num" p14:bounceEnd="60000">
                                          <p:cBhvr additive="base">
                                            <p:cTn id="16" dur="1000" fill="hold"/>
                                            <p:tgtEl>
                                              <p:spTgt spid="9"/>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125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400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25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750"/>
                                </p:stCondLst>
                                <p:childTnLst>
                                  <p:par>
                                    <p:cTn id="13" presetID="2" presetClass="entr" presetSubtype="2" accel="4400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1000" fill="hold"/>
                                            <p:tgtEl>
                                              <p:spTgt spid="9"/>
                                            </p:tgtEl>
                                            <p:attrNameLst>
                                              <p:attrName>ppt_x</p:attrName>
                                            </p:attrNameLst>
                                          </p:cBhvr>
                                          <p:tavLst>
                                            <p:tav tm="0">
                                              <p:val>
                                                <p:strVal val="1+#ppt_w/2"/>
                                              </p:val>
                                            </p:tav>
                                            <p:tav tm="100000">
                                              <p:val>
                                                <p:strVal val="#ppt_x"/>
                                              </p:val>
                                            </p:tav>
                                          </p:tavLst>
                                        </p:anim>
                                        <p:anim calcmode="lin" valueType="num">
                                          <p:cBhvr additive="base">
                                            <p:cTn id="16" dur="1000" fill="hold"/>
                                            <p:tgtEl>
                                              <p:spTgt spid="9"/>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125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1189160-57FB-453E-3DC6-D374AD6C55B2}"/>
              </a:ext>
            </a:extLst>
          </p:cNvPr>
          <p:cNvSpPr/>
          <p:nvPr/>
        </p:nvSpPr>
        <p:spPr>
          <a:xfrm>
            <a:off x="2777156" y="1239565"/>
            <a:ext cx="6637688" cy="2116170"/>
          </a:xfrm>
          <a:prstGeom prst="roundRect">
            <a:avLst>
              <a:gd name="adj" fmla="val 12664"/>
            </a:avLst>
          </a:prstGeom>
          <a:solidFill>
            <a:srgbClr val="0D4689">
              <a:alpha val="84000"/>
            </a:srgb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504000" rtlCol="0" anchor="ctr"/>
          <a:lstStyle/>
          <a:p>
            <a:r>
              <a:rPr lang="en-US" dirty="0">
                <a:solidFill>
                  <a:schemeClr val="bg1"/>
                </a:solidFill>
                <a:latin typeface="Arial" panose="020B0604020202020204" pitchFamily="34" charset="0"/>
                <a:cs typeface="Arial" panose="020B0604020202020204" pitchFamily="34" charset="0"/>
              </a:rPr>
              <a:t>Fatigue management is a </a:t>
            </a:r>
            <a:r>
              <a:rPr lang="en-US" b="1" dirty="0">
                <a:solidFill>
                  <a:schemeClr val="bg1"/>
                </a:solidFill>
                <a:latin typeface="Arial" panose="020B0604020202020204" pitchFamily="34" charset="0"/>
                <a:cs typeface="Arial" panose="020B0604020202020204" pitchFamily="34" charset="0"/>
              </a:rPr>
              <a:t>shared responsibility between management and workers</a:t>
            </a:r>
            <a:r>
              <a:rPr lang="en-US" dirty="0">
                <a:solidFill>
                  <a:schemeClr val="bg1"/>
                </a:solidFill>
                <a:latin typeface="Arial" panose="020B0604020202020204" pitchFamily="34" charset="0"/>
                <a:cs typeface="Arial" panose="020B0604020202020204" pitchFamily="34" charset="0"/>
              </a:rPr>
              <a:t>, as it involves factors both inside and outside of work. Employers and persons conducting a business or undertaking (PCBUs) are responsible for using a </a:t>
            </a:r>
            <a:r>
              <a:rPr lang="en-US" b="1" dirty="0">
                <a:solidFill>
                  <a:schemeClr val="bg1"/>
                </a:solidFill>
                <a:latin typeface="Arial" panose="020B0604020202020204" pitchFamily="34" charset="0"/>
                <a:cs typeface="Arial" panose="020B0604020202020204" pitchFamily="34" charset="0"/>
              </a:rPr>
              <a:t>risk management</a:t>
            </a:r>
            <a:r>
              <a:rPr lang="en-US" dirty="0">
                <a:solidFill>
                  <a:schemeClr val="bg1"/>
                </a:solidFill>
                <a:latin typeface="Arial" panose="020B0604020202020204" pitchFamily="34" charset="0"/>
                <a:cs typeface="Arial" panose="020B0604020202020204" pitchFamily="34" charset="0"/>
              </a:rPr>
              <a:t> approach to manage fatigue.</a:t>
            </a:r>
          </a:p>
        </p:txBody>
      </p:sp>
      <p:sp>
        <p:nvSpPr>
          <p:cNvPr id="3" name="Rectangle: Rounded Corners 2">
            <a:extLst>
              <a:ext uri="{FF2B5EF4-FFF2-40B4-BE49-F238E27FC236}">
                <a16:creationId xmlns:a16="http://schemas.microsoft.com/office/drawing/2014/main" id="{A9C9F7E2-9D08-90AC-F889-B04CE852747A}"/>
              </a:ext>
            </a:extLst>
          </p:cNvPr>
          <p:cNvSpPr/>
          <p:nvPr/>
        </p:nvSpPr>
        <p:spPr>
          <a:xfrm rot="2700000">
            <a:off x="2436854" y="1964677"/>
            <a:ext cx="680603" cy="680603"/>
          </a:xfrm>
          <a:prstGeom prst="roundRect">
            <a:avLst>
              <a:gd name="adj" fmla="val 15979"/>
            </a:avLst>
          </a:prstGeom>
          <a:solidFill>
            <a:srgbClr val="0D4689"/>
          </a:solidFill>
          <a:ln w="889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Rectangle: Rounded Corners 3">
            <a:extLst>
              <a:ext uri="{FF2B5EF4-FFF2-40B4-BE49-F238E27FC236}">
                <a16:creationId xmlns:a16="http://schemas.microsoft.com/office/drawing/2014/main" id="{349AD03E-4240-97F9-F016-ACB0E5B71D7B}"/>
              </a:ext>
            </a:extLst>
          </p:cNvPr>
          <p:cNvSpPr/>
          <p:nvPr/>
        </p:nvSpPr>
        <p:spPr>
          <a:xfrm>
            <a:off x="2777156" y="3482690"/>
            <a:ext cx="6637688" cy="2116170"/>
          </a:xfrm>
          <a:prstGeom prst="roundRect">
            <a:avLst>
              <a:gd name="adj" fmla="val 12664"/>
            </a:avLst>
          </a:prstGeom>
          <a:solidFill>
            <a:srgbClr val="0D4689">
              <a:alpha val="84000"/>
            </a:srgbClr>
          </a:solidFill>
          <a:ln w="50800">
            <a:noFill/>
          </a:ln>
        </p:spPr>
        <p:style>
          <a:lnRef idx="2">
            <a:schemeClr val="accent1">
              <a:shade val="15000"/>
            </a:schemeClr>
          </a:lnRef>
          <a:fillRef idx="1">
            <a:schemeClr val="accent1"/>
          </a:fillRef>
          <a:effectRef idx="0">
            <a:schemeClr val="accent1"/>
          </a:effectRef>
          <a:fontRef idx="minor">
            <a:schemeClr val="lt1"/>
          </a:fontRef>
        </p:style>
        <p:txBody>
          <a:bodyPr lIns="504000" rtlCol="0" anchor="ctr"/>
          <a:lstStyle/>
          <a:p>
            <a:r>
              <a:rPr lang="en-US" dirty="0">
                <a:solidFill>
                  <a:schemeClr val="bg1"/>
                </a:solidFill>
                <a:latin typeface="Arial" panose="020B0604020202020204" pitchFamily="34" charset="0"/>
                <a:cs typeface="Arial" panose="020B0604020202020204" pitchFamily="34" charset="0"/>
              </a:rPr>
              <a:t>A fatigue management system is a </a:t>
            </a:r>
            <a:r>
              <a:rPr lang="en-US" b="1" dirty="0">
                <a:solidFill>
                  <a:schemeClr val="bg1"/>
                </a:solidFill>
                <a:latin typeface="Arial" panose="020B0604020202020204" pitchFamily="34" charset="0"/>
                <a:cs typeface="Arial" panose="020B0604020202020204" pitchFamily="34" charset="0"/>
              </a:rPr>
              <a:t>set of procedures used to minimize the risk of fatigue and its impact on productivity</a:t>
            </a:r>
            <a:r>
              <a:rPr lang="en-US" dirty="0">
                <a:solidFill>
                  <a:schemeClr val="bg1"/>
                </a:solidFill>
                <a:latin typeface="Arial" panose="020B0604020202020204" pitchFamily="34" charset="0"/>
                <a:cs typeface="Arial" panose="020B0604020202020204" pitchFamily="34" charset="0"/>
              </a:rPr>
              <a:t>. Fatigue management systems should include a set of procedures that </a:t>
            </a:r>
            <a:r>
              <a:rPr lang="en-US" dirty="0" err="1">
                <a:solidFill>
                  <a:schemeClr val="bg1"/>
                </a:solidFill>
                <a:latin typeface="Arial" panose="020B0604020202020204" pitchFamily="34" charset="0"/>
                <a:cs typeface="Arial" panose="020B0604020202020204" pitchFamily="34" charset="0"/>
              </a:rPr>
              <a:t>minimise</a:t>
            </a:r>
            <a:r>
              <a:rPr lang="en-US" dirty="0">
                <a:solidFill>
                  <a:schemeClr val="bg1"/>
                </a:solidFill>
                <a:latin typeface="Arial" panose="020B0604020202020204" pitchFamily="34" charset="0"/>
                <a:cs typeface="Arial" panose="020B0604020202020204" pitchFamily="34" charset="0"/>
              </a:rPr>
              <a:t> the likelihood of fatigue. A set of policies that address how employee fatigue will be handled.</a:t>
            </a:r>
            <a:endParaRPr lang="en-MY" dirty="0">
              <a:solidFill>
                <a:schemeClr val="bg1"/>
              </a:solidFill>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C515BF70-7004-96BD-9F4A-E884DCD363F4}"/>
              </a:ext>
            </a:extLst>
          </p:cNvPr>
          <p:cNvSpPr/>
          <p:nvPr/>
        </p:nvSpPr>
        <p:spPr>
          <a:xfrm rot="2700000">
            <a:off x="2436854" y="4207802"/>
            <a:ext cx="680603" cy="680603"/>
          </a:xfrm>
          <a:prstGeom prst="roundRect">
            <a:avLst>
              <a:gd name="adj" fmla="val 15979"/>
            </a:avLst>
          </a:prstGeom>
          <a:solidFill>
            <a:srgbClr val="0D4689"/>
          </a:solidFill>
          <a:ln w="889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01458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par>
                                <p:cTn id="12" presetID="10" presetClass="entr" presetSubtype="0" fill="hold" grpId="0" nodeType="withEffect">
                                  <p:stCondLst>
                                    <p:cond delay="203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22300"/>
                            </p:stCondLst>
                            <p:childTnLst>
                              <p:par>
                                <p:cTn id="16" presetID="2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5383A893-1C0F-823F-8D2D-6E4DFD18102E}"/>
              </a:ext>
            </a:extLst>
          </p:cNvPr>
          <p:cNvSpPr>
            <a:spLocks noGrp="1" noChangeArrowheads="1"/>
          </p:cNvSpPr>
          <p:nvPr>
            <p:ph type="title"/>
          </p:nvPr>
        </p:nvSpPr>
        <p:spPr bwMode="auto">
          <a:xfrm>
            <a:off x="723900" y="114300"/>
            <a:ext cx="11202988" cy="527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r>
              <a:rPr lang="en-MY" altLang="en-US"/>
              <a:t>PAX 05.05.08   PASSENGER ACCEPTANCE</a:t>
            </a:r>
          </a:p>
        </p:txBody>
      </p:sp>
      <p:sp>
        <p:nvSpPr>
          <p:cNvPr id="75779" name="Text Placeholder 5">
            <a:extLst>
              <a:ext uri="{FF2B5EF4-FFF2-40B4-BE49-F238E27FC236}">
                <a16:creationId xmlns:a16="http://schemas.microsoft.com/office/drawing/2014/main" id="{0E7AEEC6-CAF7-ACFC-3852-E9B042BD903F}"/>
              </a:ext>
            </a:extLst>
          </p:cNvPr>
          <p:cNvSpPr>
            <a:spLocks noGrp="1" noChangeArrowheads="1"/>
          </p:cNvSpPr>
          <p:nvPr>
            <p:ph type="body" sz="quarter" idx="14"/>
          </p:nvPr>
        </p:nvSpPr>
        <p:spPr bwMode="auto">
          <a:xfrm>
            <a:off x="723900" y="584200"/>
            <a:ext cx="7273925" cy="44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MY" altLang="en-US"/>
              <a:t>Upgrade And Downgrade</a:t>
            </a:r>
          </a:p>
        </p:txBody>
      </p:sp>
      <p:pic>
        <p:nvPicPr>
          <p:cNvPr id="75780" name="Picture 3" descr="A blue and black rectangle&#10;&#10;AI-generated content may be incorrect.">
            <a:extLst>
              <a:ext uri="{FF2B5EF4-FFF2-40B4-BE49-F238E27FC236}">
                <a16:creationId xmlns:a16="http://schemas.microsoft.com/office/drawing/2014/main" id="{2DA36DC6-F52E-C4E1-828C-6DB6B042F2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225" y="1335088"/>
            <a:ext cx="7747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5781" name="Group 22">
            <a:extLst>
              <a:ext uri="{FF2B5EF4-FFF2-40B4-BE49-F238E27FC236}">
                <a16:creationId xmlns:a16="http://schemas.microsoft.com/office/drawing/2014/main" id="{855ED78F-01D2-94D4-1C40-A62F17800E14}"/>
              </a:ext>
            </a:extLst>
          </p:cNvPr>
          <p:cNvGrpSpPr>
            <a:grpSpLocks/>
          </p:cNvGrpSpPr>
          <p:nvPr/>
        </p:nvGrpSpPr>
        <p:grpSpPr bwMode="auto">
          <a:xfrm>
            <a:off x="90488" y="4757195"/>
            <a:ext cx="5183187" cy="1017588"/>
            <a:chOff x="51078" y="4905522"/>
            <a:chExt cx="5183530" cy="1018200"/>
          </a:xfrm>
        </p:grpSpPr>
        <p:sp>
          <p:nvSpPr>
            <p:cNvPr id="21" name="Rectangle 20">
              <a:extLst>
                <a:ext uri="{FF2B5EF4-FFF2-40B4-BE49-F238E27FC236}">
                  <a16:creationId xmlns:a16="http://schemas.microsoft.com/office/drawing/2014/main" id="{6B1371F9-2857-545E-5B97-8A95BF355A8D}"/>
                </a:ext>
              </a:extLst>
            </p:cNvPr>
            <p:cNvSpPr/>
            <p:nvPr/>
          </p:nvSpPr>
          <p:spPr>
            <a:xfrm>
              <a:off x="317796" y="4905522"/>
              <a:ext cx="4916812" cy="1018200"/>
            </a:xfrm>
            <a:prstGeom prst="rect">
              <a:avLst/>
            </a:prstGeom>
            <a:solidFill>
              <a:srgbClr val="FBE9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en-US" dirty="0">
                  <a:solidFill>
                    <a:schemeClr val="tx1"/>
                  </a:solidFill>
                  <a:latin typeface="Arial" panose="020B0604020202020204" pitchFamily="34" charset="0"/>
                  <a:cs typeface="Arial" panose="020B0604020202020204" pitchFamily="34" charset="0"/>
                </a:rPr>
                <a:t>If no seats available, passengers must be informed, and ticket must be downgraded accordingly</a:t>
              </a:r>
            </a:p>
          </p:txBody>
        </p:sp>
        <p:sp>
          <p:nvSpPr>
            <p:cNvPr id="22" name="Rectangle 21">
              <a:extLst>
                <a:ext uri="{FF2B5EF4-FFF2-40B4-BE49-F238E27FC236}">
                  <a16:creationId xmlns:a16="http://schemas.microsoft.com/office/drawing/2014/main" id="{051955E3-3FA6-D2DB-174B-BA2C772FA236}"/>
                </a:ext>
              </a:extLst>
            </p:cNvPr>
            <p:cNvSpPr/>
            <p:nvPr/>
          </p:nvSpPr>
          <p:spPr>
            <a:xfrm>
              <a:off x="51078" y="4905522"/>
              <a:ext cx="266718" cy="1018200"/>
            </a:xfrm>
            <a:prstGeom prst="rect">
              <a:avLst/>
            </a:prstGeom>
            <a:solidFill>
              <a:srgbClr val="8B1B5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Arial" panose="020B0604020202020204" pitchFamily="34" charset="0"/>
                <a:cs typeface="Arial" panose="020B0604020202020204" pitchFamily="34" charset="0"/>
              </a:endParaRPr>
            </a:p>
          </p:txBody>
        </p:sp>
      </p:grpSp>
      <p:grpSp>
        <p:nvGrpSpPr>
          <p:cNvPr id="75782" name="Group 23">
            <a:extLst>
              <a:ext uri="{FF2B5EF4-FFF2-40B4-BE49-F238E27FC236}">
                <a16:creationId xmlns:a16="http://schemas.microsoft.com/office/drawing/2014/main" id="{C77B6D47-43BF-9CAD-5C63-0596DE0548B5}"/>
              </a:ext>
            </a:extLst>
          </p:cNvPr>
          <p:cNvGrpSpPr>
            <a:grpSpLocks/>
          </p:cNvGrpSpPr>
          <p:nvPr/>
        </p:nvGrpSpPr>
        <p:grpSpPr bwMode="auto">
          <a:xfrm>
            <a:off x="90488" y="4121149"/>
            <a:ext cx="5183187" cy="587375"/>
            <a:chOff x="51078" y="4905522"/>
            <a:chExt cx="5183530" cy="1018200"/>
          </a:xfrm>
        </p:grpSpPr>
        <p:sp>
          <p:nvSpPr>
            <p:cNvPr id="25" name="Rectangle 24">
              <a:extLst>
                <a:ext uri="{FF2B5EF4-FFF2-40B4-BE49-F238E27FC236}">
                  <a16:creationId xmlns:a16="http://schemas.microsoft.com/office/drawing/2014/main" id="{423DC820-663D-10FD-07D8-55DD3FAB76B0}"/>
                </a:ext>
              </a:extLst>
            </p:cNvPr>
            <p:cNvSpPr/>
            <p:nvPr/>
          </p:nvSpPr>
          <p:spPr>
            <a:xfrm>
              <a:off x="317796" y="4905522"/>
              <a:ext cx="4916812" cy="1018200"/>
            </a:xfrm>
            <a:prstGeom prst="rect">
              <a:avLst/>
            </a:prstGeom>
            <a:solidFill>
              <a:srgbClr val="FBE9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en-US" dirty="0">
                  <a:solidFill>
                    <a:schemeClr val="tx1"/>
                  </a:solidFill>
                  <a:latin typeface="Arial" panose="020B0604020202020204" pitchFamily="34" charset="0"/>
                  <a:cs typeface="Arial" panose="020B0604020202020204" pitchFamily="34" charset="0"/>
                </a:rPr>
                <a:t>GSP Duty Officer shall monitor availability</a:t>
              </a:r>
            </a:p>
          </p:txBody>
        </p:sp>
        <p:sp>
          <p:nvSpPr>
            <p:cNvPr id="26" name="Rectangle 25">
              <a:extLst>
                <a:ext uri="{FF2B5EF4-FFF2-40B4-BE49-F238E27FC236}">
                  <a16:creationId xmlns:a16="http://schemas.microsoft.com/office/drawing/2014/main" id="{3B3BF36F-12C4-00F6-DAE8-E3F97CCE70D7}"/>
                </a:ext>
              </a:extLst>
            </p:cNvPr>
            <p:cNvSpPr/>
            <p:nvPr/>
          </p:nvSpPr>
          <p:spPr>
            <a:xfrm>
              <a:off x="51078" y="4905522"/>
              <a:ext cx="266718" cy="1018200"/>
            </a:xfrm>
            <a:prstGeom prst="rect">
              <a:avLst/>
            </a:prstGeom>
            <a:solidFill>
              <a:srgbClr val="8B1B5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Arial" panose="020B0604020202020204" pitchFamily="34" charset="0"/>
                <a:cs typeface="Arial" panose="020B0604020202020204" pitchFamily="34" charset="0"/>
              </a:endParaRPr>
            </a:p>
          </p:txBody>
        </p:sp>
      </p:grpSp>
      <p:grpSp>
        <p:nvGrpSpPr>
          <p:cNvPr id="75783" name="Group 27">
            <a:extLst>
              <a:ext uri="{FF2B5EF4-FFF2-40B4-BE49-F238E27FC236}">
                <a16:creationId xmlns:a16="http://schemas.microsoft.com/office/drawing/2014/main" id="{90DCA600-F519-8FDA-B5C8-47C96E70EB31}"/>
              </a:ext>
            </a:extLst>
          </p:cNvPr>
          <p:cNvGrpSpPr>
            <a:grpSpLocks/>
          </p:cNvGrpSpPr>
          <p:nvPr/>
        </p:nvGrpSpPr>
        <p:grpSpPr bwMode="auto">
          <a:xfrm>
            <a:off x="90488" y="3248024"/>
            <a:ext cx="5183187" cy="844550"/>
            <a:chOff x="51078" y="4905522"/>
            <a:chExt cx="5183530" cy="1018200"/>
          </a:xfrm>
        </p:grpSpPr>
        <p:sp>
          <p:nvSpPr>
            <p:cNvPr id="29" name="Rectangle 28">
              <a:extLst>
                <a:ext uri="{FF2B5EF4-FFF2-40B4-BE49-F238E27FC236}">
                  <a16:creationId xmlns:a16="http://schemas.microsoft.com/office/drawing/2014/main" id="{22C9021E-F0BB-4008-AEF1-C90B8CC17081}"/>
                </a:ext>
              </a:extLst>
            </p:cNvPr>
            <p:cNvSpPr/>
            <p:nvPr/>
          </p:nvSpPr>
          <p:spPr>
            <a:xfrm>
              <a:off x="317796" y="4905522"/>
              <a:ext cx="4916812" cy="1018200"/>
            </a:xfrm>
            <a:prstGeom prst="rect">
              <a:avLst/>
            </a:prstGeom>
            <a:solidFill>
              <a:srgbClr val="FBE9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en-US" dirty="0">
                  <a:solidFill>
                    <a:schemeClr val="tx1"/>
                  </a:solidFill>
                  <a:latin typeface="Arial" panose="020B0604020202020204" pitchFamily="34" charset="0"/>
                  <a:cs typeface="Arial" panose="020B0604020202020204" pitchFamily="34" charset="0"/>
                </a:rPr>
                <a:t>Direct the passenger to lounge while waiting the upgrade confirmation</a:t>
              </a:r>
            </a:p>
          </p:txBody>
        </p:sp>
        <p:sp>
          <p:nvSpPr>
            <p:cNvPr id="30" name="Rectangle 29">
              <a:extLst>
                <a:ext uri="{FF2B5EF4-FFF2-40B4-BE49-F238E27FC236}">
                  <a16:creationId xmlns:a16="http://schemas.microsoft.com/office/drawing/2014/main" id="{E272739D-FB34-CD65-E30C-31C687335BDD}"/>
                </a:ext>
              </a:extLst>
            </p:cNvPr>
            <p:cNvSpPr/>
            <p:nvPr/>
          </p:nvSpPr>
          <p:spPr>
            <a:xfrm>
              <a:off x="51078" y="4905522"/>
              <a:ext cx="266718" cy="1018200"/>
            </a:xfrm>
            <a:prstGeom prst="rect">
              <a:avLst/>
            </a:prstGeom>
            <a:solidFill>
              <a:srgbClr val="8B1B5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Arial" panose="020B0604020202020204" pitchFamily="34" charset="0"/>
                <a:cs typeface="Arial" panose="020B0604020202020204" pitchFamily="34" charset="0"/>
              </a:endParaRPr>
            </a:p>
          </p:txBody>
        </p:sp>
      </p:grpSp>
      <p:grpSp>
        <p:nvGrpSpPr>
          <p:cNvPr id="75784" name="Group 36">
            <a:extLst>
              <a:ext uri="{FF2B5EF4-FFF2-40B4-BE49-F238E27FC236}">
                <a16:creationId xmlns:a16="http://schemas.microsoft.com/office/drawing/2014/main" id="{C0785792-05B1-DFA9-4E4F-B386B3B9F055}"/>
              </a:ext>
            </a:extLst>
          </p:cNvPr>
          <p:cNvGrpSpPr>
            <a:grpSpLocks/>
          </p:cNvGrpSpPr>
          <p:nvPr/>
        </p:nvGrpSpPr>
        <p:grpSpPr bwMode="auto">
          <a:xfrm flipH="1">
            <a:off x="6918325" y="1827213"/>
            <a:ext cx="5183188" cy="587375"/>
            <a:chOff x="51078" y="4905522"/>
            <a:chExt cx="5183530" cy="1018200"/>
          </a:xfrm>
        </p:grpSpPr>
        <p:sp>
          <p:nvSpPr>
            <p:cNvPr id="44" name="Rectangle 43">
              <a:extLst>
                <a:ext uri="{FF2B5EF4-FFF2-40B4-BE49-F238E27FC236}">
                  <a16:creationId xmlns:a16="http://schemas.microsoft.com/office/drawing/2014/main" id="{10B6179B-A53D-1D8A-EAEC-974CC81780AC}"/>
                </a:ext>
              </a:extLst>
            </p:cNvPr>
            <p:cNvSpPr/>
            <p:nvPr/>
          </p:nvSpPr>
          <p:spPr>
            <a:xfrm>
              <a:off x="317796" y="4905522"/>
              <a:ext cx="4916812" cy="1018200"/>
            </a:xfrm>
            <a:prstGeom prst="rect">
              <a:avLst/>
            </a:prstGeom>
            <a:solidFill>
              <a:srgbClr val="DAE5E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r" eaLnBrk="1" fontAlgn="auto" hangingPunct="1">
                <a:spcBef>
                  <a:spcPts val="0"/>
                </a:spcBef>
                <a:spcAft>
                  <a:spcPts val="0"/>
                </a:spcAft>
                <a:defRPr/>
              </a:pPr>
              <a:r>
                <a:rPr lang="en-US" dirty="0">
                  <a:solidFill>
                    <a:schemeClr val="tx1"/>
                  </a:solidFill>
                  <a:latin typeface="Arial" panose="020B0604020202020204" pitchFamily="34" charset="0"/>
                  <a:cs typeface="Arial" panose="020B0604020202020204" pitchFamily="34" charset="0"/>
                </a:rPr>
                <a:t>Explain to the passenger</a:t>
              </a:r>
            </a:p>
          </p:txBody>
        </p:sp>
        <p:sp>
          <p:nvSpPr>
            <p:cNvPr id="45" name="Rectangle 44">
              <a:extLst>
                <a:ext uri="{FF2B5EF4-FFF2-40B4-BE49-F238E27FC236}">
                  <a16:creationId xmlns:a16="http://schemas.microsoft.com/office/drawing/2014/main" id="{DDDD116D-2839-06E9-B077-7EC0566F09E6}"/>
                </a:ext>
              </a:extLst>
            </p:cNvPr>
            <p:cNvSpPr/>
            <p:nvPr/>
          </p:nvSpPr>
          <p:spPr>
            <a:xfrm>
              <a:off x="51078" y="4905522"/>
              <a:ext cx="266718" cy="1018200"/>
            </a:xfrm>
            <a:prstGeom prst="rect">
              <a:avLst/>
            </a:pr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Arial" panose="020B0604020202020204" pitchFamily="34" charset="0"/>
                <a:cs typeface="Arial" panose="020B0604020202020204" pitchFamily="34" charset="0"/>
              </a:endParaRPr>
            </a:p>
          </p:txBody>
        </p:sp>
      </p:grpSp>
      <p:grpSp>
        <p:nvGrpSpPr>
          <p:cNvPr id="75785" name="Group 37">
            <a:extLst>
              <a:ext uri="{FF2B5EF4-FFF2-40B4-BE49-F238E27FC236}">
                <a16:creationId xmlns:a16="http://schemas.microsoft.com/office/drawing/2014/main" id="{F5111461-323C-9529-0FD0-21278FA504F5}"/>
              </a:ext>
            </a:extLst>
          </p:cNvPr>
          <p:cNvGrpSpPr>
            <a:grpSpLocks/>
          </p:cNvGrpSpPr>
          <p:nvPr/>
        </p:nvGrpSpPr>
        <p:grpSpPr bwMode="auto">
          <a:xfrm flipH="1">
            <a:off x="6918325" y="3332163"/>
            <a:ext cx="5183188" cy="846137"/>
            <a:chOff x="51078" y="4905522"/>
            <a:chExt cx="5183530" cy="1018200"/>
          </a:xfrm>
        </p:grpSpPr>
        <p:sp>
          <p:nvSpPr>
            <p:cNvPr id="42" name="Rectangle 41">
              <a:extLst>
                <a:ext uri="{FF2B5EF4-FFF2-40B4-BE49-F238E27FC236}">
                  <a16:creationId xmlns:a16="http://schemas.microsoft.com/office/drawing/2014/main" id="{18A9EA5F-0419-130E-E887-D1BA600944A9}"/>
                </a:ext>
              </a:extLst>
            </p:cNvPr>
            <p:cNvSpPr/>
            <p:nvPr/>
          </p:nvSpPr>
          <p:spPr>
            <a:xfrm>
              <a:off x="317796" y="4905522"/>
              <a:ext cx="4916812" cy="1018200"/>
            </a:xfrm>
            <a:prstGeom prst="rect">
              <a:avLst/>
            </a:prstGeom>
            <a:solidFill>
              <a:srgbClr val="DAE5E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r" eaLnBrk="1" fontAlgn="auto" hangingPunct="1">
                <a:spcBef>
                  <a:spcPts val="0"/>
                </a:spcBef>
                <a:spcAft>
                  <a:spcPts val="0"/>
                </a:spcAft>
                <a:defRPr/>
              </a:pPr>
              <a:r>
                <a:rPr lang="en-US" dirty="0">
                  <a:solidFill>
                    <a:schemeClr val="tx1"/>
                  </a:solidFill>
                  <a:latin typeface="Arial" panose="020B0604020202020204" pitchFamily="34" charset="0"/>
                  <a:cs typeface="Arial" panose="020B0604020202020204" pitchFamily="34" charset="0"/>
                </a:rPr>
                <a:t>Telex the next station on the situation for multi-sector flights</a:t>
              </a:r>
            </a:p>
          </p:txBody>
        </p:sp>
        <p:sp>
          <p:nvSpPr>
            <p:cNvPr id="43" name="Rectangle 42">
              <a:extLst>
                <a:ext uri="{FF2B5EF4-FFF2-40B4-BE49-F238E27FC236}">
                  <a16:creationId xmlns:a16="http://schemas.microsoft.com/office/drawing/2014/main" id="{98E652D8-B7EC-E325-8A24-B54A8995E2F6}"/>
                </a:ext>
              </a:extLst>
            </p:cNvPr>
            <p:cNvSpPr/>
            <p:nvPr/>
          </p:nvSpPr>
          <p:spPr>
            <a:xfrm>
              <a:off x="51078" y="4905522"/>
              <a:ext cx="266718" cy="1018200"/>
            </a:xfrm>
            <a:prstGeom prst="rect">
              <a:avLst/>
            </a:pr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Arial" panose="020B0604020202020204" pitchFamily="34" charset="0"/>
                <a:cs typeface="Arial" panose="020B0604020202020204" pitchFamily="34" charset="0"/>
              </a:endParaRPr>
            </a:p>
          </p:txBody>
        </p:sp>
      </p:grpSp>
      <p:grpSp>
        <p:nvGrpSpPr>
          <p:cNvPr id="75786" name="Group 38">
            <a:extLst>
              <a:ext uri="{FF2B5EF4-FFF2-40B4-BE49-F238E27FC236}">
                <a16:creationId xmlns:a16="http://schemas.microsoft.com/office/drawing/2014/main" id="{B9778C53-F3C7-FE1B-8674-DEC6256634FF}"/>
              </a:ext>
            </a:extLst>
          </p:cNvPr>
          <p:cNvGrpSpPr>
            <a:grpSpLocks/>
          </p:cNvGrpSpPr>
          <p:nvPr/>
        </p:nvGrpSpPr>
        <p:grpSpPr bwMode="auto">
          <a:xfrm flipH="1">
            <a:off x="6918325" y="2451100"/>
            <a:ext cx="5183188" cy="844550"/>
            <a:chOff x="51078" y="4905522"/>
            <a:chExt cx="5183530" cy="1018200"/>
          </a:xfrm>
        </p:grpSpPr>
        <p:sp>
          <p:nvSpPr>
            <p:cNvPr id="40" name="Rectangle 39">
              <a:extLst>
                <a:ext uri="{FF2B5EF4-FFF2-40B4-BE49-F238E27FC236}">
                  <a16:creationId xmlns:a16="http://schemas.microsoft.com/office/drawing/2014/main" id="{8B8F1920-2DD4-E9A8-DB7B-E9B9FB73DE70}"/>
                </a:ext>
              </a:extLst>
            </p:cNvPr>
            <p:cNvSpPr/>
            <p:nvPr/>
          </p:nvSpPr>
          <p:spPr>
            <a:xfrm>
              <a:off x="317796" y="4905522"/>
              <a:ext cx="4916812" cy="1018200"/>
            </a:xfrm>
            <a:prstGeom prst="rect">
              <a:avLst/>
            </a:prstGeom>
            <a:solidFill>
              <a:srgbClr val="DAE5E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r" eaLnBrk="1" fontAlgn="auto" hangingPunct="1">
                <a:spcBef>
                  <a:spcPts val="0"/>
                </a:spcBef>
                <a:spcAft>
                  <a:spcPts val="0"/>
                </a:spcAft>
                <a:defRPr/>
              </a:pPr>
              <a:r>
                <a:rPr lang="en-US" b="1" dirty="0">
                  <a:solidFill>
                    <a:schemeClr val="tx1"/>
                  </a:solidFill>
                  <a:latin typeface="Arial" panose="020B0604020202020204" pitchFamily="34" charset="0"/>
                  <a:cs typeface="Arial" panose="020B0604020202020204" pitchFamily="34" charset="0"/>
                </a:rPr>
                <a:t>Avoid</a:t>
              </a:r>
              <a:r>
                <a:rPr lang="en-US" dirty="0">
                  <a:solidFill>
                    <a:schemeClr val="tx1"/>
                  </a:solidFill>
                  <a:latin typeface="Arial" panose="020B0604020202020204" pitchFamily="34" charset="0"/>
                  <a:cs typeface="Arial" panose="020B0604020202020204" pitchFamily="34" charset="0"/>
                </a:rPr>
                <a:t> SPML, SPHL, group or families with children</a:t>
              </a:r>
            </a:p>
          </p:txBody>
        </p:sp>
        <p:sp>
          <p:nvSpPr>
            <p:cNvPr id="41" name="Rectangle 40">
              <a:extLst>
                <a:ext uri="{FF2B5EF4-FFF2-40B4-BE49-F238E27FC236}">
                  <a16:creationId xmlns:a16="http://schemas.microsoft.com/office/drawing/2014/main" id="{3044CA85-AB55-DFD2-5131-5F62D6D36536}"/>
                </a:ext>
              </a:extLst>
            </p:cNvPr>
            <p:cNvSpPr/>
            <p:nvPr/>
          </p:nvSpPr>
          <p:spPr>
            <a:xfrm>
              <a:off x="51078" y="4905522"/>
              <a:ext cx="266718" cy="1018200"/>
            </a:xfrm>
            <a:prstGeom prst="rect">
              <a:avLst/>
            </a:pr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Arial" panose="020B0604020202020204" pitchFamily="34" charset="0"/>
                <a:cs typeface="Arial" panose="020B0604020202020204" pitchFamily="34" charset="0"/>
              </a:endParaRPr>
            </a:p>
          </p:txBody>
        </p:sp>
      </p:grpSp>
      <p:grpSp>
        <p:nvGrpSpPr>
          <p:cNvPr id="75787" name="Group 47">
            <a:extLst>
              <a:ext uri="{FF2B5EF4-FFF2-40B4-BE49-F238E27FC236}">
                <a16:creationId xmlns:a16="http://schemas.microsoft.com/office/drawing/2014/main" id="{D07EF891-716B-87C5-5939-0E79D960326A}"/>
              </a:ext>
            </a:extLst>
          </p:cNvPr>
          <p:cNvGrpSpPr>
            <a:grpSpLocks/>
          </p:cNvGrpSpPr>
          <p:nvPr/>
        </p:nvGrpSpPr>
        <p:grpSpPr bwMode="auto">
          <a:xfrm flipH="1">
            <a:off x="6918325" y="4214813"/>
            <a:ext cx="5183188" cy="844550"/>
            <a:chOff x="51078" y="4905522"/>
            <a:chExt cx="5183530" cy="1018200"/>
          </a:xfrm>
        </p:grpSpPr>
        <p:sp>
          <p:nvSpPr>
            <p:cNvPr id="49" name="Rectangle 48">
              <a:extLst>
                <a:ext uri="{FF2B5EF4-FFF2-40B4-BE49-F238E27FC236}">
                  <a16:creationId xmlns:a16="http://schemas.microsoft.com/office/drawing/2014/main" id="{5FD80032-E548-7AD5-B4C2-1BA2CD8A4DEA}"/>
                </a:ext>
              </a:extLst>
            </p:cNvPr>
            <p:cNvSpPr/>
            <p:nvPr/>
          </p:nvSpPr>
          <p:spPr>
            <a:xfrm>
              <a:off x="317796" y="4905522"/>
              <a:ext cx="4916812" cy="1018200"/>
            </a:xfrm>
            <a:prstGeom prst="rect">
              <a:avLst/>
            </a:prstGeom>
            <a:solidFill>
              <a:srgbClr val="DAE5E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r" eaLnBrk="1" fontAlgn="auto" hangingPunct="1">
                <a:spcBef>
                  <a:spcPts val="0"/>
                </a:spcBef>
                <a:spcAft>
                  <a:spcPts val="0"/>
                </a:spcAft>
                <a:defRPr/>
              </a:pPr>
              <a:r>
                <a:rPr lang="en-US" dirty="0">
                  <a:solidFill>
                    <a:schemeClr val="tx1"/>
                  </a:solidFill>
                  <a:latin typeface="Arial" panose="020B0604020202020204" pitchFamily="34" charset="0"/>
                  <a:cs typeface="Arial" panose="020B0604020202020204" pitchFamily="34" charset="0"/>
                </a:rPr>
                <a:t>Endorse the passenger’s ticket copy accordingly </a:t>
              </a:r>
            </a:p>
          </p:txBody>
        </p:sp>
        <p:sp>
          <p:nvSpPr>
            <p:cNvPr id="50" name="Rectangle 49">
              <a:extLst>
                <a:ext uri="{FF2B5EF4-FFF2-40B4-BE49-F238E27FC236}">
                  <a16:creationId xmlns:a16="http://schemas.microsoft.com/office/drawing/2014/main" id="{95F5ED18-0D00-4713-7809-BCD055483CD5}"/>
                </a:ext>
              </a:extLst>
            </p:cNvPr>
            <p:cNvSpPr/>
            <p:nvPr/>
          </p:nvSpPr>
          <p:spPr>
            <a:xfrm>
              <a:off x="51078" y="4905522"/>
              <a:ext cx="266718" cy="1018200"/>
            </a:xfrm>
            <a:prstGeom prst="rect">
              <a:avLst/>
            </a:pr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Arial" panose="020B0604020202020204" pitchFamily="34" charset="0"/>
                <a:cs typeface="Arial" panose="020B0604020202020204" pitchFamily="34" charset="0"/>
              </a:endParaRPr>
            </a:p>
          </p:txBody>
        </p:sp>
      </p:grpSp>
      <p:sp>
        <p:nvSpPr>
          <p:cNvPr id="16" name="Diamond 15">
            <a:extLst>
              <a:ext uri="{FF2B5EF4-FFF2-40B4-BE49-F238E27FC236}">
                <a16:creationId xmlns:a16="http://schemas.microsoft.com/office/drawing/2014/main" id="{F6B2B332-4E08-7FEA-7BD4-EB00AF137D11}"/>
              </a:ext>
            </a:extLst>
          </p:cNvPr>
          <p:cNvSpPr/>
          <p:nvPr/>
        </p:nvSpPr>
        <p:spPr>
          <a:xfrm flipH="1">
            <a:off x="5537200" y="3444875"/>
            <a:ext cx="1117600" cy="1119188"/>
          </a:xfrm>
          <a:prstGeom prst="diamond">
            <a:avLst/>
          </a:prstGeom>
          <a:solidFill>
            <a:srgbClr val="24418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grpSp>
        <p:nvGrpSpPr>
          <p:cNvPr id="3" name="Group 2">
            <a:extLst>
              <a:ext uri="{FF2B5EF4-FFF2-40B4-BE49-F238E27FC236}">
                <a16:creationId xmlns:a16="http://schemas.microsoft.com/office/drawing/2014/main" id="{7AB7F979-91B6-949C-997D-83EECFA09E4D}"/>
              </a:ext>
            </a:extLst>
          </p:cNvPr>
          <p:cNvGrpSpPr/>
          <p:nvPr/>
        </p:nvGrpSpPr>
        <p:grpSpPr>
          <a:xfrm>
            <a:off x="6179029" y="3358591"/>
            <a:ext cx="6012971" cy="3039948"/>
            <a:chOff x="6179029" y="3358591"/>
            <a:chExt cx="6012971" cy="3039948"/>
          </a:xfrm>
        </p:grpSpPr>
        <p:sp>
          <p:nvSpPr>
            <p:cNvPr id="55" name="Rectangle 54">
              <a:extLst>
                <a:ext uri="{FF2B5EF4-FFF2-40B4-BE49-F238E27FC236}">
                  <a16:creationId xmlns:a16="http://schemas.microsoft.com/office/drawing/2014/main" id="{79D09C45-9B22-16AE-250A-62B39AC3C0F4}"/>
                </a:ext>
              </a:extLst>
            </p:cNvPr>
            <p:cNvSpPr/>
            <p:nvPr/>
          </p:nvSpPr>
          <p:spPr>
            <a:xfrm rot="5400000">
              <a:off x="10024269" y="4229894"/>
              <a:ext cx="122237" cy="4213225"/>
            </a:xfrm>
            <a:prstGeom prst="rect">
              <a:avLst/>
            </a:pr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grpSp>
          <p:nvGrpSpPr>
            <p:cNvPr id="57" name="Group 56">
              <a:extLst>
                <a:ext uri="{FF2B5EF4-FFF2-40B4-BE49-F238E27FC236}">
                  <a16:creationId xmlns:a16="http://schemas.microsoft.com/office/drawing/2014/main" id="{E53CBCC9-4C33-1AAA-7C23-496B9BFD127F}"/>
                </a:ext>
              </a:extLst>
            </p:cNvPr>
            <p:cNvGrpSpPr/>
            <p:nvPr/>
          </p:nvGrpSpPr>
          <p:grpSpPr>
            <a:xfrm>
              <a:off x="6179029" y="3358591"/>
              <a:ext cx="2245929" cy="3039948"/>
              <a:chOff x="6179029" y="3308487"/>
              <a:chExt cx="2245929" cy="3039948"/>
            </a:xfrm>
            <a:effectLst>
              <a:outerShdw blurRad="50800" dist="38100" algn="l" rotWithShape="0">
                <a:prstClr val="black">
                  <a:alpha val="40000"/>
                </a:prstClr>
              </a:outerShdw>
            </a:effectLst>
          </p:grpSpPr>
          <p:sp>
            <p:nvSpPr>
              <p:cNvPr id="14" name="Freeform: Shape 13">
                <a:extLst>
                  <a:ext uri="{FF2B5EF4-FFF2-40B4-BE49-F238E27FC236}">
                    <a16:creationId xmlns:a16="http://schemas.microsoft.com/office/drawing/2014/main" id="{1248C92F-60FB-1638-9C89-76FCCBA9277E}"/>
                  </a:ext>
                </a:extLst>
              </p:cNvPr>
              <p:cNvSpPr/>
              <p:nvPr/>
            </p:nvSpPr>
            <p:spPr>
              <a:xfrm flipH="1">
                <a:off x="6179029" y="3308487"/>
                <a:ext cx="646314" cy="3028449"/>
              </a:xfrm>
              <a:custGeom>
                <a:avLst/>
                <a:gdLst>
                  <a:gd name="csX0" fmla="*/ 930348 w 930348"/>
                  <a:gd name="csY0" fmla="*/ 0 h 4359347"/>
                  <a:gd name="csX1" fmla="*/ 930348 w 930348"/>
                  <a:gd name="csY1" fmla="*/ 167918 h 4359347"/>
                  <a:gd name="csX2" fmla="*/ 167918 w 930348"/>
                  <a:gd name="csY2" fmla="*/ 930348 h 4359347"/>
                  <a:gd name="csX3" fmla="*/ 929710 w 930348"/>
                  <a:gd name="csY3" fmla="*/ 1692140 h 4359347"/>
                  <a:gd name="csX4" fmla="*/ 930348 w 930348"/>
                  <a:gd name="csY4" fmla="*/ 1692140 h 4359347"/>
                  <a:gd name="csX5" fmla="*/ 930348 w 930348"/>
                  <a:gd name="csY5" fmla="*/ 1692779 h 4359347"/>
                  <a:gd name="csX6" fmla="*/ 930348 w 930348"/>
                  <a:gd name="csY6" fmla="*/ 1860696 h 4359347"/>
                  <a:gd name="csX7" fmla="*/ 930348 w 930348"/>
                  <a:gd name="csY7" fmla="*/ 4359347 h 4359347"/>
                  <a:gd name="csX8" fmla="*/ 807518 w 930348"/>
                  <a:gd name="csY8" fmla="*/ 4359347 h 4359347"/>
                  <a:gd name="csX9" fmla="*/ 807518 w 930348"/>
                  <a:gd name="csY9" fmla="*/ 1737866 h 4359347"/>
                  <a:gd name="csX10" fmla="*/ 0 w 930348"/>
                  <a:gd name="csY10" fmla="*/ 930348 h 4359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30348" h="4359347">
                    <a:moveTo>
                      <a:pt x="930348" y="0"/>
                    </a:moveTo>
                    <a:lnTo>
                      <a:pt x="930348" y="167918"/>
                    </a:lnTo>
                    <a:lnTo>
                      <a:pt x="167918" y="930348"/>
                    </a:lnTo>
                    <a:lnTo>
                      <a:pt x="929710" y="1692140"/>
                    </a:lnTo>
                    <a:lnTo>
                      <a:pt x="930348" y="1692140"/>
                    </a:lnTo>
                    <a:lnTo>
                      <a:pt x="930348" y="1692779"/>
                    </a:lnTo>
                    <a:lnTo>
                      <a:pt x="930348" y="1860696"/>
                    </a:lnTo>
                    <a:lnTo>
                      <a:pt x="930348" y="4359347"/>
                    </a:lnTo>
                    <a:lnTo>
                      <a:pt x="807518" y="4359347"/>
                    </a:lnTo>
                    <a:lnTo>
                      <a:pt x="807518" y="1737866"/>
                    </a:lnTo>
                    <a:lnTo>
                      <a:pt x="0" y="930348"/>
                    </a:lnTo>
                    <a:close/>
                  </a:path>
                </a:pathLst>
              </a:cu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sp>
            <p:nvSpPr>
              <p:cNvPr id="17" name="Freeform: Shape 16">
                <a:extLst>
                  <a:ext uri="{FF2B5EF4-FFF2-40B4-BE49-F238E27FC236}">
                    <a16:creationId xmlns:a16="http://schemas.microsoft.com/office/drawing/2014/main" id="{0CB5DACA-8146-04FB-FA40-7C54462F21D6}"/>
                  </a:ext>
                </a:extLst>
              </p:cNvPr>
              <p:cNvSpPr/>
              <p:nvPr/>
            </p:nvSpPr>
            <p:spPr>
              <a:xfrm>
                <a:off x="6179029" y="5755311"/>
                <a:ext cx="2245929" cy="593124"/>
              </a:xfrm>
              <a:custGeom>
                <a:avLst/>
                <a:gdLst>
                  <a:gd name="csX0" fmla="*/ 0 w 2245929"/>
                  <a:gd name="csY0" fmla="*/ 0 h 593124"/>
                  <a:gd name="csX1" fmla="*/ 1998792 w 2245929"/>
                  <a:gd name="csY1" fmla="*/ 0 h 593124"/>
                  <a:gd name="csX2" fmla="*/ 2245929 w 2245929"/>
                  <a:gd name="csY2" fmla="*/ 247137 h 593124"/>
                  <a:gd name="csX3" fmla="*/ 2245929 w 2245929"/>
                  <a:gd name="csY3" fmla="*/ 345987 h 593124"/>
                  <a:gd name="csX4" fmla="*/ 1998792 w 2245929"/>
                  <a:gd name="csY4" fmla="*/ 593124 h 593124"/>
                  <a:gd name="csX5" fmla="*/ 0 w 2245929"/>
                  <a:gd name="csY5" fmla="*/ 593124 h 593124"/>
                </a:gdLst>
                <a:ahLst/>
                <a:cxnLst>
                  <a:cxn ang="0">
                    <a:pos x="csX0" y="csY0"/>
                  </a:cxn>
                  <a:cxn ang="0">
                    <a:pos x="csX1" y="csY1"/>
                  </a:cxn>
                  <a:cxn ang="0">
                    <a:pos x="csX2" y="csY2"/>
                  </a:cxn>
                  <a:cxn ang="0">
                    <a:pos x="csX3" y="csY3"/>
                  </a:cxn>
                  <a:cxn ang="0">
                    <a:pos x="csX4" y="csY4"/>
                  </a:cxn>
                  <a:cxn ang="0">
                    <a:pos x="csX5" y="csY5"/>
                  </a:cxn>
                </a:cxnLst>
                <a:rect l="l" t="t" r="r" b="b"/>
                <a:pathLst>
                  <a:path w="2245929" h="593124">
                    <a:moveTo>
                      <a:pt x="0" y="0"/>
                    </a:moveTo>
                    <a:lnTo>
                      <a:pt x="1998792" y="0"/>
                    </a:lnTo>
                    <a:cubicBezTo>
                      <a:pt x="2135282" y="0"/>
                      <a:pt x="2245929" y="110647"/>
                      <a:pt x="2245929" y="247137"/>
                    </a:cubicBezTo>
                    <a:lnTo>
                      <a:pt x="2245929" y="345987"/>
                    </a:lnTo>
                    <a:cubicBezTo>
                      <a:pt x="2245929" y="482477"/>
                      <a:pt x="2135282" y="593124"/>
                      <a:pt x="1998792" y="593124"/>
                    </a:cubicBezTo>
                    <a:lnTo>
                      <a:pt x="0" y="593124"/>
                    </a:lnTo>
                    <a:close/>
                  </a:path>
                </a:pathLst>
              </a:cu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anchor="ctr"/>
              <a:lstStyle/>
              <a:p>
                <a:pPr eaLnBrk="1" fontAlgn="auto" hangingPunct="1">
                  <a:spcBef>
                    <a:spcPts val="0"/>
                  </a:spcBef>
                  <a:spcAft>
                    <a:spcPts val="0"/>
                  </a:spcAft>
                  <a:defRPr/>
                </a:pPr>
                <a:r>
                  <a:rPr lang="en-MY" b="1" dirty="0">
                    <a:latin typeface="Arial" panose="020B0604020202020204" pitchFamily="34" charset="0"/>
                    <a:cs typeface="Arial" panose="020B0604020202020204" pitchFamily="34" charset="0"/>
                  </a:rPr>
                  <a:t>DOWNGRADE</a:t>
                </a:r>
              </a:p>
            </p:txBody>
          </p:sp>
        </p:grpSp>
      </p:grpSp>
      <p:grpSp>
        <p:nvGrpSpPr>
          <p:cNvPr id="2" name="Group 1">
            <a:extLst>
              <a:ext uri="{FF2B5EF4-FFF2-40B4-BE49-F238E27FC236}">
                <a16:creationId xmlns:a16="http://schemas.microsoft.com/office/drawing/2014/main" id="{7FAEBD5D-2799-9AA8-D7FE-4769A7A2B90A}"/>
              </a:ext>
            </a:extLst>
          </p:cNvPr>
          <p:cNvGrpSpPr/>
          <p:nvPr/>
        </p:nvGrpSpPr>
        <p:grpSpPr>
          <a:xfrm>
            <a:off x="0" y="1604963"/>
            <a:ext cx="6012973" cy="3046258"/>
            <a:chOff x="0" y="1604963"/>
            <a:chExt cx="6012973" cy="3046258"/>
          </a:xfrm>
        </p:grpSpPr>
        <p:sp>
          <p:nvSpPr>
            <p:cNvPr id="54" name="Rectangle 53">
              <a:extLst>
                <a:ext uri="{FF2B5EF4-FFF2-40B4-BE49-F238E27FC236}">
                  <a16:creationId xmlns:a16="http://schemas.microsoft.com/office/drawing/2014/main" id="{792FAC2A-F7EB-6638-14D3-A907FA4DAD5A}"/>
                </a:ext>
              </a:extLst>
            </p:cNvPr>
            <p:cNvSpPr/>
            <p:nvPr/>
          </p:nvSpPr>
          <p:spPr>
            <a:xfrm rot="5400000">
              <a:off x="2046288" y="-441325"/>
              <a:ext cx="120650" cy="4213225"/>
            </a:xfrm>
            <a:prstGeom prst="rect">
              <a:avLst/>
            </a:prstGeom>
            <a:solidFill>
              <a:srgbClr val="8B1B5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grpSp>
          <p:nvGrpSpPr>
            <p:cNvPr id="56" name="Group 55">
              <a:extLst>
                <a:ext uri="{FF2B5EF4-FFF2-40B4-BE49-F238E27FC236}">
                  <a16:creationId xmlns:a16="http://schemas.microsoft.com/office/drawing/2014/main" id="{06C8CB75-CA7A-4B14-6A14-CA71E62D501F}"/>
                </a:ext>
              </a:extLst>
            </p:cNvPr>
            <p:cNvGrpSpPr/>
            <p:nvPr/>
          </p:nvGrpSpPr>
          <p:grpSpPr>
            <a:xfrm>
              <a:off x="3767044" y="1605523"/>
              <a:ext cx="2245929" cy="3045698"/>
              <a:chOff x="3767044" y="1555419"/>
              <a:chExt cx="2245929" cy="3045698"/>
            </a:xfrm>
            <a:effectLst>
              <a:outerShdw blurRad="50800" dist="38100" dir="10800000" algn="r" rotWithShape="0">
                <a:prstClr val="black">
                  <a:alpha val="40000"/>
                </a:prstClr>
              </a:outerShdw>
            </a:effectLst>
          </p:grpSpPr>
          <p:sp>
            <p:nvSpPr>
              <p:cNvPr id="15" name="Freeform: Shape 14">
                <a:extLst>
                  <a:ext uri="{FF2B5EF4-FFF2-40B4-BE49-F238E27FC236}">
                    <a16:creationId xmlns:a16="http://schemas.microsoft.com/office/drawing/2014/main" id="{85E5D438-C3BF-A9EC-3EA4-E10E6F14E0B9}"/>
                  </a:ext>
                </a:extLst>
              </p:cNvPr>
              <p:cNvSpPr/>
              <p:nvPr/>
            </p:nvSpPr>
            <p:spPr>
              <a:xfrm flipV="1">
                <a:off x="5366659" y="1572668"/>
                <a:ext cx="646314" cy="3028449"/>
              </a:xfrm>
              <a:custGeom>
                <a:avLst/>
                <a:gdLst>
                  <a:gd name="csX0" fmla="*/ 930348 w 930348"/>
                  <a:gd name="csY0" fmla="*/ 0 h 4359347"/>
                  <a:gd name="csX1" fmla="*/ 930348 w 930348"/>
                  <a:gd name="csY1" fmla="*/ 167918 h 4359347"/>
                  <a:gd name="csX2" fmla="*/ 167918 w 930348"/>
                  <a:gd name="csY2" fmla="*/ 930348 h 4359347"/>
                  <a:gd name="csX3" fmla="*/ 929710 w 930348"/>
                  <a:gd name="csY3" fmla="*/ 1692140 h 4359347"/>
                  <a:gd name="csX4" fmla="*/ 930348 w 930348"/>
                  <a:gd name="csY4" fmla="*/ 1692140 h 4359347"/>
                  <a:gd name="csX5" fmla="*/ 930348 w 930348"/>
                  <a:gd name="csY5" fmla="*/ 1692779 h 4359347"/>
                  <a:gd name="csX6" fmla="*/ 930348 w 930348"/>
                  <a:gd name="csY6" fmla="*/ 1860696 h 4359347"/>
                  <a:gd name="csX7" fmla="*/ 930348 w 930348"/>
                  <a:gd name="csY7" fmla="*/ 4359347 h 4359347"/>
                  <a:gd name="csX8" fmla="*/ 807518 w 930348"/>
                  <a:gd name="csY8" fmla="*/ 4359347 h 4359347"/>
                  <a:gd name="csX9" fmla="*/ 807518 w 930348"/>
                  <a:gd name="csY9" fmla="*/ 1737866 h 4359347"/>
                  <a:gd name="csX10" fmla="*/ 0 w 930348"/>
                  <a:gd name="csY10" fmla="*/ 930348 h 4359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30348" h="4359347">
                    <a:moveTo>
                      <a:pt x="930348" y="0"/>
                    </a:moveTo>
                    <a:lnTo>
                      <a:pt x="930348" y="167918"/>
                    </a:lnTo>
                    <a:lnTo>
                      <a:pt x="167918" y="930348"/>
                    </a:lnTo>
                    <a:lnTo>
                      <a:pt x="929710" y="1692140"/>
                    </a:lnTo>
                    <a:lnTo>
                      <a:pt x="930348" y="1692140"/>
                    </a:lnTo>
                    <a:lnTo>
                      <a:pt x="930348" y="1692779"/>
                    </a:lnTo>
                    <a:lnTo>
                      <a:pt x="930348" y="1860696"/>
                    </a:lnTo>
                    <a:lnTo>
                      <a:pt x="930348" y="4359347"/>
                    </a:lnTo>
                    <a:lnTo>
                      <a:pt x="807518" y="4359347"/>
                    </a:lnTo>
                    <a:lnTo>
                      <a:pt x="807518" y="1737866"/>
                    </a:lnTo>
                    <a:lnTo>
                      <a:pt x="0" y="930348"/>
                    </a:lnTo>
                    <a:close/>
                  </a:path>
                </a:pathLst>
              </a:custGeom>
              <a:solidFill>
                <a:srgbClr val="8B1B5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sp>
            <p:nvSpPr>
              <p:cNvPr id="18" name="Freeform: Shape 17">
                <a:extLst>
                  <a:ext uri="{FF2B5EF4-FFF2-40B4-BE49-F238E27FC236}">
                    <a16:creationId xmlns:a16="http://schemas.microsoft.com/office/drawing/2014/main" id="{0DC791F8-1FC2-090A-3101-57938C41AA93}"/>
                  </a:ext>
                </a:extLst>
              </p:cNvPr>
              <p:cNvSpPr/>
              <p:nvPr/>
            </p:nvSpPr>
            <p:spPr>
              <a:xfrm flipH="1">
                <a:off x="3767044" y="1555419"/>
                <a:ext cx="2245929" cy="593124"/>
              </a:xfrm>
              <a:custGeom>
                <a:avLst/>
                <a:gdLst>
                  <a:gd name="csX0" fmla="*/ 0 w 2245929"/>
                  <a:gd name="csY0" fmla="*/ 0 h 593124"/>
                  <a:gd name="csX1" fmla="*/ 1998792 w 2245929"/>
                  <a:gd name="csY1" fmla="*/ 0 h 593124"/>
                  <a:gd name="csX2" fmla="*/ 2245929 w 2245929"/>
                  <a:gd name="csY2" fmla="*/ 247137 h 593124"/>
                  <a:gd name="csX3" fmla="*/ 2245929 w 2245929"/>
                  <a:gd name="csY3" fmla="*/ 345987 h 593124"/>
                  <a:gd name="csX4" fmla="*/ 1998792 w 2245929"/>
                  <a:gd name="csY4" fmla="*/ 593124 h 593124"/>
                  <a:gd name="csX5" fmla="*/ 0 w 2245929"/>
                  <a:gd name="csY5" fmla="*/ 593124 h 593124"/>
                </a:gdLst>
                <a:ahLst/>
                <a:cxnLst>
                  <a:cxn ang="0">
                    <a:pos x="csX0" y="csY0"/>
                  </a:cxn>
                  <a:cxn ang="0">
                    <a:pos x="csX1" y="csY1"/>
                  </a:cxn>
                  <a:cxn ang="0">
                    <a:pos x="csX2" y="csY2"/>
                  </a:cxn>
                  <a:cxn ang="0">
                    <a:pos x="csX3" y="csY3"/>
                  </a:cxn>
                  <a:cxn ang="0">
                    <a:pos x="csX4" y="csY4"/>
                  </a:cxn>
                  <a:cxn ang="0">
                    <a:pos x="csX5" y="csY5"/>
                  </a:cxn>
                </a:cxnLst>
                <a:rect l="l" t="t" r="r" b="b"/>
                <a:pathLst>
                  <a:path w="2245929" h="593124">
                    <a:moveTo>
                      <a:pt x="0" y="0"/>
                    </a:moveTo>
                    <a:lnTo>
                      <a:pt x="1998792" y="0"/>
                    </a:lnTo>
                    <a:cubicBezTo>
                      <a:pt x="2135282" y="0"/>
                      <a:pt x="2245929" y="110647"/>
                      <a:pt x="2245929" y="247137"/>
                    </a:cubicBezTo>
                    <a:lnTo>
                      <a:pt x="2245929" y="345987"/>
                    </a:lnTo>
                    <a:cubicBezTo>
                      <a:pt x="2245929" y="482477"/>
                      <a:pt x="2135282" y="593124"/>
                      <a:pt x="1998792" y="593124"/>
                    </a:cubicBezTo>
                    <a:lnTo>
                      <a:pt x="0" y="593124"/>
                    </a:lnTo>
                    <a:close/>
                  </a:path>
                </a:pathLst>
              </a:custGeom>
              <a:solidFill>
                <a:srgbClr val="8B1B54"/>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rIns="252000" anchor="ctr"/>
              <a:lstStyle/>
              <a:p>
                <a:pPr algn="r" eaLnBrk="1" fontAlgn="auto" hangingPunct="1">
                  <a:spcBef>
                    <a:spcPts val="0"/>
                  </a:spcBef>
                  <a:spcAft>
                    <a:spcPts val="0"/>
                  </a:spcAft>
                  <a:defRPr/>
                </a:pPr>
                <a:r>
                  <a:rPr lang="en-MY" b="1" dirty="0">
                    <a:latin typeface="Arial" panose="020B0604020202020204" pitchFamily="34" charset="0"/>
                    <a:cs typeface="Arial" panose="020B0604020202020204" pitchFamily="34" charset="0"/>
                  </a:rPr>
                  <a:t>UPGRADE</a:t>
                </a:r>
              </a:p>
            </p:txBody>
          </p:sp>
        </p:grpSp>
      </p:grpSp>
      <p:grpSp>
        <p:nvGrpSpPr>
          <p:cNvPr id="75793" name="Group 57">
            <a:extLst>
              <a:ext uri="{FF2B5EF4-FFF2-40B4-BE49-F238E27FC236}">
                <a16:creationId xmlns:a16="http://schemas.microsoft.com/office/drawing/2014/main" id="{DCA17237-4F23-871C-528E-9FDB1DAD896C}"/>
              </a:ext>
            </a:extLst>
          </p:cNvPr>
          <p:cNvGrpSpPr>
            <a:grpSpLocks/>
          </p:cNvGrpSpPr>
          <p:nvPr/>
        </p:nvGrpSpPr>
        <p:grpSpPr bwMode="auto">
          <a:xfrm flipH="1">
            <a:off x="6918325" y="5099050"/>
            <a:ext cx="5183188" cy="587375"/>
            <a:chOff x="51078" y="4905522"/>
            <a:chExt cx="5183530" cy="1018200"/>
          </a:xfrm>
        </p:grpSpPr>
        <p:sp>
          <p:nvSpPr>
            <p:cNvPr id="59" name="Rectangle 58">
              <a:extLst>
                <a:ext uri="{FF2B5EF4-FFF2-40B4-BE49-F238E27FC236}">
                  <a16:creationId xmlns:a16="http://schemas.microsoft.com/office/drawing/2014/main" id="{57C371E5-297D-AAD3-ABC5-4C82588384BB}"/>
                </a:ext>
              </a:extLst>
            </p:cNvPr>
            <p:cNvSpPr/>
            <p:nvPr/>
          </p:nvSpPr>
          <p:spPr>
            <a:xfrm>
              <a:off x="317796" y="4905522"/>
              <a:ext cx="4916812" cy="1018200"/>
            </a:xfrm>
            <a:prstGeom prst="rect">
              <a:avLst/>
            </a:prstGeom>
            <a:solidFill>
              <a:srgbClr val="DAE5E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r" eaLnBrk="1" fontAlgn="auto" hangingPunct="1">
                <a:spcBef>
                  <a:spcPts val="0"/>
                </a:spcBef>
                <a:spcAft>
                  <a:spcPts val="0"/>
                </a:spcAft>
                <a:defRPr/>
              </a:pPr>
              <a:r>
                <a:rPr lang="en-US" dirty="0">
                  <a:solidFill>
                    <a:schemeClr val="tx1"/>
                  </a:solidFill>
                  <a:latin typeface="Arial" panose="020B0604020202020204" pitchFamily="34" charset="0"/>
                  <a:cs typeface="Arial" panose="020B0604020202020204" pitchFamily="34" charset="0"/>
                </a:rPr>
                <a:t>Provide information on compensation request</a:t>
              </a:r>
            </a:p>
          </p:txBody>
        </p:sp>
        <p:sp>
          <p:nvSpPr>
            <p:cNvPr id="60" name="Rectangle 59">
              <a:extLst>
                <a:ext uri="{FF2B5EF4-FFF2-40B4-BE49-F238E27FC236}">
                  <a16:creationId xmlns:a16="http://schemas.microsoft.com/office/drawing/2014/main" id="{19062E0D-EC48-C04D-B4BB-B1C4F770CFBF}"/>
                </a:ext>
              </a:extLst>
            </p:cNvPr>
            <p:cNvSpPr/>
            <p:nvPr/>
          </p:nvSpPr>
          <p:spPr>
            <a:xfrm>
              <a:off x="51078" y="4905522"/>
              <a:ext cx="266718" cy="1018200"/>
            </a:xfrm>
            <a:prstGeom prst="rect">
              <a:avLst/>
            </a:pr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Arial" panose="020B0604020202020204" pitchFamily="34" charset="0"/>
                <a:cs typeface="Arial" panose="020B0604020202020204" pitchFamily="34" charset="0"/>
              </a:endParaRPr>
            </a:p>
          </p:txBody>
        </p:sp>
      </p:grpSp>
      <p:sp>
        <p:nvSpPr>
          <p:cNvPr id="75795" name="TextBox 66">
            <a:extLst>
              <a:ext uri="{FF2B5EF4-FFF2-40B4-BE49-F238E27FC236}">
                <a16:creationId xmlns:a16="http://schemas.microsoft.com/office/drawing/2014/main" id="{A8313FD0-2161-9E0D-9330-E26E84633CF3}"/>
              </a:ext>
            </a:extLst>
          </p:cNvPr>
          <p:cNvSpPr txBox="1">
            <a:spLocks noChangeArrowheads="1"/>
          </p:cNvSpPr>
          <p:nvPr/>
        </p:nvSpPr>
        <p:spPr bwMode="auto">
          <a:xfrm>
            <a:off x="9798050" y="5905500"/>
            <a:ext cx="2393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r" eaLnBrk="1" hangingPunct="1"/>
            <a:r>
              <a:rPr lang="en-MY" altLang="en-US" b="1">
                <a:latin typeface="Arial" panose="020B0604020202020204" pitchFamily="34" charset="0"/>
                <a:cs typeface="Arial" panose="020B0604020202020204" pitchFamily="34" charset="0"/>
              </a:rPr>
              <a:t>ECYL</a:t>
            </a:r>
          </a:p>
        </p:txBody>
      </p:sp>
      <p:sp>
        <p:nvSpPr>
          <p:cNvPr id="75796" name="TextBox 67">
            <a:extLst>
              <a:ext uri="{FF2B5EF4-FFF2-40B4-BE49-F238E27FC236}">
                <a16:creationId xmlns:a16="http://schemas.microsoft.com/office/drawing/2014/main" id="{C93EEE93-C004-60AF-8F9D-269C9DBF3E5D}"/>
              </a:ext>
            </a:extLst>
          </p:cNvPr>
          <p:cNvSpPr txBox="1">
            <a:spLocks noChangeArrowheads="1"/>
          </p:cNvSpPr>
          <p:nvPr/>
        </p:nvSpPr>
        <p:spPr bwMode="auto">
          <a:xfrm>
            <a:off x="0" y="1704975"/>
            <a:ext cx="23939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eaLnBrk="1" hangingPunct="1"/>
            <a:r>
              <a:rPr lang="en-US" altLang="en-US" b="1">
                <a:latin typeface="Arial" panose="020B0604020202020204" pitchFamily="34" charset="0"/>
                <a:cs typeface="Arial" panose="020B0604020202020204" pitchFamily="34" charset="0"/>
              </a:rPr>
              <a:t>Business Suite</a:t>
            </a:r>
          </a:p>
          <a:p>
            <a:pPr eaLnBrk="1" hangingPunct="1"/>
            <a:r>
              <a:rPr lang="en-US" altLang="en-US" b="1">
                <a:latin typeface="Arial" panose="020B0604020202020204" pitchFamily="34" charset="0"/>
                <a:cs typeface="Arial" panose="020B0604020202020204" pitchFamily="34" charset="0"/>
              </a:rPr>
              <a:t>GCCL</a:t>
            </a:r>
          </a:p>
        </p:txBody>
      </p:sp>
      <p:sp>
        <p:nvSpPr>
          <p:cNvPr id="75797" name="Slide Number Placeholder 3">
            <a:extLst>
              <a:ext uri="{FF2B5EF4-FFF2-40B4-BE49-F238E27FC236}">
                <a16:creationId xmlns:a16="http://schemas.microsoft.com/office/drawing/2014/main" id="{0C88EFB6-D99A-B7A7-1F05-A5D6D2C470F7}"/>
              </a:ext>
            </a:extLst>
          </p:cNvPr>
          <p:cNvSpPr>
            <a:spLocks noGrp="1" noChangeArrowheads="1"/>
          </p:cNvSpPr>
          <p:nvPr>
            <p:ph type="sldNum" sz="quarter" idx="15"/>
          </p:nvPr>
        </p:nvSpPr>
        <p:spPr bwMode="auto">
          <a:xfrm>
            <a:off x="182563" y="6370638"/>
            <a:ext cx="2092325" cy="409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marL="0" algn="l" defTabSz="914400" rtl="0" eaLnBrk="1" fontAlgn="auto" latinLnBrk="0" hangingPunct="1">
              <a:spcBef>
                <a:spcPts val="0"/>
              </a:spcBef>
              <a:spcAft>
                <a:spcPts val="0"/>
              </a:spcAft>
              <a:defRPr sz="1200" b="0" i="0" kern="1200">
                <a:solidFill>
                  <a:srgbClr val="073E60"/>
                </a:solidFill>
                <a:latin typeface="Gotham Book" panose="02000604040000020004" pitchFamily="2" charset="0"/>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r>
              <a:rPr lang="en-US"/>
              <a:t>Confidential | </a:t>
            </a:r>
            <a:fld id="{4357C438-9983-40E9-B72C-19C8684E2310}" type="slidenum">
              <a:rPr lang="en-US" smtClean="0"/>
              <a:pPr fontAlgn="base">
                <a:spcBef>
                  <a:spcPct val="0"/>
                </a:spcBef>
                <a:spcAft>
                  <a:spcPct val="0"/>
                </a:spcAft>
                <a:defRPr/>
              </a:pPr>
              <a:t>7</a:t>
            </a:fld>
            <a:endParaRPr lang="en-US" altLang="en-US">
              <a:solidFill>
                <a:srgbClr val="073E60"/>
              </a:solidFill>
              <a:latin typeface="Gotham Book"/>
            </a:endParaRPr>
          </a:p>
        </p:txBody>
      </p:sp>
      <p:grpSp>
        <p:nvGrpSpPr>
          <p:cNvPr id="5" name="Group 27">
            <a:extLst>
              <a:ext uri="{FF2B5EF4-FFF2-40B4-BE49-F238E27FC236}">
                <a16:creationId xmlns:a16="http://schemas.microsoft.com/office/drawing/2014/main" id="{D2CEB09C-871C-7C00-C23D-81EE769CC62A}"/>
              </a:ext>
            </a:extLst>
          </p:cNvPr>
          <p:cNvGrpSpPr>
            <a:grpSpLocks/>
          </p:cNvGrpSpPr>
          <p:nvPr/>
        </p:nvGrpSpPr>
        <p:grpSpPr bwMode="auto">
          <a:xfrm>
            <a:off x="90488" y="2374899"/>
            <a:ext cx="5183187" cy="844550"/>
            <a:chOff x="51078" y="4905522"/>
            <a:chExt cx="5183530" cy="1018200"/>
          </a:xfrm>
        </p:grpSpPr>
        <p:sp>
          <p:nvSpPr>
            <p:cNvPr id="6" name="Rectangle 5">
              <a:extLst>
                <a:ext uri="{FF2B5EF4-FFF2-40B4-BE49-F238E27FC236}">
                  <a16:creationId xmlns:a16="http://schemas.microsoft.com/office/drawing/2014/main" id="{787CFE76-DA11-5D14-B83F-D0AA8AD26A94}"/>
                </a:ext>
              </a:extLst>
            </p:cNvPr>
            <p:cNvSpPr/>
            <p:nvPr/>
          </p:nvSpPr>
          <p:spPr>
            <a:xfrm>
              <a:off x="317796" y="4905522"/>
              <a:ext cx="4916812" cy="1018200"/>
            </a:xfrm>
            <a:prstGeom prst="rect">
              <a:avLst/>
            </a:prstGeom>
            <a:solidFill>
              <a:srgbClr val="FBE9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en-US" dirty="0">
                  <a:solidFill>
                    <a:schemeClr val="tx1"/>
                  </a:solidFill>
                  <a:latin typeface="Arial" panose="020B0604020202020204" pitchFamily="34" charset="0"/>
                  <a:cs typeface="Arial" panose="020B0604020202020204" pitchFamily="34" charset="0"/>
                </a:rPr>
                <a:t>Passenger who has paid Business Suite / Business Class fare </a:t>
              </a:r>
              <a:r>
                <a:rPr lang="en-US" b="1" dirty="0">
                  <a:solidFill>
                    <a:schemeClr val="tx1"/>
                  </a:solidFill>
                  <a:latin typeface="Arial" panose="020B0604020202020204" pitchFamily="34" charset="0"/>
                  <a:cs typeface="Arial" panose="020B0604020202020204" pitchFamily="34" charset="0"/>
                </a:rPr>
                <a:t>must accepted in EYCL</a:t>
              </a:r>
            </a:p>
          </p:txBody>
        </p:sp>
        <p:sp>
          <p:nvSpPr>
            <p:cNvPr id="7" name="Rectangle 6">
              <a:extLst>
                <a:ext uri="{FF2B5EF4-FFF2-40B4-BE49-F238E27FC236}">
                  <a16:creationId xmlns:a16="http://schemas.microsoft.com/office/drawing/2014/main" id="{798D4EFD-2EB8-76DA-DBF7-849DF1C935CA}"/>
                </a:ext>
              </a:extLst>
            </p:cNvPr>
            <p:cNvSpPr/>
            <p:nvPr/>
          </p:nvSpPr>
          <p:spPr>
            <a:xfrm>
              <a:off x="51078" y="4905522"/>
              <a:ext cx="266718" cy="1018200"/>
            </a:xfrm>
            <a:prstGeom prst="rect">
              <a:avLst/>
            </a:prstGeom>
            <a:solidFill>
              <a:srgbClr val="8B1B5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dirty="0">
                <a:solidFill>
                  <a:schemeClr val="tx1"/>
                </a:solidFill>
                <a:latin typeface="Arial" panose="020B0604020202020204" pitchFamily="34" charset="0"/>
                <a:cs typeface="Arial" panose="020B0604020202020204" pitchFamily="34" charset="0"/>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DC2CCCC-1757-AA44-CFA6-CD0E08AFE481}"/>
              </a:ext>
            </a:extLst>
          </p:cNvPr>
          <p:cNvGrpSpPr/>
          <p:nvPr/>
        </p:nvGrpSpPr>
        <p:grpSpPr>
          <a:xfrm>
            <a:off x="1685925" y="1702404"/>
            <a:ext cx="8818629" cy="3600450"/>
            <a:chOff x="1685925" y="1916782"/>
            <a:chExt cx="8818629" cy="3600450"/>
          </a:xfrm>
        </p:grpSpPr>
        <p:cxnSp>
          <p:nvCxnSpPr>
            <p:cNvPr id="3" name="Straight Connector 2">
              <a:extLst>
                <a:ext uri="{FF2B5EF4-FFF2-40B4-BE49-F238E27FC236}">
                  <a16:creationId xmlns:a16="http://schemas.microsoft.com/office/drawing/2014/main" id="{25D9FDB3-AE38-EA34-9A21-E9E891C24802}"/>
                </a:ext>
              </a:extLst>
            </p:cNvPr>
            <p:cNvCxnSpPr>
              <a:cxnSpLocks/>
            </p:cNvCxnSpPr>
            <p:nvPr/>
          </p:nvCxnSpPr>
          <p:spPr>
            <a:xfrm>
              <a:off x="6096000" y="1916782"/>
              <a:ext cx="0" cy="3600450"/>
            </a:xfrm>
            <a:prstGeom prst="line">
              <a:avLst/>
            </a:prstGeom>
            <a:ln w="60325" cap="rnd">
              <a:solidFill>
                <a:schemeClr val="bg1">
                  <a:lumMod val="75000"/>
                </a:schemeClr>
              </a:solidFill>
              <a:headEnd type="oval"/>
              <a:tailEnd type="ova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65E76FF-5DC6-F721-6C77-1AFD8447DE73}"/>
                </a:ext>
              </a:extLst>
            </p:cNvPr>
            <p:cNvGrpSpPr/>
            <p:nvPr/>
          </p:nvGrpSpPr>
          <p:grpSpPr>
            <a:xfrm>
              <a:off x="1685925" y="2093991"/>
              <a:ext cx="4503422" cy="182881"/>
              <a:chOff x="1685925" y="2093991"/>
              <a:chExt cx="4503422" cy="182881"/>
            </a:xfrm>
          </p:grpSpPr>
          <p:sp>
            <p:nvSpPr>
              <p:cNvPr id="9" name="Rectangle 8">
                <a:extLst>
                  <a:ext uri="{FF2B5EF4-FFF2-40B4-BE49-F238E27FC236}">
                    <a16:creationId xmlns:a16="http://schemas.microsoft.com/office/drawing/2014/main" id="{E68DD48E-C146-8185-11B7-5287E9F1F88E}"/>
                  </a:ext>
                </a:extLst>
              </p:cNvPr>
              <p:cNvSpPr/>
              <p:nvPr/>
            </p:nvSpPr>
            <p:spPr>
              <a:xfrm>
                <a:off x="1838328" y="2143476"/>
                <a:ext cx="4257672" cy="84456"/>
              </a:xfrm>
              <a:prstGeom prst="rect">
                <a:avLst/>
              </a:prstGeom>
              <a:gradFill>
                <a:gsLst>
                  <a:gs pos="50000">
                    <a:schemeClr val="bg2">
                      <a:lumMod val="75000"/>
                    </a:schemeClr>
                  </a:gs>
                  <a:gs pos="0">
                    <a:schemeClr val="bg2">
                      <a:lumMod val="25000"/>
                    </a:schemeClr>
                  </a:gs>
                  <a:gs pos="100000">
                    <a:schemeClr val="bg2">
                      <a:lumMod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Oval 9">
                <a:extLst>
                  <a:ext uri="{FF2B5EF4-FFF2-40B4-BE49-F238E27FC236}">
                    <a16:creationId xmlns:a16="http://schemas.microsoft.com/office/drawing/2014/main" id="{38FB5ECA-F61B-ECDE-E9CD-6610AB91676F}"/>
                  </a:ext>
                </a:extLst>
              </p:cNvPr>
              <p:cNvSpPr/>
              <p:nvPr/>
            </p:nvSpPr>
            <p:spPr>
              <a:xfrm>
                <a:off x="1685925" y="2093991"/>
                <a:ext cx="182881" cy="182881"/>
              </a:xfrm>
              <a:prstGeom prst="ellipse">
                <a:avLst/>
              </a:prstGeom>
              <a:solidFill>
                <a:schemeClr val="bg2">
                  <a:lumMod val="75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Oval 10">
                <a:extLst>
                  <a:ext uri="{FF2B5EF4-FFF2-40B4-BE49-F238E27FC236}">
                    <a16:creationId xmlns:a16="http://schemas.microsoft.com/office/drawing/2014/main" id="{080CECB2-C29C-A3F3-0AEC-CC2A1D89ED3E}"/>
                  </a:ext>
                </a:extLst>
              </p:cNvPr>
              <p:cNvSpPr/>
              <p:nvPr/>
            </p:nvSpPr>
            <p:spPr>
              <a:xfrm>
                <a:off x="6006466" y="2093991"/>
                <a:ext cx="182881" cy="182881"/>
              </a:xfrm>
              <a:prstGeom prst="ellipse">
                <a:avLst/>
              </a:prstGeom>
              <a:solidFill>
                <a:schemeClr val="bg2">
                  <a:lumMod val="75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5" name="Group 4">
              <a:extLst>
                <a:ext uri="{FF2B5EF4-FFF2-40B4-BE49-F238E27FC236}">
                  <a16:creationId xmlns:a16="http://schemas.microsoft.com/office/drawing/2014/main" id="{FA4C16A1-101F-761F-EC18-B07098223A2F}"/>
                </a:ext>
              </a:extLst>
            </p:cNvPr>
            <p:cNvGrpSpPr/>
            <p:nvPr/>
          </p:nvGrpSpPr>
          <p:grpSpPr>
            <a:xfrm>
              <a:off x="6001132" y="2377777"/>
              <a:ext cx="4503422" cy="182881"/>
              <a:chOff x="1685925" y="2093991"/>
              <a:chExt cx="4503422" cy="182881"/>
            </a:xfrm>
          </p:grpSpPr>
          <p:sp>
            <p:nvSpPr>
              <p:cNvPr id="6" name="Rectangle 5">
                <a:extLst>
                  <a:ext uri="{FF2B5EF4-FFF2-40B4-BE49-F238E27FC236}">
                    <a16:creationId xmlns:a16="http://schemas.microsoft.com/office/drawing/2014/main" id="{26108229-1760-7BE8-0DA1-FE4EE2B7995F}"/>
                  </a:ext>
                </a:extLst>
              </p:cNvPr>
              <p:cNvSpPr/>
              <p:nvPr/>
            </p:nvSpPr>
            <p:spPr>
              <a:xfrm>
                <a:off x="1838328" y="2143476"/>
                <a:ext cx="4257672" cy="84456"/>
              </a:xfrm>
              <a:prstGeom prst="rect">
                <a:avLst/>
              </a:prstGeom>
              <a:gradFill>
                <a:gsLst>
                  <a:gs pos="50000">
                    <a:schemeClr val="bg2">
                      <a:lumMod val="75000"/>
                    </a:schemeClr>
                  </a:gs>
                  <a:gs pos="0">
                    <a:schemeClr val="bg2">
                      <a:lumMod val="25000"/>
                    </a:schemeClr>
                  </a:gs>
                  <a:gs pos="100000">
                    <a:schemeClr val="bg2">
                      <a:lumMod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Oval 6">
                <a:extLst>
                  <a:ext uri="{FF2B5EF4-FFF2-40B4-BE49-F238E27FC236}">
                    <a16:creationId xmlns:a16="http://schemas.microsoft.com/office/drawing/2014/main" id="{47534180-8EC2-E63A-BA54-3EBC48396DAB}"/>
                  </a:ext>
                </a:extLst>
              </p:cNvPr>
              <p:cNvSpPr/>
              <p:nvPr/>
            </p:nvSpPr>
            <p:spPr>
              <a:xfrm>
                <a:off x="1685925" y="2093991"/>
                <a:ext cx="182881" cy="182881"/>
              </a:xfrm>
              <a:prstGeom prst="ellipse">
                <a:avLst/>
              </a:prstGeom>
              <a:solidFill>
                <a:schemeClr val="bg2">
                  <a:lumMod val="75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Oval 7">
                <a:extLst>
                  <a:ext uri="{FF2B5EF4-FFF2-40B4-BE49-F238E27FC236}">
                    <a16:creationId xmlns:a16="http://schemas.microsoft.com/office/drawing/2014/main" id="{D09F20F2-4ED7-81F3-994A-45561D9F80FA}"/>
                  </a:ext>
                </a:extLst>
              </p:cNvPr>
              <p:cNvSpPr/>
              <p:nvPr/>
            </p:nvSpPr>
            <p:spPr>
              <a:xfrm>
                <a:off x="6006466" y="2093991"/>
                <a:ext cx="182881" cy="182881"/>
              </a:xfrm>
              <a:prstGeom prst="ellipse">
                <a:avLst/>
              </a:prstGeom>
              <a:solidFill>
                <a:schemeClr val="bg2">
                  <a:lumMod val="75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sp>
        <p:nvSpPr>
          <p:cNvPr id="12" name="Rectangle: Rounded Corners 11">
            <a:extLst>
              <a:ext uri="{FF2B5EF4-FFF2-40B4-BE49-F238E27FC236}">
                <a16:creationId xmlns:a16="http://schemas.microsoft.com/office/drawing/2014/main" id="{537B4DA9-A45A-3E4F-ECF6-1DFACB16FB34}"/>
              </a:ext>
            </a:extLst>
          </p:cNvPr>
          <p:cNvSpPr/>
          <p:nvPr/>
        </p:nvSpPr>
        <p:spPr>
          <a:xfrm>
            <a:off x="2711625" y="1922747"/>
            <a:ext cx="2393949" cy="2791227"/>
          </a:xfrm>
          <a:prstGeom prst="roundRect">
            <a:avLst>
              <a:gd name="adj" fmla="val 4099"/>
            </a:avLst>
          </a:prstGeom>
          <a:solidFill>
            <a:srgbClr val="FF858B"/>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Rounded Corners 12">
            <a:extLst>
              <a:ext uri="{FF2B5EF4-FFF2-40B4-BE49-F238E27FC236}">
                <a16:creationId xmlns:a16="http://schemas.microsoft.com/office/drawing/2014/main" id="{8CEF3975-412A-5C71-FB52-5D31E2ECB58D}"/>
              </a:ext>
            </a:extLst>
          </p:cNvPr>
          <p:cNvSpPr/>
          <p:nvPr/>
        </p:nvSpPr>
        <p:spPr>
          <a:xfrm>
            <a:off x="2711624" y="1922749"/>
            <a:ext cx="2393949" cy="119380"/>
          </a:xfrm>
          <a:prstGeom prst="roundRect">
            <a:avLst>
              <a:gd name="adj" fmla="val 4099"/>
            </a:avLst>
          </a:prstGeom>
          <a:gradFill flip="none" rotWithShape="1">
            <a:gsLst>
              <a:gs pos="90250">
                <a:srgbClr val="8A181D"/>
              </a:gs>
              <a:gs pos="50000">
                <a:srgbClr val="FF858B"/>
              </a:gs>
              <a:gs pos="0">
                <a:srgbClr val="7E0006"/>
              </a:gs>
              <a:gs pos="100000">
                <a:srgbClr val="7E0006"/>
              </a:gs>
            </a:gsLst>
            <a:lin ang="54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TextBox 13">
            <a:extLst>
              <a:ext uri="{FF2B5EF4-FFF2-40B4-BE49-F238E27FC236}">
                <a16:creationId xmlns:a16="http://schemas.microsoft.com/office/drawing/2014/main" id="{0C68A815-DC45-9207-2606-356D5E19F983}"/>
              </a:ext>
            </a:extLst>
          </p:cNvPr>
          <p:cNvSpPr txBox="1"/>
          <p:nvPr/>
        </p:nvSpPr>
        <p:spPr>
          <a:xfrm>
            <a:off x="3043980" y="1395716"/>
            <a:ext cx="1729236" cy="430887"/>
          </a:xfrm>
          <a:prstGeom prst="rect">
            <a:avLst/>
          </a:prstGeom>
          <a:noFill/>
        </p:spPr>
        <p:txBody>
          <a:bodyPr wrap="square" rtlCol="0">
            <a:spAutoFit/>
          </a:bodyPr>
          <a:lstStyle/>
          <a:p>
            <a:pPr algn="ctr"/>
            <a:r>
              <a:rPr lang="en-MY" sz="2200" b="1" dirty="0">
                <a:latin typeface="Century Gothic" panose="020B0502020202020204" pitchFamily="34" charset="0"/>
              </a:rPr>
              <a:t>Theory X</a:t>
            </a:r>
          </a:p>
        </p:txBody>
      </p:sp>
      <p:grpSp>
        <p:nvGrpSpPr>
          <p:cNvPr id="15" name="Group 14">
            <a:extLst>
              <a:ext uri="{FF2B5EF4-FFF2-40B4-BE49-F238E27FC236}">
                <a16:creationId xmlns:a16="http://schemas.microsoft.com/office/drawing/2014/main" id="{323370B7-9728-C4AF-667F-3618EA2D0204}"/>
              </a:ext>
            </a:extLst>
          </p:cNvPr>
          <p:cNvGrpSpPr/>
          <p:nvPr/>
        </p:nvGrpSpPr>
        <p:grpSpPr>
          <a:xfrm>
            <a:off x="2855640" y="2291456"/>
            <a:ext cx="2302179" cy="1754326"/>
            <a:chOff x="2892928" y="2505834"/>
            <a:chExt cx="2302179" cy="1754326"/>
          </a:xfrm>
        </p:grpSpPr>
        <p:sp>
          <p:nvSpPr>
            <p:cNvPr id="16" name="TextBox 8">
              <a:extLst>
                <a:ext uri="{FF2B5EF4-FFF2-40B4-BE49-F238E27FC236}">
                  <a16:creationId xmlns:a16="http://schemas.microsoft.com/office/drawing/2014/main" id="{6D010C97-4D19-7254-732D-BE82ABC730B8}"/>
                </a:ext>
              </a:extLst>
            </p:cNvPr>
            <p:cNvSpPr txBox="1">
              <a:spLocks noChangeArrowheads="1"/>
            </p:cNvSpPr>
            <p:nvPr/>
          </p:nvSpPr>
          <p:spPr bwMode="auto">
            <a:xfrm>
              <a:off x="3010263" y="2505834"/>
              <a:ext cx="2184844" cy="1754326"/>
            </a:xfrm>
            <a:prstGeom prst="rect">
              <a:avLst/>
            </a:prstGeom>
            <a:noFill/>
            <a:ln w="9525">
              <a:noFill/>
              <a:miter lim="800000"/>
              <a:headEnd/>
              <a:tailEnd/>
            </a:ln>
          </p:spPr>
          <p:txBody>
            <a:bodyPr wrap="square">
              <a:spAutoFit/>
            </a:bodyPr>
            <a:lstStyle/>
            <a:p>
              <a:r>
                <a:rPr lang="en-US" dirty="0">
                  <a:latin typeface="Century Gothic" panose="020B0502020202020204" pitchFamily="34" charset="0"/>
                </a:rPr>
                <a:t>Lack integrity</a:t>
              </a:r>
            </a:p>
            <a:p>
              <a:r>
                <a:rPr lang="en-US" dirty="0">
                  <a:latin typeface="Century Gothic" panose="020B0502020202020204" pitchFamily="34" charset="0"/>
                </a:rPr>
                <a:t>Avoids responsibility</a:t>
              </a:r>
            </a:p>
            <a:p>
              <a:r>
                <a:rPr lang="en-US" dirty="0">
                  <a:latin typeface="Century Gothic" panose="020B0502020202020204" pitchFamily="34" charset="0"/>
                </a:rPr>
                <a:t>Do as little as possible</a:t>
              </a:r>
            </a:p>
            <a:p>
              <a:r>
                <a:rPr lang="en-US" dirty="0">
                  <a:latin typeface="Century Gothic" panose="020B0502020202020204" pitchFamily="34" charset="0"/>
                </a:rPr>
                <a:t>Prefer direction</a:t>
              </a:r>
            </a:p>
          </p:txBody>
        </p:sp>
        <p:grpSp>
          <p:nvGrpSpPr>
            <p:cNvPr id="17" name="Group 16">
              <a:extLst>
                <a:ext uri="{FF2B5EF4-FFF2-40B4-BE49-F238E27FC236}">
                  <a16:creationId xmlns:a16="http://schemas.microsoft.com/office/drawing/2014/main" id="{FA2AE205-785B-F4B9-8AD7-BB195D775E1A}"/>
                </a:ext>
              </a:extLst>
            </p:cNvPr>
            <p:cNvGrpSpPr/>
            <p:nvPr/>
          </p:nvGrpSpPr>
          <p:grpSpPr>
            <a:xfrm>
              <a:off x="2892928" y="2636912"/>
              <a:ext cx="117335" cy="1478827"/>
              <a:chOff x="3207078" y="2636912"/>
              <a:chExt cx="117335" cy="1478827"/>
            </a:xfrm>
          </p:grpSpPr>
          <p:sp>
            <p:nvSpPr>
              <p:cNvPr id="18" name="Oval 17">
                <a:extLst>
                  <a:ext uri="{FF2B5EF4-FFF2-40B4-BE49-F238E27FC236}">
                    <a16:creationId xmlns:a16="http://schemas.microsoft.com/office/drawing/2014/main" id="{366B916D-7C92-04A7-1B57-EDA5083FFCB9}"/>
                  </a:ext>
                </a:extLst>
              </p:cNvPr>
              <p:cNvSpPr/>
              <p:nvPr/>
            </p:nvSpPr>
            <p:spPr>
              <a:xfrm>
                <a:off x="3209840" y="2636912"/>
                <a:ext cx="114573" cy="114573"/>
              </a:xfrm>
              <a:prstGeom prst="ellipse">
                <a:avLst/>
              </a:prstGeom>
              <a:solidFill>
                <a:srgbClr val="FF7178"/>
              </a:solidFill>
              <a:ln>
                <a:solidFill>
                  <a:schemeClr val="bg1">
                    <a:lumMod val="65000"/>
                  </a:schemeClr>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Oval 18">
                <a:extLst>
                  <a:ext uri="{FF2B5EF4-FFF2-40B4-BE49-F238E27FC236}">
                    <a16:creationId xmlns:a16="http://schemas.microsoft.com/office/drawing/2014/main" id="{00A31058-B328-B658-B66E-8A545249E811}"/>
                  </a:ext>
                </a:extLst>
              </p:cNvPr>
              <p:cNvSpPr/>
              <p:nvPr/>
            </p:nvSpPr>
            <p:spPr>
              <a:xfrm>
                <a:off x="3208459" y="2896271"/>
                <a:ext cx="114573" cy="114573"/>
              </a:xfrm>
              <a:prstGeom prst="ellipse">
                <a:avLst/>
              </a:prstGeom>
              <a:solidFill>
                <a:srgbClr val="FF7178"/>
              </a:solidFill>
              <a:ln>
                <a:solidFill>
                  <a:schemeClr val="bg1">
                    <a:lumMod val="65000"/>
                  </a:schemeClr>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Oval 19">
                <a:extLst>
                  <a:ext uri="{FF2B5EF4-FFF2-40B4-BE49-F238E27FC236}">
                    <a16:creationId xmlns:a16="http://schemas.microsoft.com/office/drawing/2014/main" id="{539CE60B-7D9D-F742-C1DF-16D944DD9DC9}"/>
                  </a:ext>
                </a:extLst>
              </p:cNvPr>
              <p:cNvSpPr/>
              <p:nvPr/>
            </p:nvSpPr>
            <p:spPr>
              <a:xfrm>
                <a:off x="3208459" y="3462088"/>
                <a:ext cx="114573" cy="114573"/>
              </a:xfrm>
              <a:prstGeom prst="ellipse">
                <a:avLst/>
              </a:prstGeom>
              <a:solidFill>
                <a:srgbClr val="FF7178"/>
              </a:solidFill>
              <a:ln>
                <a:solidFill>
                  <a:schemeClr val="bg1">
                    <a:lumMod val="65000"/>
                  </a:schemeClr>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Oval 20">
                <a:extLst>
                  <a:ext uri="{FF2B5EF4-FFF2-40B4-BE49-F238E27FC236}">
                    <a16:creationId xmlns:a16="http://schemas.microsoft.com/office/drawing/2014/main" id="{0CE472DA-E730-6785-74B3-5D80D330BA63}"/>
                  </a:ext>
                </a:extLst>
              </p:cNvPr>
              <p:cNvSpPr/>
              <p:nvPr/>
            </p:nvSpPr>
            <p:spPr>
              <a:xfrm>
                <a:off x="3207078" y="4001166"/>
                <a:ext cx="114573" cy="114573"/>
              </a:xfrm>
              <a:prstGeom prst="ellipse">
                <a:avLst/>
              </a:prstGeom>
              <a:solidFill>
                <a:srgbClr val="FF7178"/>
              </a:solidFill>
              <a:ln>
                <a:solidFill>
                  <a:schemeClr val="bg1">
                    <a:lumMod val="65000"/>
                  </a:schemeClr>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sp>
        <p:nvSpPr>
          <p:cNvPr id="22" name="Rectangle: Rounded Corners 21">
            <a:extLst>
              <a:ext uri="{FF2B5EF4-FFF2-40B4-BE49-F238E27FC236}">
                <a16:creationId xmlns:a16="http://schemas.microsoft.com/office/drawing/2014/main" id="{72A33094-ED15-A396-8AA8-B26E61F03A3B}"/>
              </a:ext>
            </a:extLst>
          </p:cNvPr>
          <p:cNvSpPr/>
          <p:nvPr/>
        </p:nvSpPr>
        <p:spPr>
          <a:xfrm>
            <a:off x="7068902" y="2206533"/>
            <a:ext cx="2393949" cy="2791227"/>
          </a:xfrm>
          <a:prstGeom prst="roundRect">
            <a:avLst>
              <a:gd name="adj" fmla="val 4099"/>
            </a:avLst>
          </a:prstGeom>
          <a:solidFill>
            <a:schemeClr val="accent4">
              <a:lumMod val="40000"/>
              <a:lumOff val="60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23" name="Rectangle: Rounded Corners 22">
            <a:extLst>
              <a:ext uri="{FF2B5EF4-FFF2-40B4-BE49-F238E27FC236}">
                <a16:creationId xmlns:a16="http://schemas.microsoft.com/office/drawing/2014/main" id="{A6AAC019-A82B-C315-3D35-53A99CB3273A}"/>
              </a:ext>
            </a:extLst>
          </p:cNvPr>
          <p:cNvSpPr/>
          <p:nvPr/>
        </p:nvSpPr>
        <p:spPr>
          <a:xfrm>
            <a:off x="7068901" y="2206535"/>
            <a:ext cx="2393949" cy="119380"/>
          </a:xfrm>
          <a:prstGeom prst="roundRect">
            <a:avLst>
              <a:gd name="adj" fmla="val 4099"/>
            </a:avLst>
          </a:prstGeom>
          <a:gradFill flip="none" rotWithShape="1">
            <a:gsLst>
              <a:gs pos="90250">
                <a:srgbClr val="503D00"/>
              </a:gs>
              <a:gs pos="50000">
                <a:srgbClr val="FFE699"/>
              </a:gs>
              <a:gs pos="0">
                <a:srgbClr val="503D00"/>
              </a:gs>
              <a:gs pos="100000">
                <a:srgbClr val="503D00"/>
              </a:gs>
            </a:gsLst>
            <a:lin ang="54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24" name="Group 23">
            <a:extLst>
              <a:ext uri="{FF2B5EF4-FFF2-40B4-BE49-F238E27FC236}">
                <a16:creationId xmlns:a16="http://schemas.microsoft.com/office/drawing/2014/main" id="{50632E2A-9708-6B70-46AE-415BBDF42B14}"/>
              </a:ext>
            </a:extLst>
          </p:cNvPr>
          <p:cNvGrpSpPr/>
          <p:nvPr/>
        </p:nvGrpSpPr>
        <p:grpSpPr>
          <a:xfrm>
            <a:off x="7176120" y="2575242"/>
            <a:ext cx="2302179" cy="1754326"/>
            <a:chOff x="7250205" y="2789620"/>
            <a:chExt cx="2302179" cy="1754326"/>
          </a:xfrm>
        </p:grpSpPr>
        <p:sp>
          <p:nvSpPr>
            <p:cNvPr id="25" name="TextBox 8">
              <a:extLst>
                <a:ext uri="{FF2B5EF4-FFF2-40B4-BE49-F238E27FC236}">
                  <a16:creationId xmlns:a16="http://schemas.microsoft.com/office/drawing/2014/main" id="{1972802C-9E70-5964-6880-5BB8F8706ECE}"/>
                </a:ext>
              </a:extLst>
            </p:cNvPr>
            <p:cNvSpPr txBox="1">
              <a:spLocks noChangeArrowheads="1"/>
            </p:cNvSpPr>
            <p:nvPr/>
          </p:nvSpPr>
          <p:spPr bwMode="auto">
            <a:xfrm>
              <a:off x="7367540" y="2789620"/>
              <a:ext cx="2184844" cy="1754326"/>
            </a:xfrm>
            <a:prstGeom prst="rect">
              <a:avLst/>
            </a:prstGeom>
            <a:noFill/>
            <a:ln w="9525">
              <a:noFill/>
              <a:miter lim="800000"/>
              <a:headEnd/>
              <a:tailEnd/>
            </a:ln>
          </p:spPr>
          <p:txBody>
            <a:bodyPr wrap="square">
              <a:spAutoFit/>
            </a:bodyPr>
            <a:lstStyle/>
            <a:p>
              <a:r>
                <a:rPr lang="en-US" dirty="0">
                  <a:latin typeface="Century Gothic" panose="020B0502020202020204" pitchFamily="34" charset="0"/>
                </a:rPr>
                <a:t>Have integrity</a:t>
              </a:r>
            </a:p>
            <a:p>
              <a:r>
                <a:rPr lang="en-US" dirty="0">
                  <a:latin typeface="Century Gothic" panose="020B0502020202020204" pitchFamily="34" charset="0"/>
                </a:rPr>
                <a:t>Work towards objective</a:t>
              </a:r>
            </a:p>
            <a:p>
              <a:r>
                <a:rPr lang="en-US" dirty="0">
                  <a:latin typeface="Century Gothic" panose="020B0502020202020204" pitchFamily="34" charset="0"/>
                </a:rPr>
                <a:t>Wants to achieve</a:t>
              </a:r>
            </a:p>
            <a:p>
              <a:r>
                <a:rPr lang="en-US" dirty="0">
                  <a:latin typeface="Century Gothic" panose="020B0502020202020204" pitchFamily="34" charset="0"/>
                </a:rPr>
                <a:t>Will make decision</a:t>
              </a:r>
            </a:p>
          </p:txBody>
        </p:sp>
        <p:grpSp>
          <p:nvGrpSpPr>
            <p:cNvPr id="26" name="Group 25">
              <a:extLst>
                <a:ext uri="{FF2B5EF4-FFF2-40B4-BE49-F238E27FC236}">
                  <a16:creationId xmlns:a16="http://schemas.microsoft.com/office/drawing/2014/main" id="{62709165-C7B8-F4F8-8348-032E0351DC53}"/>
                </a:ext>
              </a:extLst>
            </p:cNvPr>
            <p:cNvGrpSpPr/>
            <p:nvPr/>
          </p:nvGrpSpPr>
          <p:grpSpPr>
            <a:xfrm>
              <a:off x="7250205" y="2920698"/>
              <a:ext cx="117335" cy="1198939"/>
              <a:chOff x="3207078" y="2636912"/>
              <a:chExt cx="117335" cy="1198939"/>
            </a:xfrm>
          </p:grpSpPr>
          <p:sp>
            <p:nvSpPr>
              <p:cNvPr id="27" name="Oval 26">
                <a:extLst>
                  <a:ext uri="{FF2B5EF4-FFF2-40B4-BE49-F238E27FC236}">
                    <a16:creationId xmlns:a16="http://schemas.microsoft.com/office/drawing/2014/main" id="{179A998F-EE1D-9315-AB64-AC70A6A9F3D6}"/>
                  </a:ext>
                </a:extLst>
              </p:cNvPr>
              <p:cNvSpPr/>
              <p:nvPr/>
            </p:nvSpPr>
            <p:spPr>
              <a:xfrm>
                <a:off x="3209840" y="2636912"/>
                <a:ext cx="114573" cy="114573"/>
              </a:xfrm>
              <a:prstGeom prst="ellipse">
                <a:avLst/>
              </a:prstGeom>
              <a:solidFill>
                <a:srgbClr val="FFE699"/>
              </a:solidFill>
              <a:ln>
                <a:solidFill>
                  <a:schemeClr val="bg1">
                    <a:lumMod val="65000"/>
                  </a:schemeClr>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8" name="Oval 27">
                <a:extLst>
                  <a:ext uri="{FF2B5EF4-FFF2-40B4-BE49-F238E27FC236}">
                    <a16:creationId xmlns:a16="http://schemas.microsoft.com/office/drawing/2014/main" id="{3ABC4E87-6846-FAD6-6B00-2EE3614E5056}"/>
                  </a:ext>
                </a:extLst>
              </p:cNvPr>
              <p:cNvSpPr/>
              <p:nvPr/>
            </p:nvSpPr>
            <p:spPr>
              <a:xfrm>
                <a:off x="3208459" y="2896271"/>
                <a:ext cx="114573" cy="114573"/>
              </a:xfrm>
              <a:prstGeom prst="ellipse">
                <a:avLst/>
              </a:prstGeom>
              <a:solidFill>
                <a:srgbClr val="FFE699"/>
              </a:solidFill>
              <a:ln>
                <a:solidFill>
                  <a:schemeClr val="bg1">
                    <a:lumMod val="65000"/>
                  </a:schemeClr>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9" name="Oval 28">
                <a:extLst>
                  <a:ext uri="{FF2B5EF4-FFF2-40B4-BE49-F238E27FC236}">
                    <a16:creationId xmlns:a16="http://schemas.microsoft.com/office/drawing/2014/main" id="{01CE5989-A413-73EF-805F-7D8E48AE29A8}"/>
                  </a:ext>
                </a:extLst>
              </p:cNvPr>
              <p:cNvSpPr/>
              <p:nvPr/>
            </p:nvSpPr>
            <p:spPr>
              <a:xfrm>
                <a:off x="3208459" y="3462088"/>
                <a:ext cx="114573" cy="114573"/>
              </a:xfrm>
              <a:prstGeom prst="ellipse">
                <a:avLst/>
              </a:prstGeom>
              <a:solidFill>
                <a:srgbClr val="FFE699"/>
              </a:solidFill>
              <a:ln>
                <a:solidFill>
                  <a:schemeClr val="bg1">
                    <a:lumMod val="65000"/>
                  </a:schemeClr>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0" name="Oval 29">
                <a:extLst>
                  <a:ext uri="{FF2B5EF4-FFF2-40B4-BE49-F238E27FC236}">
                    <a16:creationId xmlns:a16="http://schemas.microsoft.com/office/drawing/2014/main" id="{39D36B16-B3DF-7E00-C55E-9BC635D0FA48}"/>
                  </a:ext>
                </a:extLst>
              </p:cNvPr>
              <p:cNvSpPr/>
              <p:nvPr/>
            </p:nvSpPr>
            <p:spPr>
              <a:xfrm>
                <a:off x="3207078" y="3721278"/>
                <a:ext cx="114573" cy="114573"/>
              </a:xfrm>
              <a:prstGeom prst="ellipse">
                <a:avLst/>
              </a:prstGeom>
              <a:solidFill>
                <a:srgbClr val="FFE699"/>
              </a:solidFill>
              <a:ln>
                <a:solidFill>
                  <a:schemeClr val="bg1">
                    <a:lumMod val="65000"/>
                  </a:schemeClr>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sp>
        <p:nvSpPr>
          <p:cNvPr id="31" name="TextBox 30">
            <a:extLst>
              <a:ext uri="{FF2B5EF4-FFF2-40B4-BE49-F238E27FC236}">
                <a16:creationId xmlns:a16="http://schemas.microsoft.com/office/drawing/2014/main" id="{781188B6-5AB5-21CF-D05F-8061E6DD3EDA}"/>
              </a:ext>
            </a:extLst>
          </p:cNvPr>
          <p:cNvSpPr txBox="1"/>
          <p:nvPr/>
        </p:nvSpPr>
        <p:spPr>
          <a:xfrm>
            <a:off x="7401257" y="1645633"/>
            <a:ext cx="1729236" cy="430887"/>
          </a:xfrm>
          <a:prstGeom prst="rect">
            <a:avLst/>
          </a:prstGeom>
          <a:noFill/>
        </p:spPr>
        <p:txBody>
          <a:bodyPr wrap="square" rtlCol="0">
            <a:spAutoFit/>
          </a:bodyPr>
          <a:lstStyle/>
          <a:p>
            <a:pPr algn="ctr"/>
            <a:r>
              <a:rPr lang="en-MY" sz="2200" b="1" dirty="0">
                <a:latin typeface="Century Gothic" panose="020B0502020202020204" pitchFamily="34" charset="0"/>
              </a:rPr>
              <a:t>Theory Y</a:t>
            </a:r>
          </a:p>
        </p:txBody>
      </p:sp>
    </p:spTree>
    <p:extLst>
      <p:ext uri="{BB962C8B-B14F-4D97-AF65-F5344CB8AC3E}">
        <p14:creationId xmlns:p14="http://schemas.microsoft.com/office/powerpoint/2010/main" val="427895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up)">
                                      <p:cBhvr>
                                        <p:cTn id="15" dur="750"/>
                                        <p:tgtEl>
                                          <p:spTgt spid="12"/>
                                        </p:tgtEl>
                                      </p:cBhvr>
                                    </p:animEffect>
                                  </p:childTnLst>
                                </p:cTn>
                              </p:par>
                              <p:par>
                                <p:cTn id="16" presetID="22" presetClass="entr" presetSubtype="1" fill="hold" nodeType="withEffect">
                                  <p:stCondLst>
                                    <p:cond delay="250"/>
                                  </p:stCondLst>
                                  <p:childTnLst>
                                    <p:set>
                                      <p:cBhvr>
                                        <p:cTn id="17" dur="1" fill="hold">
                                          <p:stCondLst>
                                            <p:cond delay="0"/>
                                          </p:stCondLst>
                                        </p:cTn>
                                        <p:tgtEl>
                                          <p:spTgt spid="15"/>
                                        </p:tgtEl>
                                        <p:attrNameLst>
                                          <p:attrName>style.visibility</p:attrName>
                                        </p:attrNameLst>
                                      </p:cBhvr>
                                      <p:to>
                                        <p:strVal val="visible"/>
                                      </p:to>
                                    </p:set>
                                    <p:animEffect transition="in" filter="wipe(up)">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up)">
                                      <p:cBhvr>
                                        <p:cTn id="23" dur="750"/>
                                        <p:tgtEl>
                                          <p:spTgt spid="22"/>
                                        </p:tgtEl>
                                      </p:cBhvr>
                                    </p:animEffect>
                                  </p:childTnLst>
                                </p:cTn>
                              </p:par>
                              <p:par>
                                <p:cTn id="24" presetID="22" presetClass="entr" presetSubtype="1" fill="hold" nodeType="withEffect">
                                  <p:stCondLst>
                                    <p:cond delay="250"/>
                                  </p:stCondLst>
                                  <p:childTnLst>
                                    <p:set>
                                      <p:cBhvr>
                                        <p:cTn id="25" dur="1" fill="hold">
                                          <p:stCondLst>
                                            <p:cond delay="0"/>
                                          </p:stCondLst>
                                        </p:cTn>
                                        <p:tgtEl>
                                          <p:spTgt spid="24"/>
                                        </p:tgtEl>
                                        <p:attrNameLst>
                                          <p:attrName>style.visibility</p:attrName>
                                        </p:attrNameLst>
                                      </p:cBhvr>
                                      <p:to>
                                        <p:strVal val="visible"/>
                                      </p:to>
                                    </p:set>
                                    <p:animEffect transition="in" filter="wipe(up)">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P spid="22" grpId="0" animBg="1"/>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4CF1F4D-612E-3AC5-DC97-B19894D2E3B9}"/>
              </a:ext>
            </a:extLst>
          </p:cNvPr>
          <p:cNvGrpSpPr/>
          <p:nvPr/>
        </p:nvGrpSpPr>
        <p:grpSpPr>
          <a:xfrm>
            <a:off x="3186064" y="1911861"/>
            <a:ext cx="5819872" cy="3014220"/>
            <a:chOff x="3186064" y="1921890"/>
            <a:chExt cx="5819872" cy="3014220"/>
          </a:xfrm>
        </p:grpSpPr>
        <p:sp>
          <p:nvSpPr>
            <p:cNvPr id="3" name="Freeform: Shape 2">
              <a:extLst>
                <a:ext uri="{FF2B5EF4-FFF2-40B4-BE49-F238E27FC236}">
                  <a16:creationId xmlns:a16="http://schemas.microsoft.com/office/drawing/2014/main" id="{E782F13A-0FDF-6099-B81F-4241F669FC83}"/>
                </a:ext>
              </a:extLst>
            </p:cNvPr>
            <p:cNvSpPr/>
            <p:nvPr/>
          </p:nvSpPr>
          <p:spPr>
            <a:xfrm>
              <a:off x="3186064" y="1921890"/>
              <a:ext cx="3014220" cy="1507110"/>
            </a:xfrm>
            <a:custGeom>
              <a:avLst/>
              <a:gdLst>
                <a:gd name="connsiteX0" fmla="*/ 1507110 w 3014220"/>
                <a:gd name="connsiteY0" fmla="*/ 0 h 1507110"/>
                <a:gd name="connsiteX1" fmla="*/ 3014220 w 3014220"/>
                <a:gd name="connsiteY1" fmla="*/ 1507110 h 1507110"/>
                <a:gd name="connsiteX2" fmla="*/ 2798187 w 3014220"/>
                <a:gd name="connsiteY2" fmla="*/ 1507110 h 1507110"/>
                <a:gd name="connsiteX3" fmla="*/ 1499547 w 3014220"/>
                <a:gd name="connsiteY3" fmla="*/ 208469 h 1507110"/>
                <a:gd name="connsiteX4" fmla="*/ 200906 w 3014220"/>
                <a:gd name="connsiteY4" fmla="*/ 1507110 h 1507110"/>
                <a:gd name="connsiteX5" fmla="*/ 0 w 3014220"/>
                <a:gd name="connsiteY5" fmla="*/ 1507110 h 1507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4220" h="1507110">
                  <a:moveTo>
                    <a:pt x="1507110" y="0"/>
                  </a:moveTo>
                  <a:lnTo>
                    <a:pt x="3014220" y="1507110"/>
                  </a:lnTo>
                  <a:lnTo>
                    <a:pt x="2798187" y="1507110"/>
                  </a:lnTo>
                  <a:lnTo>
                    <a:pt x="1499547" y="208469"/>
                  </a:lnTo>
                  <a:lnTo>
                    <a:pt x="200906" y="1507110"/>
                  </a:lnTo>
                  <a:lnTo>
                    <a:pt x="0" y="1507110"/>
                  </a:lnTo>
                  <a:close/>
                </a:path>
              </a:pathLst>
            </a:custGeom>
            <a:solidFill>
              <a:srgbClr val="169A7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4" name="Freeform: Shape 3">
              <a:extLst>
                <a:ext uri="{FF2B5EF4-FFF2-40B4-BE49-F238E27FC236}">
                  <a16:creationId xmlns:a16="http://schemas.microsoft.com/office/drawing/2014/main" id="{809CC90B-14E0-FDB5-A98B-1BBEDAE26DDD}"/>
                </a:ext>
              </a:extLst>
            </p:cNvPr>
            <p:cNvSpPr/>
            <p:nvPr/>
          </p:nvSpPr>
          <p:spPr>
            <a:xfrm flipV="1">
              <a:off x="5991716" y="3429000"/>
              <a:ext cx="3014220" cy="1507110"/>
            </a:xfrm>
            <a:custGeom>
              <a:avLst/>
              <a:gdLst>
                <a:gd name="connsiteX0" fmla="*/ 1507110 w 3014220"/>
                <a:gd name="connsiteY0" fmla="*/ 0 h 1507110"/>
                <a:gd name="connsiteX1" fmla="*/ 3014220 w 3014220"/>
                <a:gd name="connsiteY1" fmla="*/ 1507110 h 1507110"/>
                <a:gd name="connsiteX2" fmla="*/ 2798187 w 3014220"/>
                <a:gd name="connsiteY2" fmla="*/ 1507110 h 1507110"/>
                <a:gd name="connsiteX3" fmla="*/ 1499547 w 3014220"/>
                <a:gd name="connsiteY3" fmla="*/ 208469 h 1507110"/>
                <a:gd name="connsiteX4" fmla="*/ 200906 w 3014220"/>
                <a:gd name="connsiteY4" fmla="*/ 1507110 h 1507110"/>
                <a:gd name="connsiteX5" fmla="*/ 0 w 3014220"/>
                <a:gd name="connsiteY5" fmla="*/ 1507110 h 1507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4220" h="1507110">
                  <a:moveTo>
                    <a:pt x="1507110" y="0"/>
                  </a:moveTo>
                  <a:lnTo>
                    <a:pt x="3014220" y="1507110"/>
                  </a:lnTo>
                  <a:lnTo>
                    <a:pt x="2798187" y="1507110"/>
                  </a:lnTo>
                  <a:lnTo>
                    <a:pt x="1499547" y="208469"/>
                  </a:lnTo>
                  <a:lnTo>
                    <a:pt x="200906" y="1507110"/>
                  </a:lnTo>
                  <a:lnTo>
                    <a:pt x="0" y="1507110"/>
                  </a:lnTo>
                  <a:close/>
                </a:path>
              </a:pathLst>
            </a:custGeom>
            <a:solidFill>
              <a:srgbClr val="B84A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nvGrpSpPr>
            <p:cNvPr id="5" name="Group 4">
              <a:extLst>
                <a:ext uri="{FF2B5EF4-FFF2-40B4-BE49-F238E27FC236}">
                  <a16:creationId xmlns:a16="http://schemas.microsoft.com/office/drawing/2014/main" id="{F472377E-8681-27C0-7B7F-5D251F059E6D}"/>
                </a:ext>
              </a:extLst>
            </p:cNvPr>
            <p:cNvGrpSpPr/>
            <p:nvPr/>
          </p:nvGrpSpPr>
          <p:grpSpPr>
            <a:xfrm>
              <a:off x="3577667" y="2311924"/>
              <a:ext cx="2234152" cy="2234152"/>
              <a:chOff x="3577667" y="2311924"/>
              <a:chExt cx="2234152" cy="2234152"/>
            </a:xfrm>
          </p:grpSpPr>
          <p:sp>
            <p:nvSpPr>
              <p:cNvPr id="9" name="Diamond 8">
                <a:extLst>
                  <a:ext uri="{FF2B5EF4-FFF2-40B4-BE49-F238E27FC236}">
                    <a16:creationId xmlns:a16="http://schemas.microsoft.com/office/drawing/2014/main" id="{4AFD6FA3-ADDF-3493-D3CC-424938830734}"/>
                  </a:ext>
                </a:extLst>
              </p:cNvPr>
              <p:cNvSpPr/>
              <p:nvPr/>
            </p:nvSpPr>
            <p:spPr>
              <a:xfrm>
                <a:off x="3577667" y="2311924"/>
                <a:ext cx="2234152" cy="2234152"/>
              </a:xfrm>
              <a:prstGeom prst="diamond">
                <a:avLst/>
              </a:prstGeom>
              <a:solidFill>
                <a:schemeClr val="bg1">
                  <a:lumMod val="95000"/>
                </a:schemeClr>
              </a:solidFill>
              <a:ln w="635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Freeform: Shape 9">
                <a:extLst>
                  <a:ext uri="{FF2B5EF4-FFF2-40B4-BE49-F238E27FC236}">
                    <a16:creationId xmlns:a16="http://schemas.microsoft.com/office/drawing/2014/main" id="{931E036B-0D06-7AE4-BEA4-11A92D81D4D2}"/>
                  </a:ext>
                </a:extLst>
              </p:cNvPr>
              <p:cNvSpPr/>
              <p:nvPr/>
            </p:nvSpPr>
            <p:spPr>
              <a:xfrm>
                <a:off x="4099901" y="2311924"/>
                <a:ext cx="1191308" cy="595654"/>
              </a:xfrm>
              <a:custGeom>
                <a:avLst/>
                <a:gdLst>
                  <a:gd name="connsiteX0" fmla="*/ 595654 w 1191308"/>
                  <a:gd name="connsiteY0" fmla="*/ 0 h 595654"/>
                  <a:gd name="connsiteX1" fmla="*/ 1191308 w 1191308"/>
                  <a:gd name="connsiteY1" fmla="*/ 595654 h 595654"/>
                  <a:gd name="connsiteX2" fmla="*/ 0 w 1191308"/>
                  <a:gd name="connsiteY2" fmla="*/ 595654 h 595654"/>
                </a:gdLst>
                <a:ahLst/>
                <a:cxnLst>
                  <a:cxn ang="0">
                    <a:pos x="connsiteX0" y="connsiteY0"/>
                  </a:cxn>
                  <a:cxn ang="0">
                    <a:pos x="connsiteX1" y="connsiteY1"/>
                  </a:cxn>
                  <a:cxn ang="0">
                    <a:pos x="connsiteX2" y="connsiteY2"/>
                  </a:cxn>
                </a:cxnLst>
                <a:rect l="l" t="t" r="r" b="b"/>
                <a:pathLst>
                  <a:path w="1191308" h="595654">
                    <a:moveTo>
                      <a:pt x="595654" y="0"/>
                    </a:moveTo>
                    <a:lnTo>
                      <a:pt x="1191308" y="595654"/>
                    </a:lnTo>
                    <a:lnTo>
                      <a:pt x="0" y="595654"/>
                    </a:lnTo>
                    <a:close/>
                  </a:path>
                </a:pathLst>
              </a:custGeom>
              <a:solidFill>
                <a:srgbClr val="1ED1AC"/>
              </a:solidFill>
              <a:ln w="635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nvGrpSpPr>
            <p:cNvPr id="6" name="Group 5">
              <a:extLst>
                <a:ext uri="{FF2B5EF4-FFF2-40B4-BE49-F238E27FC236}">
                  <a16:creationId xmlns:a16="http://schemas.microsoft.com/office/drawing/2014/main" id="{FB904E2B-2CF5-9933-FE5A-2159F66ECCD8}"/>
                </a:ext>
              </a:extLst>
            </p:cNvPr>
            <p:cNvGrpSpPr/>
            <p:nvPr/>
          </p:nvGrpSpPr>
          <p:grpSpPr>
            <a:xfrm>
              <a:off x="6373892" y="2311924"/>
              <a:ext cx="2234152" cy="2234152"/>
              <a:chOff x="6373892" y="2311924"/>
              <a:chExt cx="2234152" cy="2234152"/>
            </a:xfrm>
          </p:grpSpPr>
          <p:sp>
            <p:nvSpPr>
              <p:cNvPr id="7" name="Diamond 6">
                <a:extLst>
                  <a:ext uri="{FF2B5EF4-FFF2-40B4-BE49-F238E27FC236}">
                    <a16:creationId xmlns:a16="http://schemas.microsoft.com/office/drawing/2014/main" id="{1BDAB6C0-A259-20F8-3157-8DA8B37DFF09}"/>
                  </a:ext>
                </a:extLst>
              </p:cNvPr>
              <p:cNvSpPr/>
              <p:nvPr/>
            </p:nvSpPr>
            <p:spPr>
              <a:xfrm flipV="1">
                <a:off x="6373892" y="2311924"/>
                <a:ext cx="2234152" cy="2234152"/>
              </a:xfrm>
              <a:prstGeom prst="diamond">
                <a:avLst/>
              </a:prstGeom>
              <a:solidFill>
                <a:schemeClr val="bg1">
                  <a:lumMod val="95000"/>
                </a:schemeClr>
              </a:solidFill>
              <a:ln w="63500">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Freeform: Shape 7">
                <a:extLst>
                  <a:ext uri="{FF2B5EF4-FFF2-40B4-BE49-F238E27FC236}">
                    <a16:creationId xmlns:a16="http://schemas.microsoft.com/office/drawing/2014/main" id="{442FECCC-401A-95B8-1FF2-AF2FDB297D91}"/>
                  </a:ext>
                </a:extLst>
              </p:cNvPr>
              <p:cNvSpPr/>
              <p:nvPr/>
            </p:nvSpPr>
            <p:spPr>
              <a:xfrm flipV="1">
                <a:off x="6895314" y="3950422"/>
                <a:ext cx="1191308" cy="595654"/>
              </a:xfrm>
              <a:custGeom>
                <a:avLst/>
                <a:gdLst>
                  <a:gd name="connsiteX0" fmla="*/ 595654 w 1191308"/>
                  <a:gd name="connsiteY0" fmla="*/ 0 h 595654"/>
                  <a:gd name="connsiteX1" fmla="*/ 1191308 w 1191308"/>
                  <a:gd name="connsiteY1" fmla="*/ 595654 h 595654"/>
                  <a:gd name="connsiteX2" fmla="*/ 0 w 1191308"/>
                  <a:gd name="connsiteY2" fmla="*/ 595654 h 595654"/>
                </a:gdLst>
                <a:ahLst/>
                <a:cxnLst>
                  <a:cxn ang="0">
                    <a:pos x="connsiteX0" y="connsiteY0"/>
                  </a:cxn>
                  <a:cxn ang="0">
                    <a:pos x="connsiteX1" y="connsiteY1"/>
                  </a:cxn>
                  <a:cxn ang="0">
                    <a:pos x="connsiteX2" y="connsiteY2"/>
                  </a:cxn>
                </a:cxnLst>
                <a:rect l="l" t="t" r="r" b="b"/>
                <a:pathLst>
                  <a:path w="1191308" h="595654">
                    <a:moveTo>
                      <a:pt x="595654" y="0"/>
                    </a:moveTo>
                    <a:lnTo>
                      <a:pt x="1191308" y="595654"/>
                    </a:lnTo>
                    <a:lnTo>
                      <a:pt x="0" y="595654"/>
                    </a:lnTo>
                    <a:close/>
                  </a:path>
                </a:pathLst>
              </a:custGeom>
              <a:solidFill>
                <a:srgbClr val="FF6600"/>
              </a:solidFill>
              <a:ln w="635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grpSp>
        <p:nvGrpSpPr>
          <p:cNvPr id="11" name="Group 10">
            <a:extLst>
              <a:ext uri="{FF2B5EF4-FFF2-40B4-BE49-F238E27FC236}">
                <a16:creationId xmlns:a16="http://schemas.microsoft.com/office/drawing/2014/main" id="{B66B7130-7356-DFFA-1EAC-6AE9C368F2B1}"/>
              </a:ext>
            </a:extLst>
          </p:cNvPr>
          <p:cNvGrpSpPr/>
          <p:nvPr/>
        </p:nvGrpSpPr>
        <p:grpSpPr>
          <a:xfrm>
            <a:off x="1199456" y="3647769"/>
            <a:ext cx="3312368" cy="923330"/>
            <a:chOff x="1199456" y="3657798"/>
            <a:chExt cx="3312368" cy="923330"/>
          </a:xfrm>
        </p:grpSpPr>
        <p:sp>
          <p:nvSpPr>
            <p:cNvPr id="12" name="TextBox 11">
              <a:extLst>
                <a:ext uri="{FF2B5EF4-FFF2-40B4-BE49-F238E27FC236}">
                  <a16:creationId xmlns:a16="http://schemas.microsoft.com/office/drawing/2014/main" id="{B77CDC0E-3F45-290B-D67D-069002813D14}"/>
                </a:ext>
              </a:extLst>
            </p:cNvPr>
            <p:cNvSpPr txBox="1"/>
            <p:nvPr/>
          </p:nvSpPr>
          <p:spPr>
            <a:xfrm>
              <a:off x="1373555" y="3657798"/>
              <a:ext cx="3138269" cy="923330"/>
            </a:xfrm>
            <a:prstGeom prst="rect">
              <a:avLst/>
            </a:prstGeom>
            <a:noFill/>
          </p:spPr>
          <p:txBody>
            <a:bodyPr wrap="square" rtlCol="0">
              <a:spAutoFit/>
            </a:bodyPr>
            <a:lstStyle/>
            <a:p>
              <a:r>
                <a:rPr lang="en-MY" dirty="0">
                  <a:latin typeface="Century Gothic" panose="020B0502020202020204" pitchFamily="34" charset="0"/>
                </a:rPr>
                <a:t>Establish Goals</a:t>
              </a:r>
            </a:p>
            <a:p>
              <a:r>
                <a:rPr lang="en-MY" dirty="0">
                  <a:latin typeface="Century Gothic" panose="020B0502020202020204" pitchFamily="34" charset="0"/>
                </a:rPr>
                <a:t>Manage Expectations</a:t>
              </a:r>
            </a:p>
            <a:p>
              <a:r>
                <a:rPr lang="en-MY" dirty="0">
                  <a:latin typeface="Century Gothic" panose="020B0502020202020204" pitchFamily="34" charset="0"/>
                </a:rPr>
                <a:t>Address Their Concerns</a:t>
              </a:r>
            </a:p>
          </p:txBody>
        </p:sp>
        <p:grpSp>
          <p:nvGrpSpPr>
            <p:cNvPr id="13" name="Group 12">
              <a:extLst>
                <a:ext uri="{FF2B5EF4-FFF2-40B4-BE49-F238E27FC236}">
                  <a16:creationId xmlns:a16="http://schemas.microsoft.com/office/drawing/2014/main" id="{93E6DACE-BC4F-36F5-8A50-80B851F3E206}"/>
                </a:ext>
              </a:extLst>
            </p:cNvPr>
            <p:cNvGrpSpPr/>
            <p:nvPr/>
          </p:nvGrpSpPr>
          <p:grpSpPr>
            <a:xfrm>
              <a:off x="1199456" y="3785678"/>
              <a:ext cx="124172" cy="648462"/>
              <a:chOff x="1199456" y="3785678"/>
              <a:chExt cx="124172" cy="648462"/>
            </a:xfrm>
          </p:grpSpPr>
          <p:sp>
            <p:nvSpPr>
              <p:cNvPr id="14" name="Oval 13">
                <a:extLst>
                  <a:ext uri="{FF2B5EF4-FFF2-40B4-BE49-F238E27FC236}">
                    <a16:creationId xmlns:a16="http://schemas.microsoft.com/office/drawing/2014/main" id="{F2D98D8E-5002-EE82-2EB8-0FDA9DC6B235}"/>
                  </a:ext>
                </a:extLst>
              </p:cNvPr>
              <p:cNvSpPr/>
              <p:nvPr/>
            </p:nvSpPr>
            <p:spPr>
              <a:xfrm>
                <a:off x="1199456" y="3785678"/>
                <a:ext cx="124172" cy="124172"/>
              </a:xfrm>
              <a:prstGeom prst="ellipse">
                <a:avLst/>
              </a:prstGeom>
              <a:solidFill>
                <a:srgbClr val="1ED1AC"/>
              </a:solidFill>
              <a:ln>
                <a:solidFill>
                  <a:schemeClr val="bg1">
                    <a:lumMod val="6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Oval 14">
                <a:extLst>
                  <a:ext uri="{FF2B5EF4-FFF2-40B4-BE49-F238E27FC236}">
                    <a16:creationId xmlns:a16="http://schemas.microsoft.com/office/drawing/2014/main" id="{2D66E279-0D6B-C364-36FD-588682CC7B18}"/>
                  </a:ext>
                </a:extLst>
              </p:cNvPr>
              <p:cNvSpPr/>
              <p:nvPr/>
            </p:nvSpPr>
            <p:spPr>
              <a:xfrm>
                <a:off x="1199456" y="4047823"/>
                <a:ext cx="124172" cy="124172"/>
              </a:xfrm>
              <a:prstGeom prst="ellipse">
                <a:avLst/>
              </a:prstGeom>
              <a:solidFill>
                <a:srgbClr val="1ED1AC"/>
              </a:solidFill>
              <a:ln>
                <a:solidFill>
                  <a:schemeClr val="bg1">
                    <a:lumMod val="6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Oval 15">
                <a:extLst>
                  <a:ext uri="{FF2B5EF4-FFF2-40B4-BE49-F238E27FC236}">
                    <a16:creationId xmlns:a16="http://schemas.microsoft.com/office/drawing/2014/main" id="{D0240F2B-45AD-E618-1CAD-BE724ACB67CB}"/>
                  </a:ext>
                </a:extLst>
              </p:cNvPr>
              <p:cNvSpPr/>
              <p:nvPr/>
            </p:nvSpPr>
            <p:spPr>
              <a:xfrm>
                <a:off x="1199456" y="4309968"/>
                <a:ext cx="124172" cy="124172"/>
              </a:xfrm>
              <a:prstGeom prst="ellipse">
                <a:avLst/>
              </a:prstGeom>
              <a:solidFill>
                <a:srgbClr val="1ED1AC"/>
              </a:solidFill>
              <a:ln>
                <a:solidFill>
                  <a:schemeClr val="bg1">
                    <a:lumMod val="6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grpSp>
        <p:nvGrpSpPr>
          <p:cNvPr id="17" name="Group 16">
            <a:extLst>
              <a:ext uri="{FF2B5EF4-FFF2-40B4-BE49-F238E27FC236}">
                <a16:creationId xmlns:a16="http://schemas.microsoft.com/office/drawing/2014/main" id="{2F775AB7-FEF6-C28B-3E2D-0DA54D2CCE93}"/>
              </a:ext>
            </a:extLst>
          </p:cNvPr>
          <p:cNvGrpSpPr/>
          <p:nvPr/>
        </p:nvGrpSpPr>
        <p:grpSpPr>
          <a:xfrm>
            <a:off x="8459660" y="2233842"/>
            <a:ext cx="3312368" cy="923330"/>
            <a:chOff x="1199456" y="3657798"/>
            <a:chExt cx="3312368" cy="923330"/>
          </a:xfrm>
        </p:grpSpPr>
        <p:sp>
          <p:nvSpPr>
            <p:cNvPr id="18" name="TextBox 17">
              <a:extLst>
                <a:ext uri="{FF2B5EF4-FFF2-40B4-BE49-F238E27FC236}">
                  <a16:creationId xmlns:a16="http://schemas.microsoft.com/office/drawing/2014/main" id="{FD749A48-9E9E-238D-355D-56D21A2C687D}"/>
                </a:ext>
              </a:extLst>
            </p:cNvPr>
            <p:cNvSpPr txBox="1"/>
            <p:nvPr/>
          </p:nvSpPr>
          <p:spPr>
            <a:xfrm>
              <a:off x="1373555" y="3657798"/>
              <a:ext cx="3138269" cy="923330"/>
            </a:xfrm>
            <a:prstGeom prst="rect">
              <a:avLst/>
            </a:prstGeom>
            <a:noFill/>
          </p:spPr>
          <p:txBody>
            <a:bodyPr wrap="square" rtlCol="0">
              <a:spAutoFit/>
            </a:bodyPr>
            <a:lstStyle/>
            <a:p>
              <a:r>
                <a:rPr lang="en-MY" dirty="0">
                  <a:latin typeface="Century Gothic" panose="020B0502020202020204" pitchFamily="34" charset="0"/>
                </a:rPr>
                <a:t>Reinforce Learning</a:t>
              </a:r>
            </a:p>
            <a:p>
              <a:r>
                <a:rPr lang="en-MY" dirty="0">
                  <a:latin typeface="Century Gothic" panose="020B0502020202020204" pitchFamily="34" charset="0"/>
                </a:rPr>
                <a:t>Focus on Application</a:t>
              </a:r>
            </a:p>
            <a:p>
              <a:r>
                <a:rPr lang="en-MY" dirty="0">
                  <a:latin typeface="Century Gothic" panose="020B0502020202020204" pitchFamily="34" charset="0"/>
                </a:rPr>
                <a:t>Check Results</a:t>
              </a:r>
            </a:p>
          </p:txBody>
        </p:sp>
        <p:grpSp>
          <p:nvGrpSpPr>
            <p:cNvPr id="19" name="Group 18">
              <a:extLst>
                <a:ext uri="{FF2B5EF4-FFF2-40B4-BE49-F238E27FC236}">
                  <a16:creationId xmlns:a16="http://schemas.microsoft.com/office/drawing/2014/main" id="{6BBE8985-8288-BFFF-EB82-202AF438FED0}"/>
                </a:ext>
              </a:extLst>
            </p:cNvPr>
            <p:cNvGrpSpPr/>
            <p:nvPr/>
          </p:nvGrpSpPr>
          <p:grpSpPr>
            <a:xfrm>
              <a:off x="1199456" y="3785678"/>
              <a:ext cx="124172" cy="648462"/>
              <a:chOff x="1199456" y="3785678"/>
              <a:chExt cx="124172" cy="648462"/>
            </a:xfrm>
          </p:grpSpPr>
          <p:sp>
            <p:nvSpPr>
              <p:cNvPr id="20" name="Oval 19">
                <a:extLst>
                  <a:ext uri="{FF2B5EF4-FFF2-40B4-BE49-F238E27FC236}">
                    <a16:creationId xmlns:a16="http://schemas.microsoft.com/office/drawing/2014/main" id="{5D7F7206-6548-CE1F-ECA8-3AB22BF943FC}"/>
                  </a:ext>
                </a:extLst>
              </p:cNvPr>
              <p:cNvSpPr/>
              <p:nvPr/>
            </p:nvSpPr>
            <p:spPr>
              <a:xfrm>
                <a:off x="1199456" y="3785678"/>
                <a:ext cx="124172" cy="124172"/>
              </a:xfrm>
              <a:prstGeom prst="ellipse">
                <a:avLst/>
              </a:prstGeom>
              <a:solidFill>
                <a:srgbClr val="FF6600"/>
              </a:solidFill>
              <a:ln>
                <a:solidFill>
                  <a:schemeClr val="bg1">
                    <a:lumMod val="6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Oval 20">
                <a:extLst>
                  <a:ext uri="{FF2B5EF4-FFF2-40B4-BE49-F238E27FC236}">
                    <a16:creationId xmlns:a16="http://schemas.microsoft.com/office/drawing/2014/main" id="{96130288-0C86-A7EA-1E20-B88AE85F5F94}"/>
                  </a:ext>
                </a:extLst>
              </p:cNvPr>
              <p:cNvSpPr/>
              <p:nvPr/>
            </p:nvSpPr>
            <p:spPr>
              <a:xfrm>
                <a:off x="1199456" y="4047823"/>
                <a:ext cx="124172" cy="124172"/>
              </a:xfrm>
              <a:prstGeom prst="ellipse">
                <a:avLst/>
              </a:prstGeom>
              <a:solidFill>
                <a:srgbClr val="FF6600"/>
              </a:solidFill>
              <a:ln>
                <a:solidFill>
                  <a:schemeClr val="bg1">
                    <a:lumMod val="6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Oval 21">
                <a:extLst>
                  <a:ext uri="{FF2B5EF4-FFF2-40B4-BE49-F238E27FC236}">
                    <a16:creationId xmlns:a16="http://schemas.microsoft.com/office/drawing/2014/main" id="{D8F45D04-2AA6-D1C9-19C8-BD75F299865D}"/>
                  </a:ext>
                </a:extLst>
              </p:cNvPr>
              <p:cNvSpPr/>
              <p:nvPr/>
            </p:nvSpPr>
            <p:spPr>
              <a:xfrm>
                <a:off x="1199456" y="4309968"/>
                <a:ext cx="124172" cy="124172"/>
              </a:xfrm>
              <a:prstGeom prst="ellipse">
                <a:avLst/>
              </a:prstGeom>
              <a:solidFill>
                <a:srgbClr val="FF6600"/>
              </a:solidFill>
              <a:ln>
                <a:solidFill>
                  <a:schemeClr val="bg1">
                    <a:lumMod val="6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sp>
        <p:nvSpPr>
          <p:cNvPr id="23" name="TextBox 22">
            <a:extLst>
              <a:ext uri="{FF2B5EF4-FFF2-40B4-BE49-F238E27FC236}">
                <a16:creationId xmlns:a16="http://schemas.microsoft.com/office/drawing/2014/main" id="{18712B02-728F-FC0B-BF98-3CEC3882CD08}"/>
              </a:ext>
            </a:extLst>
          </p:cNvPr>
          <p:cNvSpPr txBox="1"/>
          <p:nvPr/>
        </p:nvSpPr>
        <p:spPr>
          <a:xfrm>
            <a:off x="3731026" y="3188138"/>
            <a:ext cx="1924296" cy="461665"/>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en-MY" sz="2400" b="1" dirty="0">
                <a:latin typeface="Century Gothic" panose="020B0502020202020204" pitchFamily="34" charset="0"/>
              </a:rPr>
              <a:t>Before</a:t>
            </a:r>
          </a:p>
        </p:txBody>
      </p:sp>
      <p:sp>
        <p:nvSpPr>
          <p:cNvPr id="24" name="TextBox 23">
            <a:extLst>
              <a:ext uri="{FF2B5EF4-FFF2-40B4-BE49-F238E27FC236}">
                <a16:creationId xmlns:a16="http://schemas.microsoft.com/office/drawing/2014/main" id="{9DCD587A-D9A7-C2A9-42A7-4AD42F87DE45}"/>
              </a:ext>
            </a:extLst>
          </p:cNvPr>
          <p:cNvSpPr txBox="1"/>
          <p:nvPr/>
        </p:nvSpPr>
        <p:spPr>
          <a:xfrm>
            <a:off x="6528820" y="3188137"/>
            <a:ext cx="1924296" cy="461665"/>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en-MY" sz="2400" b="1" dirty="0">
                <a:latin typeface="Century Gothic" panose="020B0502020202020204" pitchFamily="34" charset="0"/>
              </a:rPr>
              <a:t>After</a:t>
            </a:r>
          </a:p>
        </p:txBody>
      </p:sp>
    </p:spTree>
    <p:extLst>
      <p:ext uri="{BB962C8B-B14F-4D97-AF65-F5344CB8AC3E}">
        <p14:creationId xmlns:p14="http://schemas.microsoft.com/office/powerpoint/2010/main" val="41921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1+#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3D22D7B-FE0C-17E3-554C-3085C8EBE5DE}"/>
              </a:ext>
            </a:extLst>
          </p:cNvPr>
          <p:cNvGrpSpPr/>
          <p:nvPr/>
        </p:nvGrpSpPr>
        <p:grpSpPr>
          <a:xfrm>
            <a:off x="6443382" y="3471075"/>
            <a:ext cx="4392711" cy="1323439"/>
            <a:chOff x="6443382" y="3615983"/>
            <a:chExt cx="4392711" cy="1323439"/>
          </a:xfrm>
        </p:grpSpPr>
        <p:sp>
          <p:nvSpPr>
            <p:cNvPr id="3" name="Rectangle: Top Corners Rounded 2">
              <a:extLst>
                <a:ext uri="{FF2B5EF4-FFF2-40B4-BE49-F238E27FC236}">
                  <a16:creationId xmlns:a16="http://schemas.microsoft.com/office/drawing/2014/main" id="{5C00D8A6-0E16-5EC8-7967-E25676C208E6}"/>
                </a:ext>
              </a:extLst>
            </p:cNvPr>
            <p:cNvSpPr/>
            <p:nvPr/>
          </p:nvSpPr>
          <p:spPr>
            <a:xfrm rot="5400000">
              <a:off x="7978018" y="2081347"/>
              <a:ext cx="1323439" cy="4392711"/>
            </a:xfrm>
            <a:prstGeom prst="round2Same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TextBox 3">
              <a:extLst>
                <a:ext uri="{FF2B5EF4-FFF2-40B4-BE49-F238E27FC236}">
                  <a16:creationId xmlns:a16="http://schemas.microsoft.com/office/drawing/2014/main" id="{26DB2289-B38E-2910-4A41-43C75E0CAA0F}"/>
                </a:ext>
              </a:extLst>
            </p:cNvPr>
            <p:cNvSpPr txBox="1"/>
            <p:nvPr/>
          </p:nvSpPr>
          <p:spPr>
            <a:xfrm>
              <a:off x="6597092" y="3985313"/>
              <a:ext cx="4063024" cy="584775"/>
            </a:xfrm>
            <a:prstGeom prst="rect">
              <a:avLst/>
            </a:prstGeom>
            <a:noFill/>
          </p:spPr>
          <p:txBody>
            <a:bodyPr wrap="square" rtlCol="0">
              <a:spAutoFit/>
            </a:bodyPr>
            <a:lstStyle/>
            <a:p>
              <a:pPr>
                <a:buClr>
                  <a:schemeClr val="tx1"/>
                </a:buClr>
                <a:buFont typeface="Wingdings" pitchFamily="2" charset="2"/>
                <a:buNone/>
                <a:defRPr/>
              </a:pPr>
              <a:r>
                <a:rPr lang="en-US" sz="1600" b="1" i="1" dirty="0">
                  <a:solidFill>
                    <a:schemeClr val="bg1">
                      <a:lumMod val="95000"/>
                    </a:schemeClr>
                  </a:solidFill>
                  <a:latin typeface="Century Gothic" panose="020B0502020202020204" pitchFamily="34" charset="0"/>
                </a:rPr>
                <a:t>Example:</a:t>
              </a:r>
              <a:r>
                <a:rPr lang="en-US" sz="1600" dirty="0">
                  <a:solidFill>
                    <a:schemeClr val="bg1">
                      <a:lumMod val="95000"/>
                    </a:schemeClr>
                  </a:solidFill>
                  <a:latin typeface="Century Gothic" panose="020B0502020202020204" pitchFamily="34" charset="0"/>
                </a:rPr>
                <a:t> </a:t>
              </a:r>
            </a:p>
            <a:p>
              <a:pPr>
                <a:buClr>
                  <a:schemeClr val="tx1"/>
                </a:buClr>
                <a:buFont typeface="Wingdings" pitchFamily="2" charset="2"/>
                <a:buNone/>
                <a:defRPr/>
              </a:pPr>
              <a:r>
                <a:rPr lang="en-US" sz="1600" dirty="0">
                  <a:solidFill>
                    <a:schemeClr val="bg1">
                      <a:lumMod val="95000"/>
                    </a:schemeClr>
                  </a:solidFill>
                  <a:latin typeface="Century Gothic" panose="020B0502020202020204" pitchFamily="34" charset="0"/>
                </a:rPr>
                <a:t>The house </a:t>
              </a:r>
              <a:r>
                <a:rPr lang="en-US" sz="1600" b="1" dirty="0">
                  <a:solidFill>
                    <a:srgbClr val="00B0F0"/>
                  </a:solidFill>
                  <a:latin typeface="Century Gothic" panose="020B0502020202020204" pitchFamily="34" charset="0"/>
                </a:rPr>
                <a:t>will be</a:t>
              </a:r>
              <a:r>
                <a:rPr lang="en-US" sz="1600" b="1" dirty="0">
                  <a:solidFill>
                    <a:srgbClr val="FFFF00"/>
                  </a:solidFill>
                  <a:latin typeface="Century Gothic" panose="020B0502020202020204" pitchFamily="34" charset="0"/>
                </a:rPr>
                <a:t> </a:t>
              </a:r>
              <a:r>
                <a:rPr lang="en-US" sz="1600" b="1" dirty="0">
                  <a:solidFill>
                    <a:srgbClr val="FFC000"/>
                  </a:solidFill>
                  <a:latin typeface="Century Gothic" panose="020B0502020202020204" pitchFamily="34" charset="0"/>
                </a:rPr>
                <a:t>leased</a:t>
              </a:r>
              <a:r>
                <a:rPr lang="en-US" sz="1600" dirty="0">
                  <a:solidFill>
                    <a:schemeClr val="bg1">
                      <a:lumMod val="95000"/>
                    </a:schemeClr>
                  </a:solidFill>
                  <a:latin typeface="Century Gothic" panose="020B0502020202020204" pitchFamily="34" charset="0"/>
                </a:rPr>
                <a:t> by Fred.</a:t>
              </a:r>
            </a:p>
          </p:txBody>
        </p:sp>
      </p:grpSp>
      <p:grpSp>
        <p:nvGrpSpPr>
          <p:cNvPr id="5" name="Group 4">
            <a:extLst>
              <a:ext uri="{FF2B5EF4-FFF2-40B4-BE49-F238E27FC236}">
                <a16:creationId xmlns:a16="http://schemas.microsoft.com/office/drawing/2014/main" id="{5DF42DEA-80D2-071F-EA4C-653E8C93D765}"/>
              </a:ext>
            </a:extLst>
          </p:cNvPr>
          <p:cNvGrpSpPr/>
          <p:nvPr/>
        </p:nvGrpSpPr>
        <p:grpSpPr>
          <a:xfrm>
            <a:off x="6443382" y="2059956"/>
            <a:ext cx="4392711" cy="1323439"/>
            <a:chOff x="6443382" y="2204864"/>
            <a:chExt cx="4392711" cy="1323439"/>
          </a:xfrm>
        </p:grpSpPr>
        <p:sp>
          <p:nvSpPr>
            <p:cNvPr id="6" name="Rectangle: Top Corners Rounded 5">
              <a:extLst>
                <a:ext uri="{FF2B5EF4-FFF2-40B4-BE49-F238E27FC236}">
                  <a16:creationId xmlns:a16="http://schemas.microsoft.com/office/drawing/2014/main" id="{E864598E-D31D-D319-ED5A-4A36C344AD0B}"/>
                </a:ext>
              </a:extLst>
            </p:cNvPr>
            <p:cNvSpPr/>
            <p:nvPr/>
          </p:nvSpPr>
          <p:spPr>
            <a:xfrm rot="5400000">
              <a:off x="7978018" y="670228"/>
              <a:ext cx="1323439" cy="4392711"/>
            </a:xfrm>
            <a:prstGeom prst="round2SameRect">
              <a:avLst/>
            </a:prstGeom>
            <a:solidFill>
              <a:srgbClr val="767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TextBox 6">
              <a:extLst>
                <a:ext uri="{FF2B5EF4-FFF2-40B4-BE49-F238E27FC236}">
                  <a16:creationId xmlns:a16="http://schemas.microsoft.com/office/drawing/2014/main" id="{6BE86962-4AAF-7FDD-AB79-56ECFB0A25EC}"/>
                </a:ext>
              </a:extLst>
            </p:cNvPr>
            <p:cNvSpPr txBox="1"/>
            <p:nvPr/>
          </p:nvSpPr>
          <p:spPr>
            <a:xfrm>
              <a:off x="6597092" y="2574194"/>
              <a:ext cx="4063024" cy="584775"/>
            </a:xfrm>
            <a:prstGeom prst="rect">
              <a:avLst/>
            </a:prstGeom>
            <a:noFill/>
          </p:spPr>
          <p:txBody>
            <a:bodyPr wrap="square" rtlCol="0">
              <a:spAutoFit/>
            </a:bodyPr>
            <a:lstStyle/>
            <a:p>
              <a:pPr>
                <a:buClr>
                  <a:schemeClr val="tx1"/>
                </a:buClr>
                <a:buFont typeface="Wingdings" pitchFamily="2" charset="2"/>
                <a:buNone/>
                <a:defRPr/>
              </a:pPr>
              <a:r>
                <a:rPr lang="en-US" sz="1600" b="1" i="1" dirty="0">
                  <a:solidFill>
                    <a:schemeClr val="bg1"/>
                  </a:solidFill>
                  <a:latin typeface="Century Gothic" panose="020B0502020202020204" pitchFamily="34" charset="0"/>
                </a:rPr>
                <a:t>Example:</a:t>
              </a:r>
              <a:r>
                <a:rPr lang="en-US" sz="1600" dirty="0">
                  <a:solidFill>
                    <a:schemeClr val="bg1"/>
                  </a:solidFill>
                  <a:latin typeface="Century Gothic" panose="020B0502020202020204" pitchFamily="34" charset="0"/>
                </a:rPr>
                <a:t>  </a:t>
              </a:r>
            </a:p>
            <a:p>
              <a:pPr>
                <a:buClr>
                  <a:schemeClr val="tx1"/>
                </a:buClr>
                <a:buFont typeface="Wingdings" pitchFamily="2" charset="2"/>
                <a:buNone/>
                <a:defRPr/>
              </a:pPr>
              <a:r>
                <a:rPr lang="en-US" sz="1600" dirty="0">
                  <a:solidFill>
                    <a:schemeClr val="bg1"/>
                  </a:solidFill>
                  <a:latin typeface="Century Gothic" panose="020B0502020202020204" pitchFamily="34" charset="0"/>
                </a:rPr>
                <a:t>Arlene </a:t>
              </a:r>
              <a:r>
                <a:rPr lang="en-US" sz="1600" b="1" dirty="0">
                  <a:solidFill>
                    <a:srgbClr val="00B0F0"/>
                  </a:solidFill>
                  <a:latin typeface="Century Gothic" panose="020B0502020202020204" pitchFamily="34" charset="0"/>
                </a:rPr>
                <a:t>was</a:t>
              </a:r>
              <a:r>
                <a:rPr lang="en-US" sz="1600" dirty="0">
                  <a:solidFill>
                    <a:schemeClr val="bg1"/>
                  </a:solidFill>
                  <a:latin typeface="Century Gothic" panose="020B0502020202020204" pitchFamily="34" charset="0"/>
                </a:rPr>
                <a:t> </a:t>
              </a:r>
              <a:r>
                <a:rPr lang="en-US" sz="1600" b="1" dirty="0">
                  <a:solidFill>
                    <a:srgbClr val="FFC000"/>
                  </a:solidFill>
                  <a:latin typeface="Century Gothic" panose="020B0502020202020204" pitchFamily="34" charset="0"/>
                </a:rPr>
                <a:t>promoted</a:t>
              </a:r>
              <a:r>
                <a:rPr lang="en-US" sz="1600" dirty="0">
                  <a:solidFill>
                    <a:schemeClr val="bg1"/>
                  </a:solidFill>
                  <a:latin typeface="Century Gothic" panose="020B0502020202020204" pitchFamily="34" charset="0"/>
                </a:rPr>
                <a:t> by her boss.</a:t>
              </a:r>
            </a:p>
          </p:txBody>
        </p:sp>
      </p:grpSp>
      <p:grpSp>
        <p:nvGrpSpPr>
          <p:cNvPr id="8" name="Group 7">
            <a:extLst>
              <a:ext uri="{FF2B5EF4-FFF2-40B4-BE49-F238E27FC236}">
                <a16:creationId xmlns:a16="http://schemas.microsoft.com/office/drawing/2014/main" id="{E3C38F99-F609-2751-E63B-6A8F298FACAF}"/>
              </a:ext>
            </a:extLst>
          </p:cNvPr>
          <p:cNvGrpSpPr/>
          <p:nvPr/>
        </p:nvGrpSpPr>
        <p:grpSpPr>
          <a:xfrm>
            <a:off x="1355905" y="2059956"/>
            <a:ext cx="5174463" cy="1323441"/>
            <a:chOff x="1355905" y="2204864"/>
            <a:chExt cx="5174463" cy="1323441"/>
          </a:xfrm>
        </p:grpSpPr>
        <p:grpSp>
          <p:nvGrpSpPr>
            <p:cNvPr id="9" name="Group 8">
              <a:extLst>
                <a:ext uri="{FF2B5EF4-FFF2-40B4-BE49-F238E27FC236}">
                  <a16:creationId xmlns:a16="http://schemas.microsoft.com/office/drawing/2014/main" id="{1BF7822B-52D1-88F5-8BEF-8501D154E014}"/>
                </a:ext>
              </a:extLst>
            </p:cNvPr>
            <p:cNvGrpSpPr/>
            <p:nvPr/>
          </p:nvGrpSpPr>
          <p:grpSpPr>
            <a:xfrm>
              <a:off x="1355905" y="2204864"/>
              <a:ext cx="5087477" cy="1323441"/>
              <a:chOff x="1355905" y="2204864"/>
              <a:chExt cx="5087477" cy="1323441"/>
            </a:xfrm>
          </p:grpSpPr>
          <p:grpSp>
            <p:nvGrpSpPr>
              <p:cNvPr id="11" name="Group 10">
                <a:extLst>
                  <a:ext uri="{FF2B5EF4-FFF2-40B4-BE49-F238E27FC236}">
                    <a16:creationId xmlns:a16="http://schemas.microsoft.com/office/drawing/2014/main" id="{513338A2-3EC6-7B6D-1DEA-16940DB49FC2}"/>
                  </a:ext>
                </a:extLst>
              </p:cNvPr>
              <p:cNvGrpSpPr/>
              <p:nvPr/>
            </p:nvGrpSpPr>
            <p:grpSpPr>
              <a:xfrm>
                <a:off x="1355906" y="2204864"/>
                <a:ext cx="5087476" cy="1323441"/>
                <a:chOff x="1152540" y="2377921"/>
                <a:chExt cx="5087476" cy="1323441"/>
              </a:xfrm>
            </p:grpSpPr>
            <p:sp>
              <p:nvSpPr>
                <p:cNvPr id="13" name="Rectangle: Top Corners Rounded 12">
                  <a:extLst>
                    <a:ext uri="{FF2B5EF4-FFF2-40B4-BE49-F238E27FC236}">
                      <a16:creationId xmlns:a16="http://schemas.microsoft.com/office/drawing/2014/main" id="{B796E223-555B-3A48-3488-2D01D913287E}"/>
                    </a:ext>
                  </a:extLst>
                </p:cNvPr>
                <p:cNvSpPr/>
                <p:nvPr/>
              </p:nvSpPr>
              <p:spPr>
                <a:xfrm rot="16200000" flipH="1">
                  <a:off x="3034559" y="495905"/>
                  <a:ext cx="1323439" cy="5087475"/>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Freeform: Shape 13">
                  <a:extLst>
                    <a:ext uri="{FF2B5EF4-FFF2-40B4-BE49-F238E27FC236}">
                      <a16:creationId xmlns:a16="http://schemas.microsoft.com/office/drawing/2014/main" id="{CACB36C1-BDCE-4DD8-C105-5560B668AAF0}"/>
                    </a:ext>
                  </a:extLst>
                </p:cNvPr>
                <p:cNvSpPr/>
                <p:nvPr/>
              </p:nvSpPr>
              <p:spPr>
                <a:xfrm rot="16200000" flipH="1">
                  <a:off x="838203" y="2692258"/>
                  <a:ext cx="1323439" cy="694765"/>
                </a:xfrm>
                <a:custGeom>
                  <a:avLst/>
                  <a:gdLst>
                    <a:gd name="connsiteX0" fmla="*/ 0 w 1323439"/>
                    <a:gd name="connsiteY0" fmla="*/ 220578 h 694765"/>
                    <a:gd name="connsiteX1" fmla="*/ 0 w 1323439"/>
                    <a:gd name="connsiteY1" fmla="*/ 694765 h 694765"/>
                    <a:gd name="connsiteX2" fmla="*/ 1323439 w 1323439"/>
                    <a:gd name="connsiteY2" fmla="*/ 694765 h 694765"/>
                    <a:gd name="connsiteX3" fmla="*/ 1323439 w 1323439"/>
                    <a:gd name="connsiteY3" fmla="*/ 220578 h 694765"/>
                    <a:gd name="connsiteX4" fmla="*/ 1102861 w 1323439"/>
                    <a:gd name="connsiteY4" fmla="*/ 0 h 694765"/>
                    <a:gd name="connsiteX5" fmla="*/ 220578 w 1323439"/>
                    <a:gd name="connsiteY5" fmla="*/ 0 h 694765"/>
                    <a:gd name="connsiteX6" fmla="*/ 0 w 1323439"/>
                    <a:gd name="connsiteY6" fmla="*/ 220578 h 694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3439" h="694765">
                      <a:moveTo>
                        <a:pt x="0" y="220578"/>
                      </a:moveTo>
                      <a:lnTo>
                        <a:pt x="0" y="694765"/>
                      </a:lnTo>
                      <a:lnTo>
                        <a:pt x="1323439" y="694765"/>
                      </a:lnTo>
                      <a:lnTo>
                        <a:pt x="1323439" y="220578"/>
                      </a:lnTo>
                      <a:cubicBezTo>
                        <a:pt x="1323439" y="98756"/>
                        <a:pt x="1224683" y="0"/>
                        <a:pt x="1102861" y="0"/>
                      </a:cubicBezTo>
                      <a:lnTo>
                        <a:pt x="220578" y="0"/>
                      </a:lnTo>
                      <a:cubicBezTo>
                        <a:pt x="98756" y="0"/>
                        <a:pt x="0" y="98756"/>
                        <a:pt x="0" y="220578"/>
                      </a:cubicBezTo>
                      <a:close/>
                    </a:path>
                  </a:pathLst>
                </a:custGeom>
                <a:solidFill>
                  <a:srgbClr val="D61A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dirty="0"/>
                </a:p>
              </p:txBody>
            </p:sp>
          </p:grpSp>
          <p:sp>
            <p:nvSpPr>
              <p:cNvPr id="12" name="TextBox 11">
                <a:extLst>
                  <a:ext uri="{FF2B5EF4-FFF2-40B4-BE49-F238E27FC236}">
                    <a16:creationId xmlns:a16="http://schemas.microsoft.com/office/drawing/2014/main" id="{748F8DC7-F680-F9B5-1655-CC1A81FE3C10}"/>
                  </a:ext>
                </a:extLst>
              </p:cNvPr>
              <p:cNvSpPr txBox="1"/>
              <p:nvPr/>
            </p:nvSpPr>
            <p:spPr>
              <a:xfrm>
                <a:off x="1355905" y="2570085"/>
                <a:ext cx="668838" cy="584775"/>
              </a:xfrm>
              <a:prstGeom prst="rect">
                <a:avLst/>
              </a:prstGeom>
              <a:noFill/>
            </p:spPr>
            <p:txBody>
              <a:bodyPr wrap="square" rtlCol="0">
                <a:spAutoFit/>
              </a:bodyPr>
              <a:lstStyle/>
              <a:p>
                <a:pPr algn="ctr"/>
                <a:r>
                  <a:rPr lang="en-MY" sz="3200" dirty="0">
                    <a:solidFill>
                      <a:schemeClr val="bg1">
                        <a:lumMod val="95000"/>
                      </a:schemeClr>
                    </a:solidFill>
                    <a:latin typeface="Daytona Condensed" panose="020B0506030503040204" pitchFamily="34" charset="0"/>
                  </a:rPr>
                  <a:t>01</a:t>
                </a:r>
                <a:endParaRPr lang="en-MY" sz="1600" dirty="0">
                  <a:solidFill>
                    <a:schemeClr val="bg1">
                      <a:lumMod val="95000"/>
                    </a:schemeClr>
                  </a:solidFill>
                  <a:latin typeface="Daytona Condensed" panose="020B0506030503040204" pitchFamily="34" charset="0"/>
                </a:endParaRPr>
              </a:p>
            </p:txBody>
          </p:sp>
        </p:grpSp>
        <p:sp>
          <p:nvSpPr>
            <p:cNvPr id="10" name="TextBox 9">
              <a:extLst>
                <a:ext uri="{FF2B5EF4-FFF2-40B4-BE49-F238E27FC236}">
                  <a16:creationId xmlns:a16="http://schemas.microsoft.com/office/drawing/2014/main" id="{FD4E4A2E-40F1-83A3-2AD4-382657A0D445}"/>
                </a:ext>
              </a:extLst>
            </p:cNvPr>
            <p:cNvSpPr txBox="1"/>
            <p:nvPr/>
          </p:nvSpPr>
          <p:spPr>
            <a:xfrm>
              <a:off x="2204382" y="2574195"/>
              <a:ext cx="4325986" cy="584775"/>
            </a:xfrm>
            <a:prstGeom prst="rect">
              <a:avLst/>
            </a:prstGeom>
            <a:noFill/>
          </p:spPr>
          <p:txBody>
            <a:bodyPr wrap="square" rtlCol="0">
              <a:spAutoFit/>
            </a:bodyPr>
            <a:lstStyle/>
            <a:p>
              <a:pPr>
                <a:buClr>
                  <a:schemeClr val="tx1"/>
                </a:buClr>
                <a:defRPr/>
              </a:pPr>
              <a:r>
                <a:rPr lang="en-US" sz="1600" dirty="0">
                  <a:latin typeface="Century Gothic" panose="020B0502020202020204" pitchFamily="34" charset="0"/>
                </a:rPr>
                <a:t>The person doing the action usually follows the verb.</a:t>
              </a:r>
            </a:p>
          </p:txBody>
        </p:sp>
      </p:grpSp>
      <p:grpSp>
        <p:nvGrpSpPr>
          <p:cNvPr id="15" name="Group 14">
            <a:extLst>
              <a:ext uri="{FF2B5EF4-FFF2-40B4-BE49-F238E27FC236}">
                <a16:creationId xmlns:a16="http://schemas.microsoft.com/office/drawing/2014/main" id="{44E4F5A8-A168-57D1-D3E2-097478533E94}"/>
              </a:ext>
            </a:extLst>
          </p:cNvPr>
          <p:cNvGrpSpPr/>
          <p:nvPr/>
        </p:nvGrpSpPr>
        <p:grpSpPr>
          <a:xfrm>
            <a:off x="1355905" y="3471075"/>
            <a:ext cx="5087477" cy="1323441"/>
            <a:chOff x="1355905" y="3615983"/>
            <a:chExt cx="5087477" cy="1323441"/>
          </a:xfrm>
        </p:grpSpPr>
        <p:grpSp>
          <p:nvGrpSpPr>
            <p:cNvPr id="16" name="Group 15">
              <a:extLst>
                <a:ext uri="{FF2B5EF4-FFF2-40B4-BE49-F238E27FC236}">
                  <a16:creationId xmlns:a16="http://schemas.microsoft.com/office/drawing/2014/main" id="{FE29D6F7-64BD-CE84-A215-58FB1B79636B}"/>
                </a:ext>
              </a:extLst>
            </p:cNvPr>
            <p:cNvGrpSpPr/>
            <p:nvPr/>
          </p:nvGrpSpPr>
          <p:grpSpPr>
            <a:xfrm>
              <a:off x="1355905" y="3615983"/>
              <a:ext cx="5087477" cy="1323441"/>
              <a:chOff x="1355905" y="3615983"/>
              <a:chExt cx="5087477" cy="1323441"/>
            </a:xfrm>
          </p:grpSpPr>
          <p:grpSp>
            <p:nvGrpSpPr>
              <p:cNvPr id="18" name="Group 17">
                <a:extLst>
                  <a:ext uri="{FF2B5EF4-FFF2-40B4-BE49-F238E27FC236}">
                    <a16:creationId xmlns:a16="http://schemas.microsoft.com/office/drawing/2014/main" id="{C0D8FDDB-1CAA-EDA8-8FA9-6319531982F1}"/>
                  </a:ext>
                </a:extLst>
              </p:cNvPr>
              <p:cNvGrpSpPr/>
              <p:nvPr/>
            </p:nvGrpSpPr>
            <p:grpSpPr>
              <a:xfrm>
                <a:off x="1355906" y="3615983"/>
                <a:ext cx="5087476" cy="1323441"/>
                <a:chOff x="1152540" y="2377921"/>
                <a:chExt cx="5087476" cy="1323441"/>
              </a:xfrm>
            </p:grpSpPr>
            <p:sp>
              <p:nvSpPr>
                <p:cNvPr id="20" name="Rectangle: Top Corners Rounded 19">
                  <a:extLst>
                    <a:ext uri="{FF2B5EF4-FFF2-40B4-BE49-F238E27FC236}">
                      <a16:creationId xmlns:a16="http://schemas.microsoft.com/office/drawing/2014/main" id="{2EAE3579-CBBB-6C91-9E52-BE13161340C0}"/>
                    </a:ext>
                  </a:extLst>
                </p:cNvPr>
                <p:cNvSpPr/>
                <p:nvPr/>
              </p:nvSpPr>
              <p:spPr>
                <a:xfrm rot="16200000" flipH="1">
                  <a:off x="3034559" y="495905"/>
                  <a:ext cx="1323439" cy="5087475"/>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Freeform: Shape 20">
                  <a:extLst>
                    <a:ext uri="{FF2B5EF4-FFF2-40B4-BE49-F238E27FC236}">
                      <a16:creationId xmlns:a16="http://schemas.microsoft.com/office/drawing/2014/main" id="{1D26CB5F-CD29-299B-18B5-564FFB7E3068}"/>
                    </a:ext>
                  </a:extLst>
                </p:cNvPr>
                <p:cNvSpPr/>
                <p:nvPr/>
              </p:nvSpPr>
              <p:spPr>
                <a:xfrm rot="16200000" flipH="1">
                  <a:off x="838203" y="2692258"/>
                  <a:ext cx="1323439" cy="694765"/>
                </a:xfrm>
                <a:custGeom>
                  <a:avLst/>
                  <a:gdLst>
                    <a:gd name="connsiteX0" fmla="*/ 0 w 1323439"/>
                    <a:gd name="connsiteY0" fmla="*/ 220578 h 694765"/>
                    <a:gd name="connsiteX1" fmla="*/ 0 w 1323439"/>
                    <a:gd name="connsiteY1" fmla="*/ 694765 h 694765"/>
                    <a:gd name="connsiteX2" fmla="*/ 1323439 w 1323439"/>
                    <a:gd name="connsiteY2" fmla="*/ 694765 h 694765"/>
                    <a:gd name="connsiteX3" fmla="*/ 1323439 w 1323439"/>
                    <a:gd name="connsiteY3" fmla="*/ 220578 h 694765"/>
                    <a:gd name="connsiteX4" fmla="*/ 1102861 w 1323439"/>
                    <a:gd name="connsiteY4" fmla="*/ 0 h 694765"/>
                    <a:gd name="connsiteX5" fmla="*/ 220578 w 1323439"/>
                    <a:gd name="connsiteY5" fmla="*/ 0 h 694765"/>
                    <a:gd name="connsiteX6" fmla="*/ 0 w 1323439"/>
                    <a:gd name="connsiteY6" fmla="*/ 220578 h 694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3439" h="694765">
                      <a:moveTo>
                        <a:pt x="0" y="220578"/>
                      </a:moveTo>
                      <a:lnTo>
                        <a:pt x="0" y="694765"/>
                      </a:lnTo>
                      <a:lnTo>
                        <a:pt x="1323439" y="694765"/>
                      </a:lnTo>
                      <a:lnTo>
                        <a:pt x="1323439" y="220578"/>
                      </a:lnTo>
                      <a:cubicBezTo>
                        <a:pt x="1323439" y="98756"/>
                        <a:pt x="1224683" y="0"/>
                        <a:pt x="1102861" y="0"/>
                      </a:cubicBezTo>
                      <a:lnTo>
                        <a:pt x="220578" y="0"/>
                      </a:lnTo>
                      <a:cubicBezTo>
                        <a:pt x="98756" y="0"/>
                        <a:pt x="0" y="98756"/>
                        <a:pt x="0" y="220578"/>
                      </a:cubicBezTo>
                      <a:close/>
                    </a:path>
                  </a:pathLst>
                </a:custGeom>
                <a:solidFill>
                  <a:srgbClr val="D61A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19" name="TextBox 18">
                <a:extLst>
                  <a:ext uri="{FF2B5EF4-FFF2-40B4-BE49-F238E27FC236}">
                    <a16:creationId xmlns:a16="http://schemas.microsoft.com/office/drawing/2014/main" id="{31E73BCC-291F-5E6B-16B9-F9370274C781}"/>
                  </a:ext>
                </a:extLst>
              </p:cNvPr>
              <p:cNvSpPr txBox="1"/>
              <p:nvPr/>
            </p:nvSpPr>
            <p:spPr>
              <a:xfrm>
                <a:off x="1355905" y="3985312"/>
                <a:ext cx="668838" cy="584775"/>
              </a:xfrm>
              <a:prstGeom prst="rect">
                <a:avLst/>
              </a:prstGeom>
              <a:noFill/>
            </p:spPr>
            <p:txBody>
              <a:bodyPr wrap="square" rtlCol="0">
                <a:spAutoFit/>
              </a:bodyPr>
              <a:lstStyle/>
              <a:p>
                <a:pPr algn="ctr"/>
                <a:r>
                  <a:rPr lang="en-MY" sz="3200" dirty="0">
                    <a:solidFill>
                      <a:schemeClr val="bg1">
                        <a:lumMod val="95000"/>
                      </a:schemeClr>
                    </a:solidFill>
                    <a:latin typeface="Daytona Condensed" panose="020B0506030503040204" pitchFamily="34" charset="0"/>
                  </a:rPr>
                  <a:t>02</a:t>
                </a:r>
                <a:endParaRPr lang="en-MY" sz="1600" dirty="0">
                  <a:solidFill>
                    <a:schemeClr val="bg1">
                      <a:lumMod val="95000"/>
                    </a:schemeClr>
                  </a:solidFill>
                  <a:latin typeface="Daytona Condensed" panose="020B0506030503040204" pitchFamily="34" charset="0"/>
                </a:endParaRPr>
              </a:p>
            </p:txBody>
          </p:sp>
        </p:grpSp>
        <p:sp>
          <p:nvSpPr>
            <p:cNvPr id="17" name="TextBox 16">
              <a:extLst>
                <a:ext uri="{FF2B5EF4-FFF2-40B4-BE49-F238E27FC236}">
                  <a16:creationId xmlns:a16="http://schemas.microsoft.com/office/drawing/2014/main" id="{DBC2EC7D-E5FE-AFBF-C44D-6502AD200C81}"/>
                </a:ext>
              </a:extLst>
            </p:cNvPr>
            <p:cNvSpPr txBox="1"/>
            <p:nvPr/>
          </p:nvSpPr>
          <p:spPr>
            <a:xfrm>
              <a:off x="2204382" y="3862203"/>
              <a:ext cx="4094984" cy="830997"/>
            </a:xfrm>
            <a:prstGeom prst="rect">
              <a:avLst/>
            </a:prstGeom>
            <a:noFill/>
          </p:spPr>
          <p:txBody>
            <a:bodyPr wrap="square" rtlCol="0">
              <a:spAutoFit/>
            </a:bodyPr>
            <a:lstStyle/>
            <a:p>
              <a:pPr>
                <a:buClr>
                  <a:schemeClr val="tx1"/>
                </a:buClr>
                <a:defRPr/>
              </a:pPr>
              <a:r>
                <a:rPr lang="en-US" sz="1600" dirty="0">
                  <a:latin typeface="Century Gothic" panose="020B0502020202020204" pitchFamily="34" charset="0"/>
                </a:rPr>
                <a:t>The verb has two parts: The </a:t>
              </a:r>
              <a:r>
                <a:rPr lang="en-US" sz="1600" b="1" dirty="0">
                  <a:solidFill>
                    <a:srgbClr val="00B0F0"/>
                  </a:solidFill>
                  <a:latin typeface="Century Gothic" panose="020B0502020202020204" pitchFamily="34" charset="0"/>
                </a:rPr>
                <a:t>verb </a:t>
              </a:r>
              <a:r>
                <a:rPr lang="en-US" sz="1600" b="1" dirty="0">
                  <a:solidFill>
                    <a:srgbClr val="00B0F0"/>
                  </a:solidFill>
                  <a:latin typeface="Century Gothic" panose="020B0502020202020204" pitchFamily="34" charset="0"/>
                  <a:sym typeface="WP TypographicSymbols" pitchFamily="2" charset="0"/>
                </a:rPr>
                <a:t>“</a:t>
              </a:r>
              <a:r>
                <a:rPr lang="en-US" sz="1600" b="1" dirty="0">
                  <a:solidFill>
                    <a:srgbClr val="00B0F0"/>
                  </a:solidFill>
                  <a:latin typeface="Century Gothic" panose="020B0502020202020204" pitchFamily="34" charset="0"/>
                </a:rPr>
                <a:t>to be”</a:t>
              </a:r>
              <a:r>
                <a:rPr lang="en-US" sz="1600" dirty="0">
                  <a:latin typeface="Century Gothic" panose="020B0502020202020204" pitchFamily="34" charset="0"/>
                </a:rPr>
                <a:t> plus the </a:t>
              </a:r>
              <a:r>
                <a:rPr lang="en-US" sz="1600" b="1" dirty="0">
                  <a:solidFill>
                    <a:srgbClr val="FFC000"/>
                  </a:solidFill>
                  <a:latin typeface="Century Gothic" panose="020B0502020202020204" pitchFamily="34" charset="0"/>
                </a:rPr>
                <a:t>past participle of another verb.</a:t>
              </a:r>
            </a:p>
          </p:txBody>
        </p:sp>
      </p:grpSp>
    </p:spTree>
    <p:custDataLst>
      <p:tags r:id="rId1"/>
    </p:custDataLst>
    <p:extLst>
      <p:ext uri="{BB962C8B-B14F-4D97-AF65-F5344CB8AC3E}">
        <p14:creationId xmlns:p14="http://schemas.microsoft.com/office/powerpoint/2010/main" val="103181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2" presetClass="entr" presetSubtype="8" fill="hold" nodeType="afterEffect">
                                  <p:stCondLst>
                                    <p:cond delay="10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ppt_x</p:attrName>
                                        </p:attrNameLst>
                                      </p:cBhvr>
                                      <p:tavLst>
                                        <p:tav tm="0">
                                          <p:val>
                                            <p:strVal val="#ppt_x-#ppt_w*1.125000"/>
                                          </p:val>
                                        </p:tav>
                                        <p:tav tm="100000">
                                          <p:val>
                                            <p:strVal val="#ppt_x"/>
                                          </p:val>
                                        </p:tav>
                                      </p:tavLst>
                                    </p:anim>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500"/>
                            </p:stCondLst>
                            <p:childTnLst>
                              <p:par>
                                <p:cTn id="19" presetID="12" presetClass="entr" presetSubtype="8" fill="hold" nodeType="afterEffect">
                                  <p:stCondLst>
                                    <p:cond delay="100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p:tgtEl>
                                          <p:spTgt spid="2"/>
                                        </p:tgtEl>
                                        <p:attrNameLst>
                                          <p:attrName>ppt_x</p:attrName>
                                        </p:attrNameLst>
                                      </p:cBhvr>
                                      <p:tavLst>
                                        <p:tav tm="0">
                                          <p:val>
                                            <p:strVal val="#ppt_x-#ppt_w*1.125000"/>
                                          </p:val>
                                        </p:tav>
                                        <p:tav tm="100000">
                                          <p:val>
                                            <p:strVal val="#ppt_x"/>
                                          </p:val>
                                        </p:tav>
                                      </p:tavLst>
                                    </p:anim>
                                    <p:animEffect transition="in" filter="wipe(righ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E1B5BA-F8BF-5B5C-BDA9-39E666B94ECE}"/>
              </a:ext>
            </a:extLst>
          </p:cNvPr>
          <p:cNvSpPr/>
          <p:nvPr/>
        </p:nvSpPr>
        <p:spPr>
          <a:xfrm>
            <a:off x="0" y="1928552"/>
            <a:ext cx="5087888" cy="2988030"/>
          </a:xfrm>
          <a:prstGeom prst="rect">
            <a:avLst/>
          </a:prstGeom>
          <a:solidFill>
            <a:srgbClr val="D61A3B"/>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Ins="504000" rtlCol="0" anchor="ctr"/>
          <a:lstStyle/>
          <a:p>
            <a:r>
              <a:rPr lang="en-US" sz="2400" b="1" dirty="0">
                <a:latin typeface="Century Gothic" panose="020B0502020202020204" pitchFamily="34" charset="0"/>
              </a:rPr>
              <a:t>Learning Objective</a:t>
            </a:r>
          </a:p>
          <a:p>
            <a:endParaRPr lang="en-US" b="1" dirty="0">
              <a:latin typeface="Century Gothic" panose="020B0502020202020204" pitchFamily="34" charset="0"/>
            </a:endParaRPr>
          </a:p>
          <a:p>
            <a:r>
              <a:rPr lang="en-US" dirty="0">
                <a:latin typeface="Century Gothic" panose="020B0502020202020204" pitchFamily="34" charset="0"/>
              </a:rPr>
              <a:t>On completing of this training session, you can explain:</a:t>
            </a:r>
            <a:endParaRPr lang="en-MY" dirty="0"/>
          </a:p>
        </p:txBody>
      </p:sp>
      <p:grpSp>
        <p:nvGrpSpPr>
          <p:cNvPr id="3" name="Group 2">
            <a:extLst>
              <a:ext uri="{FF2B5EF4-FFF2-40B4-BE49-F238E27FC236}">
                <a16:creationId xmlns:a16="http://schemas.microsoft.com/office/drawing/2014/main" id="{85519037-5D39-6B82-82A2-24A679372245}"/>
              </a:ext>
            </a:extLst>
          </p:cNvPr>
          <p:cNvGrpSpPr/>
          <p:nvPr/>
        </p:nvGrpSpPr>
        <p:grpSpPr>
          <a:xfrm>
            <a:off x="4880982" y="1928552"/>
            <a:ext cx="7310448" cy="2988030"/>
            <a:chOff x="4880982" y="1988840"/>
            <a:chExt cx="7310448" cy="2988030"/>
          </a:xfrm>
        </p:grpSpPr>
        <p:sp>
          <p:nvSpPr>
            <p:cNvPr id="4" name="Rectangle 3">
              <a:extLst>
                <a:ext uri="{FF2B5EF4-FFF2-40B4-BE49-F238E27FC236}">
                  <a16:creationId xmlns:a16="http://schemas.microsoft.com/office/drawing/2014/main" id="{A8BBD670-EAF5-7625-30DC-0D531B3EC6BA}"/>
                </a:ext>
              </a:extLst>
            </p:cNvPr>
            <p:cNvSpPr/>
            <p:nvPr/>
          </p:nvSpPr>
          <p:spPr>
            <a:xfrm>
              <a:off x="5087888" y="1988840"/>
              <a:ext cx="7103542" cy="29880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nvGrpSpPr>
            <p:cNvPr id="5" name="Group 4">
              <a:extLst>
                <a:ext uri="{FF2B5EF4-FFF2-40B4-BE49-F238E27FC236}">
                  <a16:creationId xmlns:a16="http://schemas.microsoft.com/office/drawing/2014/main" id="{00C337CF-626A-9DC0-800D-981614F4F866}"/>
                </a:ext>
              </a:extLst>
            </p:cNvPr>
            <p:cNvGrpSpPr/>
            <p:nvPr/>
          </p:nvGrpSpPr>
          <p:grpSpPr>
            <a:xfrm>
              <a:off x="4880982" y="2780928"/>
              <a:ext cx="6687626" cy="499355"/>
              <a:chOff x="4880982" y="2356211"/>
              <a:chExt cx="6687626" cy="499355"/>
            </a:xfrm>
          </p:grpSpPr>
          <p:sp>
            <p:nvSpPr>
              <p:cNvPr id="9" name="TextBox 8">
                <a:extLst>
                  <a:ext uri="{FF2B5EF4-FFF2-40B4-BE49-F238E27FC236}">
                    <a16:creationId xmlns:a16="http://schemas.microsoft.com/office/drawing/2014/main" id="{D8672D63-E413-2D11-6DD3-3076807D13DB}"/>
                  </a:ext>
                </a:extLst>
              </p:cNvPr>
              <p:cNvSpPr txBox="1"/>
              <p:nvPr/>
            </p:nvSpPr>
            <p:spPr>
              <a:xfrm>
                <a:off x="5427824" y="2356211"/>
                <a:ext cx="6140784" cy="499355"/>
              </a:xfrm>
              <a:prstGeom prst="rect">
                <a:avLst/>
              </a:prstGeom>
              <a:noFill/>
            </p:spPr>
            <p:txBody>
              <a:bodyPr wrap="square" rtlCol="0">
                <a:spAutoFit/>
              </a:bodyPr>
              <a:lstStyle/>
              <a:p>
                <a:r>
                  <a:rPr lang="en-US" dirty="0">
                    <a:latin typeface="Century Gothic" panose="020B0502020202020204" pitchFamily="34" charset="0"/>
                  </a:rPr>
                  <a:t>The difference between plain English and other forms of written English</a:t>
                </a:r>
              </a:p>
            </p:txBody>
          </p:sp>
          <p:sp>
            <p:nvSpPr>
              <p:cNvPr id="10" name="Rectangle: Rounded Corners 9">
                <a:extLst>
                  <a:ext uri="{FF2B5EF4-FFF2-40B4-BE49-F238E27FC236}">
                    <a16:creationId xmlns:a16="http://schemas.microsoft.com/office/drawing/2014/main" id="{05743060-7B53-03D3-1480-44B2FCCCDFDE}"/>
                  </a:ext>
                </a:extLst>
              </p:cNvPr>
              <p:cNvSpPr/>
              <p:nvPr/>
            </p:nvSpPr>
            <p:spPr>
              <a:xfrm rot="2700000">
                <a:off x="4880982" y="2405064"/>
                <a:ext cx="413810" cy="413810"/>
              </a:xfrm>
              <a:prstGeom prst="roundRect">
                <a:avLst>
                  <a:gd name="adj" fmla="val 15979"/>
                </a:avLst>
              </a:prstGeom>
              <a:solidFill>
                <a:srgbClr val="3B3838"/>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grpSp>
          <p:nvGrpSpPr>
            <p:cNvPr id="6" name="Group 5">
              <a:extLst>
                <a:ext uri="{FF2B5EF4-FFF2-40B4-BE49-F238E27FC236}">
                  <a16:creationId xmlns:a16="http://schemas.microsoft.com/office/drawing/2014/main" id="{122AA924-B32B-5B11-B34B-F94F02FBF089}"/>
                </a:ext>
              </a:extLst>
            </p:cNvPr>
            <p:cNvGrpSpPr/>
            <p:nvPr/>
          </p:nvGrpSpPr>
          <p:grpSpPr>
            <a:xfrm>
              <a:off x="4884703" y="3742686"/>
              <a:ext cx="6677184" cy="413810"/>
              <a:chOff x="4884703" y="3094614"/>
              <a:chExt cx="6677184" cy="413810"/>
            </a:xfrm>
          </p:grpSpPr>
          <p:sp>
            <p:nvSpPr>
              <p:cNvPr id="7" name="TextBox 6">
                <a:extLst>
                  <a:ext uri="{FF2B5EF4-FFF2-40B4-BE49-F238E27FC236}">
                    <a16:creationId xmlns:a16="http://schemas.microsoft.com/office/drawing/2014/main" id="{C7E980EF-DDA1-F00E-829F-D40484299009}"/>
                  </a:ext>
                </a:extLst>
              </p:cNvPr>
              <p:cNvSpPr txBox="1"/>
              <p:nvPr/>
            </p:nvSpPr>
            <p:spPr>
              <a:xfrm>
                <a:off x="5421103" y="3158846"/>
                <a:ext cx="6140784" cy="285346"/>
              </a:xfrm>
              <a:prstGeom prst="rect">
                <a:avLst/>
              </a:prstGeom>
              <a:noFill/>
            </p:spPr>
            <p:txBody>
              <a:bodyPr wrap="square" rtlCol="0">
                <a:spAutoFit/>
              </a:bodyPr>
              <a:lstStyle/>
              <a:p>
                <a:r>
                  <a:rPr lang="en-US" dirty="0">
                    <a:latin typeface="Century Gothic" panose="020B0502020202020204" pitchFamily="34" charset="0"/>
                  </a:rPr>
                  <a:t>The advantages of using plain English</a:t>
                </a:r>
              </a:p>
            </p:txBody>
          </p:sp>
          <p:sp>
            <p:nvSpPr>
              <p:cNvPr id="8" name="Rectangle: Rounded Corners 7">
                <a:extLst>
                  <a:ext uri="{FF2B5EF4-FFF2-40B4-BE49-F238E27FC236}">
                    <a16:creationId xmlns:a16="http://schemas.microsoft.com/office/drawing/2014/main" id="{8DCF75E5-117A-0715-21FB-8697364C9185}"/>
                  </a:ext>
                </a:extLst>
              </p:cNvPr>
              <p:cNvSpPr/>
              <p:nvPr/>
            </p:nvSpPr>
            <p:spPr>
              <a:xfrm rot="2700000">
                <a:off x="4884703" y="3094614"/>
                <a:ext cx="413810" cy="413810"/>
              </a:xfrm>
              <a:prstGeom prst="roundRect">
                <a:avLst>
                  <a:gd name="adj" fmla="val 15979"/>
                </a:avLst>
              </a:prstGeom>
              <a:solidFill>
                <a:srgbClr val="3B3838"/>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spTree>
    <p:extLst>
      <p:ext uri="{BB962C8B-B14F-4D97-AF65-F5344CB8AC3E}">
        <p14:creationId xmlns:p14="http://schemas.microsoft.com/office/powerpoint/2010/main" val="351549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5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6FEC3473-B0BB-607F-4084-A8B91E76F15C}"/>
              </a:ext>
            </a:extLst>
          </p:cNvPr>
          <p:cNvSpPr/>
          <p:nvPr/>
        </p:nvSpPr>
        <p:spPr>
          <a:xfrm>
            <a:off x="3656674" y="2248323"/>
            <a:ext cx="5175630" cy="1074881"/>
          </a:xfrm>
          <a:custGeom>
            <a:avLst/>
            <a:gdLst>
              <a:gd name="connsiteX0" fmla="*/ 503951 w 8874921"/>
              <a:gd name="connsiteY0" fmla="*/ 0 h 1843152"/>
              <a:gd name="connsiteX1" fmla="*/ 578601 w 8874921"/>
              <a:gd name="connsiteY1" fmla="*/ 0 h 1843152"/>
              <a:gd name="connsiteX2" fmla="*/ 1459326 w 8874921"/>
              <a:gd name="connsiteY2" fmla="*/ 0 h 1843152"/>
              <a:gd name="connsiteX3" fmla="*/ 1527568 w 8874921"/>
              <a:gd name="connsiteY3" fmla="*/ 0 h 1843152"/>
              <a:gd name="connsiteX4" fmla="*/ 1602217 w 8874921"/>
              <a:gd name="connsiteY4" fmla="*/ 0 h 1843152"/>
              <a:gd name="connsiteX5" fmla="*/ 7272703 w 8874921"/>
              <a:gd name="connsiteY5" fmla="*/ 0 h 1843152"/>
              <a:gd name="connsiteX6" fmla="*/ 7347353 w 8874921"/>
              <a:gd name="connsiteY6" fmla="*/ 0 h 1843152"/>
              <a:gd name="connsiteX7" fmla="*/ 7469666 w 8874921"/>
              <a:gd name="connsiteY7" fmla="*/ 0 h 1843152"/>
              <a:gd name="connsiteX8" fmla="*/ 8296320 w 8874921"/>
              <a:gd name="connsiteY8" fmla="*/ 0 h 1843152"/>
              <a:gd name="connsiteX9" fmla="*/ 8370969 w 8874921"/>
              <a:gd name="connsiteY9" fmla="*/ 0 h 1843152"/>
              <a:gd name="connsiteX10" fmla="*/ 8396327 w 8874921"/>
              <a:gd name="connsiteY10" fmla="*/ 7872 h 1843152"/>
              <a:gd name="connsiteX11" fmla="*/ 8447515 w 8874921"/>
              <a:gd name="connsiteY11" fmla="*/ 42383 h 1843152"/>
              <a:gd name="connsiteX12" fmla="*/ 8457040 w 8874921"/>
              <a:gd name="connsiteY12" fmla="*/ 53927 h 1843152"/>
              <a:gd name="connsiteX13" fmla="*/ 8490485 w 8874921"/>
              <a:gd name="connsiteY13" fmla="*/ 120817 h 1843152"/>
              <a:gd name="connsiteX14" fmla="*/ 8843424 w 8874921"/>
              <a:gd name="connsiteY14" fmla="*/ 826696 h 1843152"/>
              <a:gd name="connsiteX15" fmla="*/ 8866760 w 8874921"/>
              <a:gd name="connsiteY15" fmla="*/ 873367 h 1843152"/>
              <a:gd name="connsiteX16" fmla="*/ 8871650 w 8874921"/>
              <a:gd name="connsiteY16" fmla="*/ 889121 h 1843152"/>
              <a:gd name="connsiteX17" fmla="*/ 8874921 w 8874921"/>
              <a:gd name="connsiteY17" fmla="*/ 921575 h 1843152"/>
              <a:gd name="connsiteX18" fmla="*/ 8874921 w 8874921"/>
              <a:gd name="connsiteY18" fmla="*/ 921576 h 1843152"/>
              <a:gd name="connsiteX19" fmla="*/ 8874921 w 8874921"/>
              <a:gd name="connsiteY19" fmla="*/ 921577 h 1843152"/>
              <a:gd name="connsiteX20" fmla="*/ 8871650 w 8874921"/>
              <a:gd name="connsiteY20" fmla="*/ 954032 h 1843152"/>
              <a:gd name="connsiteX21" fmla="*/ 8866760 w 8874921"/>
              <a:gd name="connsiteY21" fmla="*/ 969785 h 1843152"/>
              <a:gd name="connsiteX22" fmla="*/ 8843424 w 8874921"/>
              <a:gd name="connsiteY22" fmla="*/ 1016456 h 1843152"/>
              <a:gd name="connsiteX23" fmla="*/ 8490485 w 8874921"/>
              <a:gd name="connsiteY23" fmla="*/ 1722336 h 1843152"/>
              <a:gd name="connsiteX24" fmla="*/ 8457040 w 8874921"/>
              <a:gd name="connsiteY24" fmla="*/ 1789225 h 1843152"/>
              <a:gd name="connsiteX25" fmla="*/ 8447515 w 8874921"/>
              <a:gd name="connsiteY25" fmla="*/ 1800769 h 1843152"/>
              <a:gd name="connsiteX26" fmla="*/ 8396327 w 8874921"/>
              <a:gd name="connsiteY26" fmla="*/ 1835281 h 1843152"/>
              <a:gd name="connsiteX27" fmla="*/ 8370969 w 8874921"/>
              <a:gd name="connsiteY27" fmla="*/ 1843152 h 1843152"/>
              <a:gd name="connsiteX28" fmla="*/ 8296320 w 8874921"/>
              <a:gd name="connsiteY28" fmla="*/ 1843152 h 1843152"/>
              <a:gd name="connsiteX29" fmla="*/ 7469666 w 8874921"/>
              <a:gd name="connsiteY29" fmla="*/ 1843152 h 1843152"/>
              <a:gd name="connsiteX30" fmla="*/ 7347353 w 8874921"/>
              <a:gd name="connsiteY30" fmla="*/ 1843152 h 1843152"/>
              <a:gd name="connsiteX31" fmla="*/ 7272703 w 8874921"/>
              <a:gd name="connsiteY31" fmla="*/ 1843152 h 1843152"/>
              <a:gd name="connsiteX32" fmla="*/ 1602217 w 8874921"/>
              <a:gd name="connsiteY32" fmla="*/ 1843152 h 1843152"/>
              <a:gd name="connsiteX33" fmla="*/ 1527568 w 8874921"/>
              <a:gd name="connsiteY33" fmla="*/ 1843152 h 1843152"/>
              <a:gd name="connsiteX34" fmla="*/ 1459326 w 8874921"/>
              <a:gd name="connsiteY34" fmla="*/ 1843152 h 1843152"/>
              <a:gd name="connsiteX35" fmla="*/ 578601 w 8874921"/>
              <a:gd name="connsiteY35" fmla="*/ 1843152 h 1843152"/>
              <a:gd name="connsiteX36" fmla="*/ 503951 w 8874921"/>
              <a:gd name="connsiteY36" fmla="*/ 1843152 h 1843152"/>
              <a:gd name="connsiteX37" fmla="*/ 478593 w 8874921"/>
              <a:gd name="connsiteY37" fmla="*/ 1835281 h 1843152"/>
              <a:gd name="connsiteX38" fmla="*/ 427406 w 8874921"/>
              <a:gd name="connsiteY38" fmla="*/ 1800769 h 1843152"/>
              <a:gd name="connsiteX39" fmla="*/ 417878 w 8874921"/>
              <a:gd name="connsiteY39" fmla="*/ 1789221 h 1843152"/>
              <a:gd name="connsiteX40" fmla="*/ 384438 w 8874921"/>
              <a:gd name="connsiteY40" fmla="*/ 1722342 h 1843152"/>
              <a:gd name="connsiteX41" fmla="*/ 31492 w 8874921"/>
              <a:gd name="connsiteY41" fmla="*/ 1016450 h 1843152"/>
              <a:gd name="connsiteX42" fmla="*/ 8166 w 8874921"/>
              <a:gd name="connsiteY42" fmla="*/ 969795 h 1843152"/>
              <a:gd name="connsiteX43" fmla="*/ 3272 w 8874921"/>
              <a:gd name="connsiteY43" fmla="*/ 954032 h 1843152"/>
              <a:gd name="connsiteX44" fmla="*/ 0 w 8874921"/>
              <a:gd name="connsiteY44" fmla="*/ 921577 h 1843152"/>
              <a:gd name="connsiteX45" fmla="*/ 1 w 8874921"/>
              <a:gd name="connsiteY45" fmla="*/ 921576 h 1843152"/>
              <a:gd name="connsiteX46" fmla="*/ 0 w 8874921"/>
              <a:gd name="connsiteY46" fmla="*/ 921575 h 1843152"/>
              <a:gd name="connsiteX47" fmla="*/ 3272 w 8874921"/>
              <a:gd name="connsiteY47" fmla="*/ 889121 h 1843152"/>
              <a:gd name="connsiteX48" fmla="*/ 8166 w 8874921"/>
              <a:gd name="connsiteY48" fmla="*/ 873357 h 1843152"/>
              <a:gd name="connsiteX49" fmla="*/ 31492 w 8874921"/>
              <a:gd name="connsiteY49" fmla="*/ 826702 h 1843152"/>
              <a:gd name="connsiteX50" fmla="*/ 384438 w 8874921"/>
              <a:gd name="connsiteY50" fmla="*/ 120810 h 1843152"/>
              <a:gd name="connsiteX51" fmla="*/ 417878 w 8874921"/>
              <a:gd name="connsiteY51" fmla="*/ 53931 h 1843152"/>
              <a:gd name="connsiteX52" fmla="*/ 427406 w 8874921"/>
              <a:gd name="connsiteY52" fmla="*/ 42383 h 1843152"/>
              <a:gd name="connsiteX53" fmla="*/ 478593 w 8874921"/>
              <a:gd name="connsiteY53" fmla="*/ 7872 h 184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8874921" h="1843152">
                <a:moveTo>
                  <a:pt x="503951" y="0"/>
                </a:moveTo>
                <a:lnTo>
                  <a:pt x="578601" y="0"/>
                </a:lnTo>
                <a:lnTo>
                  <a:pt x="1459326" y="0"/>
                </a:lnTo>
                <a:lnTo>
                  <a:pt x="1527568" y="0"/>
                </a:lnTo>
                <a:lnTo>
                  <a:pt x="1602217" y="0"/>
                </a:lnTo>
                <a:lnTo>
                  <a:pt x="7272703" y="0"/>
                </a:lnTo>
                <a:lnTo>
                  <a:pt x="7347353" y="0"/>
                </a:lnTo>
                <a:lnTo>
                  <a:pt x="7469666" y="0"/>
                </a:lnTo>
                <a:lnTo>
                  <a:pt x="8296320" y="0"/>
                </a:lnTo>
                <a:lnTo>
                  <a:pt x="8370969" y="0"/>
                </a:lnTo>
                <a:lnTo>
                  <a:pt x="8396327" y="7872"/>
                </a:lnTo>
                <a:cubicBezTo>
                  <a:pt x="8415594" y="16021"/>
                  <a:pt x="8432944" y="27812"/>
                  <a:pt x="8447515" y="42383"/>
                </a:cubicBezTo>
                <a:lnTo>
                  <a:pt x="8457040" y="53927"/>
                </a:lnTo>
                <a:lnTo>
                  <a:pt x="8490485" y="120817"/>
                </a:lnTo>
                <a:lnTo>
                  <a:pt x="8843424" y="826696"/>
                </a:lnTo>
                <a:lnTo>
                  <a:pt x="8866760" y="873367"/>
                </a:lnTo>
                <a:lnTo>
                  <a:pt x="8871650" y="889121"/>
                </a:lnTo>
                <a:cubicBezTo>
                  <a:pt x="8873795" y="899603"/>
                  <a:pt x="8874921" y="910458"/>
                  <a:pt x="8874921" y="921575"/>
                </a:cubicBezTo>
                <a:lnTo>
                  <a:pt x="8874921" y="921576"/>
                </a:lnTo>
                <a:lnTo>
                  <a:pt x="8874921" y="921577"/>
                </a:lnTo>
                <a:cubicBezTo>
                  <a:pt x="8874921" y="932694"/>
                  <a:pt x="8873795" y="943549"/>
                  <a:pt x="8871650" y="954032"/>
                </a:cubicBezTo>
                <a:lnTo>
                  <a:pt x="8866760" y="969785"/>
                </a:lnTo>
                <a:lnTo>
                  <a:pt x="8843424" y="1016456"/>
                </a:lnTo>
                <a:lnTo>
                  <a:pt x="8490485" y="1722336"/>
                </a:lnTo>
                <a:lnTo>
                  <a:pt x="8457040" y="1789225"/>
                </a:lnTo>
                <a:lnTo>
                  <a:pt x="8447515" y="1800769"/>
                </a:lnTo>
                <a:cubicBezTo>
                  <a:pt x="8432944" y="1815340"/>
                  <a:pt x="8415594" y="1827131"/>
                  <a:pt x="8396327" y="1835281"/>
                </a:cubicBezTo>
                <a:lnTo>
                  <a:pt x="8370969" y="1843152"/>
                </a:lnTo>
                <a:lnTo>
                  <a:pt x="8296320" y="1843152"/>
                </a:lnTo>
                <a:lnTo>
                  <a:pt x="7469666" y="1843152"/>
                </a:lnTo>
                <a:lnTo>
                  <a:pt x="7347353" y="1843152"/>
                </a:lnTo>
                <a:lnTo>
                  <a:pt x="7272703" y="1843152"/>
                </a:lnTo>
                <a:lnTo>
                  <a:pt x="1602217" y="1843152"/>
                </a:lnTo>
                <a:lnTo>
                  <a:pt x="1527568" y="1843152"/>
                </a:lnTo>
                <a:lnTo>
                  <a:pt x="1459326" y="1843152"/>
                </a:lnTo>
                <a:lnTo>
                  <a:pt x="578601" y="1843152"/>
                </a:lnTo>
                <a:lnTo>
                  <a:pt x="503951" y="1843152"/>
                </a:lnTo>
                <a:lnTo>
                  <a:pt x="478593" y="1835281"/>
                </a:lnTo>
                <a:cubicBezTo>
                  <a:pt x="459327" y="1827131"/>
                  <a:pt x="441977" y="1815340"/>
                  <a:pt x="427406" y="1800769"/>
                </a:cubicBezTo>
                <a:lnTo>
                  <a:pt x="417878" y="1789221"/>
                </a:lnTo>
                <a:lnTo>
                  <a:pt x="384438" y="1722342"/>
                </a:lnTo>
                <a:lnTo>
                  <a:pt x="31492" y="1016450"/>
                </a:lnTo>
                <a:lnTo>
                  <a:pt x="8166" y="969795"/>
                </a:lnTo>
                <a:lnTo>
                  <a:pt x="3272" y="954032"/>
                </a:lnTo>
                <a:cubicBezTo>
                  <a:pt x="1127" y="943549"/>
                  <a:pt x="0" y="932694"/>
                  <a:pt x="0" y="921577"/>
                </a:cubicBezTo>
                <a:lnTo>
                  <a:pt x="1" y="921576"/>
                </a:lnTo>
                <a:lnTo>
                  <a:pt x="0" y="921575"/>
                </a:lnTo>
                <a:cubicBezTo>
                  <a:pt x="0" y="910458"/>
                  <a:pt x="1127" y="899603"/>
                  <a:pt x="3272" y="889121"/>
                </a:cubicBezTo>
                <a:lnTo>
                  <a:pt x="8166" y="873357"/>
                </a:lnTo>
                <a:lnTo>
                  <a:pt x="31492" y="826702"/>
                </a:lnTo>
                <a:lnTo>
                  <a:pt x="384438" y="120810"/>
                </a:lnTo>
                <a:lnTo>
                  <a:pt x="417878" y="53931"/>
                </a:lnTo>
                <a:lnTo>
                  <a:pt x="427406" y="42383"/>
                </a:lnTo>
                <a:cubicBezTo>
                  <a:pt x="441977" y="27812"/>
                  <a:pt x="459327" y="16021"/>
                  <a:pt x="478593" y="7872"/>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96000" rIns="144000" rtlCol="0" anchor="ctr">
            <a:noAutofit/>
          </a:bodyPr>
          <a:lstStyle/>
          <a:p>
            <a:r>
              <a:rPr lang="en-US" sz="1800" dirty="0">
                <a:solidFill>
                  <a:schemeClr val="bg2">
                    <a:lumMod val="10000"/>
                  </a:schemeClr>
                </a:solidFill>
                <a:latin typeface="Century Gothic" panose="020B0502020202020204" pitchFamily="34" charset="0"/>
              </a:rPr>
              <a:t>Make your message clear for your audience</a:t>
            </a:r>
          </a:p>
        </p:txBody>
      </p:sp>
      <p:sp>
        <p:nvSpPr>
          <p:cNvPr id="3" name="Freeform: Shape 2">
            <a:extLst>
              <a:ext uri="{FF2B5EF4-FFF2-40B4-BE49-F238E27FC236}">
                <a16:creationId xmlns:a16="http://schemas.microsoft.com/office/drawing/2014/main" id="{9742BA8D-C0B2-6C0A-B805-9AA70BA59B36}"/>
              </a:ext>
            </a:extLst>
          </p:cNvPr>
          <p:cNvSpPr/>
          <p:nvPr/>
        </p:nvSpPr>
        <p:spPr>
          <a:xfrm flipH="1">
            <a:off x="3359696" y="3542685"/>
            <a:ext cx="5175630" cy="1074881"/>
          </a:xfrm>
          <a:custGeom>
            <a:avLst/>
            <a:gdLst>
              <a:gd name="connsiteX0" fmla="*/ 503951 w 8874921"/>
              <a:gd name="connsiteY0" fmla="*/ 0 h 1843152"/>
              <a:gd name="connsiteX1" fmla="*/ 578601 w 8874921"/>
              <a:gd name="connsiteY1" fmla="*/ 0 h 1843152"/>
              <a:gd name="connsiteX2" fmla="*/ 1459326 w 8874921"/>
              <a:gd name="connsiteY2" fmla="*/ 0 h 1843152"/>
              <a:gd name="connsiteX3" fmla="*/ 1527568 w 8874921"/>
              <a:gd name="connsiteY3" fmla="*/ 0 h 1843152"/>
              <a:gd name="connsiteX4" fmla="*/ 1602217 w 8874921"/>
              <a:gd name="connsiteY4" fmla="*/ 0 h 1843152"/>
              <a:gd name="connsiteX5" fmla="*/ 7272703 w 8874921"/>
              <a:gd name="connsiteY5" fmla="*/ 0 h 1843152"/>
              <a:gd name="connsiteX6" fmla="*/ 7347353 w 8874921"/>
              <a:gd name="connsiteY6" fmla="*/ 0 h 1843152"/>
              <a:gd name="connsiteX7" fmla="*/ 7469666 w 8874921"/>
              <a:gd name="connsiteY7" fmla="*/ 0 h 1843152"/>
              <a:gd name="connsiteX8" fmla="*/ 8296320 w 8874921"/>
              <a:gd name="connsiteY8" fmla="*/ 0 h 1843152"/>
              <a:gd name="connsiteX9" fmla="*/ 8370969 w 8874921"/>
              <a:gd name="connsiteY9" fmla="*/ 0 h 1843152"/>
              <a:gd name="connsiteX10" fmla="*/ 8396327 w 8874921"/>
              <a:gd name="connsiteY10" fmla="*/ 7872 h 1843152"/>
              <a:gd name="connsiteX11" fmla="*/ 8447515 w 8874921"/>
              <a:gd name="connsiteY11" fmla="*/ 42383 h 1843152"/>
              <a:gd name="connsiteX12" fmla="*/ 8457040 w 8874921"/>
              <a:gd name="connsiteY12" fmla="*/ 53927 h 1843152"/>
              <a:gd name="connsiteX13" fmla="*/ 8490485 w 8874921"/>
              <a:gd name="connsiteY13" fmla="*/ 120817 h 1843152"/>
              <a:gd name="connsiteX14" fmla="*/ 8843424 w 8874921"/>
              <a:gd name="connsiteY14" fmla="*/ 826696 h 1843152"/>
              <a:gd name="connsiteX15" fmla="*/ 8866760 w 8874921"/>
              <a:gd name="connsiteY15" fmla="*/ 873367 h 1843152"/>
              <a:gd name="connsiteX16" fmla="*/ 8871650 w 8874921"/>
              <a:gd name="connsiteY16" fmla="*/ 889121 h 1843152"/>
              <a:gd name="connsiteX17" fmla="*/ 8874921 w 8874921"/>
              <a:gd name="connsiteY17" fmla="*/ 921575 h 1843152"/>
              <a:gd name="connsiteX18" fmla="*/ 8874921 w 8874921"/>
              <a:gd name="connsiteY18" fmla="*/ 921576 h 1843152"/>
              <a:gd name="connsiteX19" fmla="*/ 8874921 w 8874921"/>
              <a:gd name="connsiteY19" fmla="*/ 921577 h 1843152"/>
              <a:gd name="connsiteX20" fmla="*/ 8871650 w 8874921"/>
              <a:gd name="connsiteY20" fmla="*/ 954032 h 1843152"/>
              <a:gd name="connsiteX21" fmla="*/ 8866760 w 8874921"/>
              <a:gd name="connsiteY21" fmla="*/ 969785 h 1843152"/>
              <a:gd name="connsiteX22" fmla="*/ 8843424 w 8874921"/>
              <a:gd name="connsiteY22" fmla="*/ 1016456 h 1843152"/>
              <a:gd name="connsiteX23" fmla="*/ 8490485 w 8874921"/>
              <a:gd name="connsiteY23" fmla="*/ 1722336 h 1843152"/>
              <a:gd name="connsiteX24" fmla="*/ 8457040 w 8874921"/>
              <a:gd name="connsiteY24" fmla="*/ 1789225 h 1843152"/>
              <a:gd name="connsiteX25" fmla="*/ 8447515 w 8874921"/>
              <a:gd name="connsiteY25" fmla="*/ 1800769 h 1843152"/>
              <a:gd name="connsiteX26" fmla="*/ 8396327 w 8874921"/>
              <a:gd name="connsiteY26" fmla="*/ 1835281 h 1843152"/>
              <a:gd name="connsiteX27" fmla="*/ 8370969 w 8874921"/>
              <a:gd name="connsiteY27" fmla="*/ 1843152 h 1843152"/>
              <a:gd name="connsiteX28" fmla="*/ 8296320 w 8874921"/>
              <a:gd name="connsiteY28" fmla="*/ 1843152 h 1843152"/>
              <a:gd name="connsiteX29" fmla="*/ 7469666 w 8874921"/>
              <a:gd name="connsiteY29" fmla="*/ 1843152 h 1843152"/>
              <a:gd name="connsiteX30" fmla="*/ 7347353 w 8874921"/>
              <a:gd name="connsiteY30" fmla="*/ 1843152 h 1843152"/>
              <a:gd name="connsiteX31" fmla="*/ 7272703 w 8874921"/>
              <a:gd name="connsiteY31" fmla="*/ 1843152 h 1843152"/>
              <a:gd name="connsiteX32" fmla="*/ 1602217 w 8874921"/>
              <a:gd name="connsiteY32" fmla="*/ 1843152 h 1843152"/>
              <a:gd name="connsiteX33" fmla="*/ 1527568 w 8874921"/>
              <a:gd name="connsiteY33" fmla="*/ 1843152 h 1843152"/>
              <a:gd name="connsiteX34" fmla="*/ 1459326 w 8874921"/>
              <a:gd name="connsiteY34" fmla="*/ 1843152 h 1843152"/>
              <a:gd name="connsiteX35" fmla="*/ 578601 w 8874921"/>
              <a:gd name="connsiteY35" fmla="*/ 1843152 h 1843152"/>
              <a:gd name="connsiteX36" fmla="*/ 503951 w 8874921"/>
              <a:gd name="connsiteY36" fmla="*/ 1843152 h 1843152"/>
              <a:gd name="connsiteX37" fmla="*/ 478593 w 8874921"/>
              <a:gd name="connsiteY37" fmla="*/ 1835281 h 1843152"/>
              <a:gd name="connsiteX38" fmla="*/ 427406 w 8874921"/>
              <a:gd name="connsiteY38" fmla="*/ 1800769 h 1843152"/>
              <a:gd name="connsiteX39" fmla="*/ 417878 w 8874921"/>
              <a:gd name="connsiteY39" fmla="*/ 1789221 h 1843152"/>
              <a:gd name="connsiteX40" fmla="*/ 384438 w 8874921"/>
              <a:gd name="connsiteY40" fmla="*/ 1722342 h 1843152"/>
              <a:gd name="connsiteX41" fmla="*/ 31492 w 8874921"/>
              <a:gd name="connsiteY41" fmla="*/ 1016450 h 1843152"/>
              <a:gd name="connsiteX42" fmla="*/ 8166 w 8874921"/>
              <a:gd name="connsiteY42" fmla="*/ 969795 h 1843152"/>
              <a:gd name="connsiteX43" fmla="*/ 3272 w 8874921"/>
              <a:gd name="connsiteY43" fmla="*/ 954032 h 1843152"/>
              <a:gd name="connsiteX44" fmla="*/ 0 w 8874921"/>
              <a:gd name="connsiteY44" fmla="*/ 921577 h 1843152"/>
              <a:gd name="connsiteX45" fmla="*/ 1 w 8874921"/>
              <a:gd name="connsiteY45" fmla="*/ 921576 h 1843152"/>
              <a:gd name="connsiteX46" fmla="*/ 0 w 8874921"/>
              <a:gd name="connsiteY46" fmla="*/ 921575 h 1843152"/>
              <a:gd name="connsiteX47" fmla="*/ 3272 w 8874921"/>
              <a:gd name="connsiteY47" fmla="*/ 889121 h 1843152"/>
              <a:gd name="connsiteX48" fmla="*/ 8166 w 8874921"/>
              <a:gd name="connsiteY48" fmla="*/ 873357 h 1843152"/>
              <a:gd name="connsiteX49" fmla="*/ 31492 w 8874921"/>
              <a:gd name="connsiteY49" fmla="*/ 826702 h 1843152"/>
              <a:gd name="connsiteX50" fmla="*/ 384438 w 8874921"/>
              <a:gd name="connsiteY50" fmla="*/ 120810 h 1843152"/>
              <a:gd name="connsiteX51" fmla="*/ 417878 w 8874921"/>
              <a:gd name="connsiteY51" fmla="*/ 53931 h 1843152"/>
              <a:gd name="connsiteX52" fmla="*/ 427406 w 8874921"/>
              <a:gd name="connsiteY52" fmla="*/ 42383 h 1843152"/>
              <a:gd name="connsiteX53" fmla="*/ 478593 w 8874921"/>
              <a:gd name="connsiteY53" fmla="*/ 7872 h 184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8874921" h="1843152">
                <a:moveTo>
                  <a:pt x="503951" y="0"/>
                </a:moveTo>
                <a:lnTo>
                  <a:pt x="578601" y="0"/>
                </a:lnTo>
                <a:lnTo>
                  <a:pt x="1459326" y="0"/>
                </a:lnTo>
                <a:lnTo>
                  <a:pt x="1527568" y="0"/>
                </a:lnTo>
                <a:lnTo>
                  <a:pt x="1602217" y="0"/>
                </a:lnTo>
                <a:lnTo>
                  <a:pt x="7272703" y="0"/>
                </a:lnTo>
                <a:lnTo>
                  <a:pt x="7347353" y="0"/>
                </a:lnTo>
                <a:lnTo>
                  <a:pt x="7469666" y="0"/>
                </a:lnTo>
                <a:lnTo>
                  <a:pt x="8296320" y="0"/>
                </a:lnTo>
                <a:lnTo>
                  <a:pt x="8370969" y="0"/>
                </a:lnTo>
                <a:lnTo>
                  <a:pt x="8396327" y="7872"/>
                </a:lnTo>
                <a:cubicBezTo>
                  <a:pt x="8415594" y="16021"/>
                  <a:pt x="8432944" y="27812"/>
                  <a:pt x="8447515" y="42383"/>
                </a:cubicBezTo>
                <a:lnTo>
                  <a:pt x="8457040" y="53927"/>
                </a:lnTo>
                <a:lnTo>
                  <a:pt x="8490485" y="120817"/>
                </a:lnTo>
                <a:lnTo>
                  <a:pt x="8843424" y="826696"/>
                </a:lnTo>
                <a:lnTo>
                  <a:pt x="8866760" y="873367"/>
                </a:lnTo>
                <a:lnTo>
                  <a:pt x="8871650" y="889121"/>
                </a:lnTo>
                <a:cubicBezTo>
                  <a:pt x="8873795" y="899603"/>
                  <a:pt x="8874921" y="910458"/>
                  <a:pt x="8874921" y="921575"/>
                </a:cubicBezTo>
                <a:lnTo>
                  <a:pt x="8874921" y="921576"/>
                </a:lnTo>
                <a:lnTo>
                  <a:pt x="8874921" y="921577"/>
                </a:lnTo>
                <a:cubicBezTo>
                  <a:pt x="8874921" y="932694"/>
                  <a:pt x="8873795" y="943549"/>
                  <a:pt x="8871650" y="954032"/>
                </a:cubicBezTo>
                <a:lnTo>
                  <a:pt x="8866760" y="969785"/>
                </a:lnTo>
                <a:lnTo>
                  <a:pt x="8843424" y="1016456"/>
                </a:lnTo>
                <a:lnTo>
                  <a:pt x="8490485" y="1722336"/>
                </a:lnTo>
                <a:lnTo>
                  <a:pt x="8457040" y="1789225"/>
                </a:lnTo>
                <a:lnTo>
                  <a:pt x="8447515" y="1800769"/>
                </a:lnTo>
                <a:cubicBezTo>
                  <a:pt x="8432944" y="1815340"/>
                  <a:pt x="8415594" y="1827131"/>
                  <a:pt x="8396327" y="1835281"/>
                </a:cubicBezTo>
                <a:lnTo>
                  <a:pt x="8370969" y="1843152"/>
                </a:lnTo>
                <a:lnTo>
                  <a:pt x="8296320" y="1843152"/>
                </a:lnTo>
                <a:lnTo>
                  <a:pt x="7469666" y="1843152"/>
                </a:lnTo>
                <a:lnTo>
                  <a:pt x="7347353" y="1843152"/>
                </a:lnTo>
                <a:lnTo>
                  <a:pt x="7272703" y="1843152"/>
                </a:lnTo>
                <a:lnTo>
                  <a:pt x="1602217" y="1843152"/>
                </a:lnTo>
                <a:lnTo>
                  <a:pt x="1527568" y="1843152"/>
                </a:lnTo>
                <a:lnTo>
                  <a:pt x="1459326" y="1843152"/>
                </a:lnTo>
                <a:lnTo>
                  <a:pt x="578601" y="1843152"/>
                </a:lnTo>
                <a:lnTo>
                  <a:pt x="503951" y="1843152"/>
                </a:lnTo>
                <a:lnTo>
                  <a:pt x="478593" y="1835281"/>
                </a:lnTo>
                <a:cubicBezTo>
                  <a:pt x="459327" y="1827131"/>
                  <a:pt x="441977" y="1815340"/>
                  <a:pt x="427406" y="1800769"/>
                </a:cubicBezTo>
                <a:lnTo>
                  <a:pt x="417878" y="1789221"/>
                </a:lnTo>
                <a:lnTo>
                  <a:pt x="384438" y="1722342"/>
                </a:lnTo>
                <a:lnTo>
                  <a:pt x="31492" y="1016450"/>
                </a:lnTo>
                <a:lnTo>
                  <a:pt x="8166" y="969795"/>
                </a:lnTo>
                <a:lnTo>
                  <a:pt x="3272" y="954032"/>
                </a:lnTo>
                <a:cubicBezTo>
                  <a:pt x="1127" y="943549"/>
                  <a:pt x="0" y="932694"/>
                  <a:pt x="0" y="921577"/>
                </a:cubicBezTo>
                <a:lnTo>
                  <a:pt x="1" y="921576"/>
                </a:lnTo>
                <a:lnTo>
                  <a:pt x="0" y="921575"/>
                </a:lnTo>
                <a:cubicBezTo>
                  <a:pt x="0" y="910458"/>
                  <a:pt x="1127" y="899603"/>
                  <a:pt x="3272" y="889121"/>
                </a:cubicBezTo>
                <a:lnTo>
                  <a:pt x="8166" y="873357"/>
                </a:lnTo>
                <a:lnTo>
                  <a:pt x="31492" y="826702"/>
                </a:lnTo>
                <a:lnTo>
                  <a:pt x="384438" y="120810"/>
                </a:lnTo>
                <a:lnTo>
                  <a:pt x="417878" y="53931"/>
                </a:lnTo>
                <a:lnTo>
                  <a:pt x="427406" y="42383"/>
                </a:lnTo>
                <a:cubicBezTo>
                  <a:pt x="441977" y="27812"/>
                  <a:pt x="459327" y="16021"/>
                  <a:pt x="478593" y="7872"/>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Ins="1296000" rtlCol="0" anchor="ctr">
            <a:noAutofit/>
          </a:bodyPr>
          <a:lstStyle/>
          <a:p>
            <a:pPr algn="r"/>
            <a:r>
              <a:rPr lang="en-US" sz="1800" dirty="0">
                <a:solidFill>
                  <a:schemeClr val="bg2">
                    <a:lumMod val="10000"/>
                  </a:schemeClr>
                </a:solidFill>
                <a:latin typeface="Century Gothic" panose="020B0502020202020204" pitchFamily="34" charset="0"/>
              </a:rPr>
              <a:t>Avoid ambiguity</a:t>
            </a:r>
          </a:p>
        </p:txBody>
      </p:sp>
      <p:grpSp>
        <p:nvGrpSpPr>
          <p:cNvPr id="4" name="Group 3">
            <a:extLst>
              <a:ext uri="{FF2B5EF4-FFF2-40B4-BE49-F238E27FC236}">
                <a16:creationId xmlns:a16="http://schemas.microsoft.com/office/drawing/2014/main" id="{F6850583-E272-52B7-2BE2-8EF17DB4E5DF}"/>
              </a:ext>
            </a:extLst>
          </p:cNvPr>
          <p:cNvGrpSpPr/>
          <p:nvPr/>
        </p:nvGrpSpPr>
        <p:grpSpPr>
          <a:xfrm>
            <a:off x="3359696" y="2187673"/>
            <a:ext cx="1366873" cy="1196180"/>
            <a:chOff x="3359696" y="2810666"/>
            <a:chExt cx="1366873" cy="1196180"/>
          </a:xfrm>
        </p:grpSpPr>
        <p:sp>
          <p:nvSpPr>
            <p:cNvPr id="5" name="Freeform: Shape 4">
              <a:extLst>
                <a:ext uri="{FF2B5EF4-FFF2-40B4-BE49-F238E27FC236}">
                  <a16:creationId xmlns:a16="http://schemas.microsoft.com/office/drawing/2014/main" id="{924647E5-9523-5278-F346-EAEB23F264FA}"/>
                </a:ext>
              </a:extLst>
            </p:cNvPr>
            <p:cNvSpPr/>
            <p:nvPr/>
          </p:nvSpPr>
          <p:spPr>
            <a:xfrm flipV="1">
              <a:off x="3359696" y="2810666"/>
              <a:ext cx="1366873" cy="1196180"/>
            </a:xfrm>
            <a:custGeom>
              <a:avLst/>
              <a:gdLst>
                <a:gd name="connsiteX0" fmla="*/ 752645 w 3145538"/>
                <a:gd name="connsiteY0" fmla="*/ 2752726 h 2752726"/>
                <a:gd name="connsiteX1" fmla="*/ 864133 w 3145538"/>
                <a:gd name="connsiteY1" fmla="*/ 2752726 h 2752726"/>
                <a:gd name="connsiteX2" fmla="*/ 2281404 w 3145538"/>
                <a:gd name="connsiteY2" fmla="*/ 2752726 h 2752726"/>
                <a:gd name="connsiteX3" fmla="*/ 2392892 w 3145538"/>
                <a:gd name="connsiteY3" fmla="*/ 2752726 h 2752726"/>
                <a:gd name="connsiteX4" fmla="*/ 2430764 w 3145538"/>
                <a:gd name="connsiteY4" fmla="*/ 2740970 h 2752726"/>
                <a:gd name="connsiteX5" fmla="*/ 2507212 w 3145538"/>
                <a:gd name="connsiteY5" fmla="*/ 2689427 h 2752726"/>
                <a:gd name="connsiteX6" fmla="*/ 2521437 w 3145538"/>
                <a:gd name="connsiteY6" fmla="*/ 2672187 h 2752726"/>
                <a:gd name="connsiteX7" fmla="*/ 2571387 w 3145538"/>
                <a:gd name="connsiteY7" fmla="*/ 2572288 h 2752726"/>
                <a:gd name="connsiteX8" fmla="*/ 3098498 w 3145538"/>
                <a:gd name="connsiteY8" fmla="*/ 1518065 h 2752726"/>
                <a:gd name="connsiteX9" fmla="*/ 3133349 w 3145538"/>
                <a:gd name="connsiteY9" fmla="*/ 1448363 h 2752726"/>
                <a:gd name="connsiteX10" fmla="*/ 3140652 w 3145538"/>
                <a:gd name="connsiteY10" fmla="*/ 1424835 h 2752726"/>
                <a:gd name="connsiteX11" fmla="*/ 3145538 w 3145538"/>
                <a:gd name="connsiteY11" fmla="*/ 1376365 h 2752726"/>
                <a:gd name="connsiteX12" fmla="*/ 3145538 w 3145538"/>
                <a:gd name="connsiteY12" fmla="*/ 1376363 h 2752726"/>
                <a:gd name="connsiteX13" fmla="*/ 3145538 w 3145538"/>
                <a:gd name="connsiteY13" fmla="*/ 1376361 h 2752726"/>
                <a:gd name="connsiteX14" fmla="*/ 3140652 w 3145538"/>
                <a:gd name="connsiteY14" fmla="*/ 1327891 h 2752726"/>
                <a:gd name="connsiteX15" fmla="*/ 3133349 w 3145538"/>
                <a:gd name="connsiteY15" fmla="*/ 1304363 h 2752726"/>
                <a:gd name="connsiteX16" fmla="*/ 3098498 w 3145538"/>
                <a:gd name="connsiteY16" fmla="*/ 1234661 h 2752726"/>
                <a:gd name="connsiteX17" fmla="*/ 2571387 w 3145538"/>
                <a:gd name="connsiteY17" fmla="*/ 180438 h 2752726"/>
                <a:gd name="connsiteX18" fmla="*/ 2521437 w 3145538"/>
                <a:gd name="connsiteY18" fmla="*/ 80539 h 2752726"/>
                <a:gd name="connsiteX19" fmla="*/ 2507212 w 3145538"/>
                <a:gd name="connsiteY19" fmla="*/ 63299 h 2752726"/>
                <a:gd name="connsiteX20" fmla="*/ 2430764 w 3145538"/>
                <a:gd name="connsiteY20" fmla="*/ 11756 h 2752726"/>
                <a:gd name="connsiteX21" fmla="*/ 2392892 w 3145538"/>
                <a:gd name="connsiteY21" fmla="*/ 0 h 2752726"/>
                <a:gd name="connsiteX22" fmla="*/ 2281404 w 3145538"/>
                <a:gd name="connsiteY22" fmla="*/ 0 h 2752726"/>
                <a:gd name="connsiteX23" fmla="*/ 864133 w 3145538"/>
                <a:gd name="connsiteY23" fmla="*/ 0 h 2752726"/>
                <a:gd name="connsiteX24" fmla="*/ 752645 w 3145538"/>
                <a:gd name="connsiteY24" fmla="*/ 0 h 2752726"/>
                <a:gd name="connsiteX25" fmla="*/ 714773 w 3145538"/>
                <a:gd name="connsiteY25" fmla="*/ 11756 h 2752726"/>
                <a:gd name="connsiteX26" fmla="*/ 638325 w 3145538"/>
                <a:gd name="connsiteY26" fmla="*/ 63299 h 2752726"/>
                <a:gd name="connsiteX27" fmla="*/ 624096 w 3145538"/>
                <a:gd name="connsiteY27" fmla="*/ 80545 h 2752726"/>
                <a:gd name="connsiteX28" fmla="*/ 574154 w 3145538"/>
                <a:gd name="connsiteY28" fmla="*/ 180428 h 2752726"/>
                <a:gd name="connsiteX29" fmla="*/ 47033 w 3145538"/>
                <a:gd name="connsiteY29" fmla="*/ 1234670 h 2752726"/>
                <a:gd name="connsiteX30" fmla="*/ 12195 w 3145538"/>
                <a:gd name="connsiteY30" fmla="*/ 1304348 h 2752726"/>
                <a:gd name="connsiteX31" fmla="*/ 4886 w 3145538"/>
                <a:gd name="connsiteY31" fmla="*/ 1327891 h 2752726"/>
                <a:gd name="connsiteX32" fmla="*/ 0 w 3145538"/>
                <a:gd name="connsiteY32" fmla="*/ 1376361 h 2752726"/>
                <a:gd name="connsiteX33" fmla="*/ 1 w 3145538"/>
                <a:gd name="connsiteY33" fmla="*/ 1376363 h 2752726"/>
                <a:gd name="connsiteX34" fmla="*/ 0 w 3145538"/>
                <a:gd name="connsiteY34" fmla="*/ 1376365 h 2752726"/>
                <a:gd name="connsiteX35" fmla="*/ 4886 w 3145538"/>
                <a:gd name="connsiteY35" fmla="*/ 1424835 h 2752726"/>
                <a:gd name="connsiteX36" fmla="*/ 12195 w 3145538"/>
                <a:gd name="connsiteY36" fmla="*/ 1448378 h 2752726"/>
                <a:gd name="connsiteX37" fmla="*/ 47033 w 3145538"/>
                <a:gd name="connsiteY37" fmla="*/ 1518056 h 2752726"/>
                <a:gd name="connsiteX38" fmla="*/ 574154 w 3145538"/>
                <a:gd name="connsiteY38" fmla="*/ 2572298 h 2752726"/>
                <a:gd name="connsiteX39" fmla="*/ 624096 w 3145538"/>
                <a:gd name="connsiteY39" fmla="*/ 2672181 h 2752726"/>
                <a:gd name="connsiteX40" fmla="*/ 638325 w 3145538"/>
                <a:gd name="connsiteY40" fmla="*/ 2689427 h 2752726"/>
                <a:gd name="connsiteX41" fmla="*/ 714773 w 3145538"/>
                <a:gd name="connsiteY41" fmla="*/ 2740970 h 275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145538" h="2752726">
                  <a:moveTo>
                    <a:pt x="752645" y="2752726"/>
                  </a:moveTo>
                  <a:lnTo>
                    <a:pt x="864133" y="2752726"/>
                  </a:lnTo>
                  <a:lnTo>
                    <a:pt x="2281404" y="2752726"/>
                  </a:lnTo>
                  <a:lnTo>
                    <a:pt x="2392892" y="2752726"/>
                  </a:lnTo>
                  <a:lnTo>
                    <a:pt x="2430764" y="2740970"/>
                  </a:lnTo>
                  <a:cubicBezTo>
                    <a:pt x="2459538" y="2728799"/>
                    <a:pt x="2485451" y="2711189"/>
                    <a:pt x="2507212" y="2689427"/>
                  </a:cubicBezTo>
                  <a:lnTo>
                    <a:pt x="2521437" y="2672187"/>
                  </a:lnTo>
                  <a:lnTo>
                    <a:pt x="2571387" y="2572288"/>
                  </a:lnTo>
                  <a:lnTo>
                    <a:pt x="3098498" y="1518065"/>
                  </a:lnTo>
                  <a:lnTo>
                    <a:pt x="3133349" y="1448363"/>
                  </a:lnTo>
                  <a:lnTo>
                    <a:pt x="3140652" y="1424835"/>
                  </a:lnTo>
                  <a:cubicBezTo>
                    <a:pt x="3143856" y="1409179"/>
                    <a:pt x="3145538" y="1392968"/>
                    <a:pt x="3145538" y="1376365"/>
                  </a:cubicBezTo>
                  <a:lnTo>
                    <a:pt x="3145538" y="1376363"/>
                  </a:lnTo>
                  <a:lnTo>
                    <a:pt x="3145538" y="1376361"/>
                  </a:lnTo>
                  <a:cubicBezTo>
                    <a:pt x="3145538" y="1359758"/>
                    <a:pt x="3143856" y="1343547"/>
                    <a:pt x="3140652" y="1327891"/>
                  </a:cubicBezTo>
                  <a:lnTo>
                    <a:pt x="3133349" y="1304363"/>
                  </a:lnTo>
                  <a:lnTo>
                    <a:pt x="3098498" y="1234661"/>
                  </a:lnTo>
                  <a:lnTo>
                    <a:pt x="2571387" y="180438"/>
                  </a:lnTo>
                  <a:lnTo>
                    <a:pt x="2521437" y="80539"/>
                  </a:lnTo>
                  <a:lnTo>
                    <a:pt x="2507212" y="63299"/>
                  </a:lnTo>
                  <a:cubicBezTo>
                    <a:pt x="2485451" y="41537"/>
                    <a:pt x="2459538" y="23927"/>
                    <a:pt x="2430764" y="11756"/>
                  </a:cubicBezTo>
                  <a:lnTo>
                    <a:pt x="2392892" y="0"/>
                  </a:lnTo>
                  <a:lnTo>
                    <a:pt x="2281404" y="0"/>
                  </a:lnTo>
                  <a:lnTo>
                    <a:pt x="864133" y="0"/>
                  </a:lnTo>
                  <a:lnTo>
                    <a:pt x="752645" y="0"/>
                  </a:lnTo>
                  <a:lnTo>
                    <a:pt x="714773" y="11756"/>
                  </a:lnTo>
                  <a:cubicBezTo>
                    <a:pt x="685999" y="23927"/>
                    <a:pt x="660087" y="41537"/>
                    <a:pt x="638325" y="63299"/>
                  </a:cubicBezTo>
                  <a:lnTo>
                    <a:pt x="624096" y="80545"/>
                  </a:lnTo>
                  <a:lnTo>
                    <a:pt x="574154" y="180428"/>
                  </a:lnTo>
                  <a:lnTo>
                    <a:pt x="47033" y="1234670"/>
                  </a:lnTo>
                  <a:lnTo>
                    <a:pt x="12195" y="1304348"/>
                  </a:lnTo>
                  <a:lnTo>
                    <a:pt x="4886" y="1327891"/>
                  </a:lnTo>
                  <a:cubicBezTo>
                    <a:pt x="1683" y="1343547"/>
                    <a:pt x="0" y="1359758"/>
                    <a:pt x="0" y="1376361"/>
                  </a:cubicBezTo>
                  <a:lnTo>
                    <a:pt x="1" y="1376363"/>
                  </a:lnTo>
                  <a:lnTo>
                    <a:pt x="0" y="1376365"/>
                  </a:lnTo>
                  <a:cubicBezTo>
                    <a:pt x="0" y="1392968"/>
                    <a:pt x="1683" y="1409179"/>
                    <a:pt x="4886" y="1424835"/>
                  </a:cubicBezTo>
                  <a:lnTo>
                    <a:pt x="12195" y="1448378"/>
                  </a:lnTo>
                  <a:lnTo>
                    <a:pt x="47033" y="1518056"/>
                  </a:lnTo>
                  <a:lnTo>
                    <a:pt x="574154" y="2572298"/>
                  </a:lnTo>
                  <a:lnTo>
                    <a:pt x="624096" y="2672181"/>
                  </a:lnTo>
                  <a:lnTo>
                    <a:pt x="638325" y="2689427"/>
                  </a:lnTo>
                  <a:cubicBezTo>
                    <a:pt x="660087" y="2711189"/>
                    <a:pt x="685999" y="2728799"/>
                    <a:pt x="714773" y="2740970"/>
                  </a:cubicBezTo>
                  <a:close/>
                </a:path>
              </a:pathLst>
            </a:custGeom>
            <a:solidFill>
              <a:srgbClr val="3B3838"/>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pic>
          <p:nvPicPr>
            <p:cNvPr id="6" name="Graphic 5" descr="Megaphone outline">
              <a:extLst>
                <a:ext uri="{FF2B5EF4-FFF2-40B4-BE49-F238E27FC236}">
                  <a16:creationId xmlns:a16="http://schemas.microsoft.com/office/drawing/2014/main" id="{C9A5714C-9976-3C2C-81C2-928132B7D6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53467" y="2972361"/>
              <a:ext cx="779330" cy="779330"/>
            </a:xfrm>
            <a:prstGeom prst="rect">
              <a:avLst/>
            </a:prstGeom>
          </p:spPr>
        </p:pic>
      </p:grpSp>
      <p:grpSp>
        <p:nvGrpSpPr>
          <p:cNvPr id="7" name="Group 6">
            <a:extLst>
              <a:ext uri="{FF2B5EF4-FFF2-40B4-BE49-F238E27FC236}">
                <a16:creationId xmlns:a16="http://schemas.microsoft.com/office/drawing/2014/main" id="{F4E99C6F-4404-9712-50F9-0A739BF78299}"/>
              </a:ext>
            </a:extLst>
          </p:cNvPr>
          <p:cNvGrpSpPr/>
          <p:nvPr/>
        </p:nvGrpSpPr>
        <p:grpSpPr>
          <a:xfrm>
            <a:off x="7465431" y="3482035"/>
            <a:ext cx="1366873" cy="1196180"/>
            <a:chOff x="7465431" y="4105028"/>
            <a:chExt cx="1366873" cy="1196180"/>
          </a:xfrm>
        </p:grpSpPr>
        <p:sp>
          <p:nvSpPr>
            <p:cNvPr id="8" name="Freeform: Shape 7">
              <a:extLst>
                <a:ext uri="{FF2B5EF4-FFF2-40B4-BE49-F238E27FC236}">
                  <a16:creationId xmlns:a16="http://schemas.microsoft.com/office/drawing/2014/main" id="{DE89B06A-E797-A166-3871-878460FD496B}"/>
                </a:ext>
              </a:extLst>
            </p:cNvPr>
            <p:cNvSpPr/>
            <p:nvPr/>
          </p:nvSpPr>
          <p:spPr>
            <a:xfrm flipH="1" flipV="1">
              <a:off x="7465431" y="4105028"/>
              <a:ext cx="1366873" cy="1196180"/>
            </a:xfrm>
            <a:custGeom>
              <a:avLst/>
              <a:gdLst>
                <a:gd name="connsiteX0" fmla="*/ 752645 w 3145538"/>
                <a:gd name="connsiteY0" fmla="*/ 2752726 h 2752726"/>
                <a:gd name="connsiteX1" fmla="*/ 864133 w 3145538"/>
                <a:gd name="connsiteY1" fmla="*/ 2752726 h 2752726"/>
                <a:gd name="connsiteX2" fmla="*/ 2281404 w 3145538"/>
                <a:gd name="connsiteY2" fmla="*/ 2752726 h 2752726"/>
                <a:gd name="connsiteX3" fmla="*/ 2392892 w 3145538"/>
                <a:gd name="connsiteY3" fmla="*/ 2752726 h 2752726"/>
                <a:gd name="connsiteX4" fmla="*/ 2430764 w 3145538"/>
                <a:gd name="connsiteY4" fmla="*/ 2740970 h 2752726"/>
                <a:gd name="connsiteX5" fmla="*/ 2507212 w 3145538"/>
                <a:gd name="connsiteY5" fmla="*/ 2689427 h 2752726"/>
                <a:gd name="connsiteX6" fmla="*/ 2521437 w 3145538"/>
                <a:gd name="connsiteY6" fmla="*/ 2672187 h 2752726"/>
                <a:gd name="connsiteX7" fmla="*/ 2571387 w 3145538"/>
                <a:gd name="connsiteY7" fmla="*/ 2572288 h 2752726"/>
                <a:gd name="connsiteX8" fmla="*/ 3098498 w 3145538"/>
                <a:gd name="connsiteY8" fmla="*/ 1518065 h 2752726"/>
                <a:gd name="connsiteX9" fmla="*/ 3133349 w 3145538"/>
                <a:gd name="connsiteY9" fmla="*/ 1448363 h 2752726"/>
                <a:gd name="connsiteX10" fmla="*/ 3140652 w 3145538"/>
                <a:gd name="connsiteY10" fmla="*/ 1424835 h 2752726"/>
                <a:gd name="connsiteX11" fmla="*/ 3145538 w 3145538"/>
                <a:gd name="connsiteY11" fmla="*/ 1376365 h 2752726"/>
                <a:gd name="connsiteX12" fmla="*/ 3145538 w 3145538"/>
                <a:gd name="connsiteY12" fmla="*/ 1376363 h 2752726"/>
                <a:gd name="connsiteX13" fmla="*/ 3145538 w 3145538"/>
                <a:gd name="connsiteY13" fmla="*/ 1376361 h 2752726"/>
                <a:gd name="connsiteX14" fmla="*/ 3140652 w 3145538"/>
                <a:gd name="connsiteY14" fmla="*/ 1327891 h 2752726"/>
                <a:gd name="connsiteX15" fmla="*/ 3133349 w 3145538"/>
                <a:gd name="connsiteY15" fmla="*/ 1304363 h 2752726"/>
                <a:gd name="connsiteX16" fmla="*/ 3098498 w 3145538"/>
                <a:gd name="connsiteY16" fmla="*/ 1234661 h 2752726"/>
                <a:gd name="connsiteX17" fmla="*/ 2571387 w 3145538"/>
                <a:gd name="connsiteY17" fmla="*/ 180438 h 2752726"/>
                <a:gd name="connsiteX18" fmla="*/ 2521437 w 3145538"/>
                <a:gd name="connsiteY18" fmla="*/ 80539 h 2752726"/>
                <a:gd name="connsiteX19" fmla="*/ 2507212 w 3145538"/>
                <a:gd name="connsiteY19" fmla="*/ 63299 h 2752726"/>
                <a:gd name="connsiteX20" fmla="*/ 2430764 w 3145538"/>
                <a:gd name="connsiteY20" fmla="*/ 11756 h 2752726"/>
                <a:gd name="connsiteX21" fmla="*/ 2392892 w 3145538"/>
                <a:gd name="connsiteY21" fmla="*/ 0 h 2752726"/>
                <a:gd name="connsiteX22" fmla="*/ 2281404 w 3145538"/>
                <a:gd name="connsiteY22" fmla="*/ 0 h 2752726"/>
                <a:gd name="connsiteX23" fmla="*/ 864133 w 3145538"/>
                <a:gd name="connsiteY23" fmla="*/ 0 h 2752726"/>
                <a:gd name="connsiteX24" fmla="*/ 752645 w 3145538"/>
                <a:gd name="connsiteY24" fmla="*/ 0 h 2752726"/>
                <a:gd name="connsiteX25" fmla="*/ 714773 w 3145538"/>
                <a:gd name="connsiteY25" fmla="*/ 11756 h 2752726"/>
                <a:gd name="connsiteX26" fmla="*/ 638325 w 3145538"/>
                <a:gd name="connsiteY26" fmla="*/ 63299 h 2752726"/>
                <a:gd name="connsiteX27" fmla="*/ 624096 w 3145538"/>
                <a:gd name="connsiteY27" fmla="*/ 80545 h 2752726"/>
                <a:gd name="connsiteX28" fmla="*/ 574154 w 3145538"/>
                <a:gd name="connsiteY28" fmla="*/ 180428 h 2752726"/>
                <a:gd name="connsiteX29" fmla="*/ 47033 w 3145538"/>
                <a:gd name="connsiteY29" fmla="*/ 1234670 h 2752726"/>
                <a:gd name="connsiteX30" fmla="*/ 12195 w 3145538"/>
                <a:gd name="connsiteY30" fmla="*/ 1304348 h 2752726"/>
                <a:gd name="connsiteX31" fmla="*/ 4886 w 3145538"/>
                <a:gd name="connsiteY31" fmla="*/ 1327891 h 2752726"/>
                <a:gd name="connsiteX32" fmla="*/ 0 w 3145538"/>
                <a:gd name="connsiteY32" fmla="*/ 1376361 h 2752726"/>
                <a:gd name="connsiteX33" fmla="*/ 1 w 3145538"/>
                <a:gd name="connsiteY33" fmla="*/ 1376363 h 2752726"/>
                <a:gd name="connsiteX34" fmla="*/ 0 w 3145538"/>
                <a:gd name="connsiteY34" fmla="*/ 1376365 h 2752726"/>
                <a:gd name="connsiteX35" fmla="*/ 4886 w 3145538"/>
                <a:gd name="connsiteY35" fmla="*/ 1424835 h 2752726"/>
                <a:gd name="connsiteX36" fmla="*/ 12195 w 3145538"/>
                <a:gd name="connsiteY36" fmla="*/ 1448378 h 2752726"/>
                <a:gd name="connsiteX37" fmla="*/ 47033 w 3145538"/>
                <a:gd name="connsiteY37" fmla="*/ 1518056 h 2752726"/>
                <a:gd name="connsiteX38" fmla="*/ 574154 w 3145538"/>
                <a:gd name="connsiteY38" fmla="*/ 2572298 h 2752726"/>
                <a:gd name="connsiteX39" fmla="*/ 624096 w 3145538"/>
                <a:gd name="connsiteY39" fmla="*/ 2672181 h 2752726"/>
                <a:gd name="connsiteX40" fmla="*/ 638325 w 3145538"/>
                <a:gd name="connsiteY40" fmla="*/ 2689427 h 2752726"/>
                <a:gd name="connsiteX41" fmla="*/ 714773 w 3145538"/>
                <a:gd name="connsiteY41" fmla="*/ 2740970 h 275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145538" h="2752726">
                  <a:moveTo>
                    <a:pt x="752645" y="2752726"/>
                  </a:moveTo>
                  <a:lnTo>
                    <a:pt x="864133" y="2752726"/>
                  </a:lnTo>
                  <a:lnTo>
                    <a:pt x="2281404" y="2752726"/>
                  </a:lnTo>
                  <a:lnTo>
                    <a:pt x="2392892" y="2752726"/>
                  </a:lnTo>
                  <a:lnTo>
                    <a:pt x="2430764" y="2740970"/>
                  </a:lnTo>
                  <a:cubicBezTo>
                    <a:pt x="2459538" y="2728799"/>
                    <a:pt x="2485451" y="2711189"/>
                    <a:pt x="2507212" y="2689427"/>
                  </a:cubicBezTo>
                  <a:lnTo>
                    <a:pt x="2521437" y="2672187"/>
                  </a:lnTo>
                  <a:lnTo>
                    <a:pt x="2571387" y="2572288"/>
                  </a:lnTo>
                  <a:lnTo>
                    <a:pt x="3098498" y="1518065"/>
                  </a:lnTo>
                  <a:lnTo>
                    <a:pt x="3133349" y="1448363"/>
                  </a:lnTo>
                  <a:lnTo>
                    <a:pt x="3140652" y="1424835"/>
                  </a:lnTo>
                  <a:cubicBezTo>
                    <a:pt x="3143856" y="1409179"/>
                    <a:pt x="3145538" y="1392968"/>
                    <a:pt x="3145538" y="1376365"/>
                  </a:cubicBezTo>
                  <a:lnTo>
                    <a:pt x="3145538" y="1376363"/>
                  </a:lnTo>
                  <a:lnTo>
                    <a:pt x="3145538" y="1376361"/>
                  </a:lnTo>
                  <a:cubicBezTo>
                    <a:pt x="3145538" y="1359758"/>
                    <a:pt x="3143856" y="1343547"/>
                    <a:pt x="3140652" y="1327891"/>
                  </a:cubicBezTo>
                  <a:lnTo>
                    <a:pt x="3133349" y="1304363"/>
                  </a:lnTo>
                  <a:lnTo>
                    <a:pt x="3098498" y="1234661"/>
                  </a:lnTo>
                  <a:lnTo>
                    <a:pt x="2571387" y="180438"/>
                  </a:lnTo>
                  <a:lnTo>
                    <a:pt x="2521437" y="80539"/>
                  </a:lnTo>
                  <a:lnTo>
                    <a:pt x="2507212" y="63299"/>
                  </a:lnTo>
                  <a:cubicBezTo>
                    <a:pt x="2485451" y="41537"/>
                    <a:pt x="2459538" y="23927"/>
                    <a:pt x="2430764" y="11756"/>
                  </a:cubicBezTo>
                  <a:lnTo>
                    <a:pt x="2392892" y="0"/>
                  </a:lnTo>
                  <a:lnTo>
                    <a:pt x="2281404" y="0"/>
                  </a:lnTo>
                  <a:lnTo>
                    <a:pt x="864133" y="0"/>
                  </a:lnTo>
                  <a:lnTo>
                    <a:pt x="752645" y="0"/>
                  </a:lnTo>
                  <a:lnTo>
                    <a:pt x="714773" y="11756"/>
                  </a:lnTo>
                  <a:cubicBezTo>
                    <a:pt x="685999" y="23927"/>
                    <a:pt x="660087" y="41537"/>
                    <a:pt x="638325" y="63299"/>
                  </a:cubicBezTo>
                  <a:lnTo>
                    <a:pt x="624096" y="80545"/>
                  </a:lnTo>
                  <a:lnTo>
                    <a:pt x="574154" y="180428"/>
                  </a:lnTo>
                  <a:lnTo>
                    <a:pt x="47033" y="1234670"/>
                  </a:lnTo>
                  <a:lnTo>
                    <a:pt x="12195" y="1304348"/>
                  </a:lnTo>
                  <a:lnTo>
                    <a:pt x="4886" y="1327891"/>
                  </a:lnTo>
                  <a:cubicBezTo>
                    <a:pt x="1683" y="1343547"/>
                    <a:pt x="0" y="1359758"/>
                    <a:pt x="0" y="1376361"/>
                  </a:cubicBezTo>
                  <a:lnTo>
                    <a:pt x="1" y="1376363"/>
                  </a:lnTo>
                  <a:lnTo>
                    <a:pt x="0" y="1376365"/>
                  </a:lnTo>
                  <a:cubicBezTo>
                    <a:pt x="0" y="1392968"/>
                    <a:pt x="1683" y="1409179"/>
                    <a:pt x="4886" y="1424835"/>
                  </a:cubicBezTo>
                  <a:lnTo>
                    <a:pt x="12195" y="1448378"/>
                  </a:lnTo>
                  <a:lnTo>
                    <a:pt x="47033" y="1518056"/>
                  </a:lnTo>
                  <a:lnTo>
                    <a:pt x="574154" y="2572298"/>
                  </a:lnTo>
                  <a:lnTo>
                    <a:pt x="624096" y="2672181"/>
                  </a:lnTo>
                  <a:lnTo>
                    <a:pt x="638325" y="2689427"/>
                  </a:lnTo>
                  <a:cubicBezTo>
                    <a:pt x="660087" y="2711189"/>
                    <a:pt x="685999" y="2728799"/>
                    <a:pt x="714773" y="2740970"/>
                  </a:cubicBezTo>
                  <a:close/>
                </a:path>
              </a:pathLst>
            </a:custGeom>
            <a:solidFill>
              <a:srgbClr val="D61A3B"/>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dirty="0"/>
            </a:p>
          </p:txBody>
        </p:sp>
        <p:grpSp>
          <p:nvGrpSpPr>
            <p:cNvPr id="9" name="Group 8">
              <a:extLst>
                <a:ext uri="{FF2B5EF4-FFF2-40B4-BE49-F238E27FC236}">
                  <a16:creationId xmlns:a16="http://schemas.microsoft.com/office/drawing/2014/main" id="{B29505C2-2E82-46F9-3C60-326C559CC497}"/>
                </a:ext>
              </a:extLst>
            </p:cNvPr>
            <p:cNvGrpSpPr/>
            <p:nvPr/>
          </p:nvGrpSpPr>
          <p:grpSpPr>
            <a:xfrm>
              <a:off x="7752184" y="4306435"/>
              <a:ext cx="793366" cy="793366"/>
              <a:chOff x="7752184" y="4306435"/>
              <a:chExt cx="793366" cy="793366"/>
            </a:xfrm>
          </p:grpSpPr>
          <p:pic>
            <p:nvPicPr>
              <p:cNvPr id="10" name="Graphic 9" descr="Signpost outline">
                <a:extLst>
                  <a:ext uri="{FF2B5EF4-FFF2-40B4-BE49-F238E27FC236}">
                    <a16:creationId xmlns:a16="http://schemas.microsoft.com/office/drawing/2014/main" id="{47DDC5CF-0AD2-F797-114A-6BECB8EC3D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87264" y="4341515"/>
                <a:ext cx="723206" cy="723206"/>
              </a:xfrm>
              <a:prstGeom prst="rect">
                <a:avLst/>
              </a:prstGeom>
            </p:spPr>
          </p:pic>
          <p:pic>
            <p:nvPicPr>
              <p:cNvPr id="11" name="Graphic 10" descr="Close outline">
                <a:extLst>
                  <a:ext uri="{FF2B5EF4-FFF2-40B4-BE49-F238E27FC236}">
                    <a16:creationId xmlns:a16="http://schemas.microsoft.com/office/drawing/2014/main" id="{558BDC96-FDE0-00D1-32D9-6C529837F4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52184" y="4306435"/>
                <a:ext cx="793366" cy="793366"/>
              </a:xfrm>
              <a:prstGeom prst="rect">
                <a:avLst/>
              </a:prstGeom>
            </p:spPr>
          </p:pic>
        </p:grpSp>
      </p:grpSp>
    </p:spTree>
    <p:custDataLst>
      <p:tags r:id="rId1"/>
    </p:custDataLst>
    <p:extLst>
      <p:ext uri="{BB962C8B-B14F-4D97-AF65-F5344CB8AC3E}">
        <p14:creationId xmlns:p14="http://schemas.microsoft.com/office/powerpoint/2010/main" val="2207178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500"/>
                            </p:stCondLst>
                            <p:childTnLst>
                              <p:par>
                                <p:cTn id="18" presetID="22" presetClass="entr" presetSubtype="2"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right)">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5F6BD310-36C3-9676-22A1-E1771B5921B4}"/>
              </a:ext>
            </a:extLst>
          </p:cNvPr>
          <p:cNvSpPr>
            <a:spLocks noGrp="1" noChangeArrowheads="1"/>
          </p:cNvSpPr>
          <p:nvPr>
            <p:ph type="title"/>
          </p:nvPr>
        </p:nvSpPr>
        <p:spPr bwMode="auto">
          <a:xfrm>
            <a:off x="723900" y="114300"/>
            <a:ext cx="9034463" cy="527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r>
              <a:rPr lang="en-MY" altLang="en-US"/>
              <a:t>PAX 05.07.07   PASSENGER ACCEPTANCE</a:t>
            </a:r>
          </a:p>
        </p:txBody>
      </p:sp>
      <p:sp>
        <p:nvSpPr>
          <p:cNvPr id="110595" name="Text Placeholder 5">
            <a:extLst>
              <a:ext uri="{FF2B5EF4-FFF2-40B4-BE49-F238E27FC236}">
                <a16:creationId xmlns:a16="http://schemas.microsoft.com/office/drawing/2014/main" id="{ABC910C0-965D-168D-B8CA-29458A4B3627}"/>
              </a:ext>
            </a:extLst>
          </p:cNvPr>
          <p:cNvSpPr>
            <a:spLocks noGrp="1" noChangeArrowheads="1"/>
          </p:cNvSpPr>
          <p:nvPr>
            <p:ph type="body" sz="quarter" idx="14"/>
          </p:nvPr>
        </p:nvSpPr>
        <p:spPr bwMode="auto">
          <a:xfrm>
            <a:off x="723900" y="584200"/>
            <a:ext cx="5372100" cy="44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MY" altLang="en-US"/>
              <a:t>Special/Non-Standard Load</a:t>
            </a:r>
          </a:p>
        </p:txBody>
      </p:sp>
      <p:pic>
        <p:nvPicPr>
          <p:cNvPr id="110596" name="Picture 3" descr="A blue and black rectangle&#10;&#10;AI-generated content may be incorrect.">
            <a:extLst>
              <a:ext uri="{FF2B5EF4-FFF2-40B4-BE49-F238E27FC236}">
                <a16:creationId xmlns:a16="http://schemas.microsoft.com/office/drawing/2014/main" id="{87051241-4DD6-CA50-52D2-FC5EFA7E17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225" y="1335088"/>
            <a:ext cx="7747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rapezoid 20">
            <a:extLst>
              <a:ext uri="{FF2B5EF4-FFF2-40B4-BE49-F238E27FC236}">
                <a16:creationId xmlns:a16="http://schemas.microsoft.com/office/drawing/2014/main" id="{16865B2D-7278-2539-0C57-EE8C65E055DB}"/>
              </a:ext>
            </a:extLst>
          </p:cNvPr>
          <p:cNvSpPr/>
          <p:nvPr/>
        </p:nvSpPr>
        <p:spPr bwMode="auto">
          <a:xfrm rot="5400000">
            <a:off x="2649729" y="2397316"/>
            <a:ext cx="3722687" cy="3169857"/>
          </a:xfrm>
          <a:prstGeom prst="trapezoid">
            <a:avLst/>
          </a:prstGeom>
          <a:gradFill>
            <a:gsLst>
              <a:gs pos="0">
                <a:srgbClr val="1E88C9"/>
              </a:gs>
              <a:gs pos="100000">
                <a:srgbClr val="13588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vert="vert270" tIns="46800" bIns="468000" anchor="ctr"/>
          <a:lstStyle/>
          <a:p>
            <a:pPr algn="ctr" eaLnBrk="1" fontAlgn="auto" hangingPunct="1">
              <a:spcBef>
                <a:spcPts val="0"/>
              </a:spcBef>
              <a:spcAft>
                <a:spcPts val="0"/>
              </a:spcAft>
              <a:defRPr/>
            </a:pPr>
            <a:r>
              <a:rPr lang="en-US" sz="2400" b="1" dirty="0">
                <a:latin typeface="Arial" panose="020B0604020202020204" pitchFamily="34" charset="0"/>
                <a:cs typeface="Arial" panose="020B0604020202020204" pitchFamily="34" charset="0"/>
              </a:rPr>
              <a:t>SPECIAL LOAD</a:t>
            </a:r>
          </a:p>
        </p:txBody>
      </p:sp>
      <p:sp>
        <p:nvSpPr>
          <p:cNvPr id="22" name="Rectangle 21">
            <a:extLst>
              <a:ext uri="{FF2B5EF4-FFF2-40B4-BE49-F238E27FC236}">
                <a16:creationId xmlns:a16="http://schemas.microsoft.com/office/drawing/2014/main" id="{A0D0A303-DD9A-0AEC-DC53-E51AEB23F5C1}"/>
              </a:ext>
            </a:extLst>
          </p:cNvPr>
          <p:cNvSpPr/>
          <p:nvPr/>
        </p:nvSpPr>
        <p:spPr bwMode="auto">
          <a:xfrm>
            <a:off x="0" y="2120900"/>
            <a:ext cx="2925763" cy="3722688"/>
          </a:xfrm>
          <a:prstGeom prst="rect">
            <a:avLst/>
          </a:pr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anchor="ctr"/>
          <a:lstStyle/>
          <a:p>
            <a:pPr eaLnBrk="1" fontAlgn="auto" hangingPunct="1">
              <a:spcBef>
                <a:spcPts val="0"/>
              </a:spcBef>
              <a:spcAft>
                <a:spcPts val="0"/>
              </a:spcAft>
              <a:defRPr/>
            </a:pPr>
            <a:r>
              <a:rPr lang="en-US" dirty="0">
                <a:latin typeface="Arial" panose="020B0604020202020204" pitchFamily="34" charset="0"/>
                <a:cs typeface="Arial" panose="020B0604020202020204" pitchFamily="34" charset="0"/>
              </a:rPr>
              <a:t>Any item, cargo, or passenger condition that deviates from normal operations and </a:t>
            </a:r>
            <a:r>
              <a:rPr lang="en-US" b="1" dirty="0">
                <a:latin typeface="Arial" panose="020B0604020202020204" pitchFamily="34" charset="0"/>
                <a:cs typeface="Arial" panose="020B0604020202020204" pitchFamily="34" charset="0"/>
              </a:rPr>
              <a:t>needs special handling, notification or loading procedures</a:t>
            </a:r>
            <a:r>
              <a:rPr lang="en-US" dirty="0">
                <a:latin typeface="Arial" panose="020B0604020202020204" pitchFamily="34" charset="0"/>
                <a:cs typeface="Arial" panose="020B0604020202020204" pitchFamily="34" charset="0"/>
              </a:rPr>
              <a:t>.</a:t>
            </a:r>
          </a:p>
        </p:txBody>
      </p:sp>
      <p:sp>
        <p:nvSpPr>
          <p:cNvPr id="24" name="Trapezoid 23">
            <a:extLst>
              <a:ext uri="{FF2B5EF4-FFF2-40B4-BE49-F238E27FC236}">
                <a16:creationId xmlns:a16="http://schemas.microsoft.com/office/drawing/2014/main" id="{0CC8BDFD-87DF-EC03-8C3B-7D553FB15B2D}"/>
              </a:ext>
            </a:extLst>
          </p:cNvPr>
          <p:cNvSpPr/>
          <p:nvPr/>
        </p:nvSpPr>
        <p:spPr bwMode="auto">
          <a:xfrm rot="16200000" flipH="1">
            <a:off x="5819775" y="2397125"/>
            <a:ext cx="3722688" cy="3170238"/>
          </a:xfrm>
          <a:prstGeom prst="trapezoid">
            <a:avLst/>
          </a:prstGeom>
          <a:gradFill>
            <a:gsLst>
              <a:gs pos="0">
                <a:srgbClr val="763972"/>
              </a:gs>
              <a:gs pos="100000">
                <a:srgbClr val="46224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vert="vert" lIns="90000" tIns="0" bIns="468000" anchor="ctr"/>
          <a:lstStyle/>
          <a:p>
            <a:pPr algn="ctr" eaLnBrk="1" fontAlgn="auto" hangingPunct="1">
              <a:spcBef>
                <a:spcPts val="0"/>
              </a:spcBef>
              <a:spcAft>
                <a:spcPts val="0"/>
              </a:spcAft>
              <a:defRPr/>
            </a:pPr>
            <a:r>
              <a:rPr lang="en-US" sz="2400" b="1" dirty="0">
                <a:latin typeface="Arial" panose="020B0604020202020204" pitchFamily="34" charset="0"/>
                <a:cs typeface="Arial" panose="020B0604020202020204" pitchFamily="34" charset="0"/>
              </a:rPr>
              <a:t>NON-STANDARD LOAD</a:t>
            </a:r>
          </a:p>
        </p:txBody>
      </p:sp>
      <p:sp>
        <p:nvSpPr>
          <p:cNvPr id="25" name="Rectangle 24">
            <a:extLst>
              <a:ext uri="{FF2B5EF4-FFF2-40B4-BE49-F238E27FC236}">
                <a16:creationId xmlns:a16="http://schemas.microsoft.com/office/drawing/2014/main" id="{9D788B9F-C996-1304-EF79-CAAA2BB48810}"/>
              </a:ext>
            </a:extLst>
          </p:cNvPr>
          <p:cNvSpPr/>
          <p:nvPr/>
        </p:nvSpPr>
        <p:spPr bwMode="auto">
          <a:xfrm flipH="1">
            <a:off x="9266238" y="2120900"/>
            <a:ext cx="2925762" cy="3722688"/>
          </a:xfrm>
          <a:prstGeom prst="rect">
            <a:avLst/>
          </a:prstGeom>
          <a:solidFill>
            <a:srgbClr val="76397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anchor="ctr"/>
          <a:lstStyle/>
          <a:p>
            <a:pPr eaLnBrk="1" fontAlgn="auto" hangingPunct="1">
              <a:spcBef>
                <a:spcPts val="0"/>
              </a:spcBef>
              <a:spcAft>
                <a:spcPts val="0"/>
              </a:spcAft>
              <a:defRPr/>
            </a:pPr>
            <a:r>
              <a:rPr lang="en-US" dirty="0">
                <a:latin typeface="Arial" panose="020B0604020202020204" pitchFamily="34" charset="0"/>
                <a:cs typeface="Arial" panose="020B0604020202020204" pitchFamily="34" charset="0"/>
              </a:rPr>
              <a:t>These passengers require </a:t>
            </a:r>
            <a:r>
              <a:rPr lang="en-US" b="1" dirty="0">
                <a:latin typeface="Arial" panose="020B0604020202020204" pitchFamily="34" charset="0"/>
                <a:cs typeface="Arial" panose="020B0604020202020204" pitchFamily="34" charset="0"/>
              </a:rPr>
              <a:t>special handling</a:t>
            </a:r>
            <a:r>
              <a:rPr lang="en-US" dirty="0">
                <a:latin typeface="Arial" panose="020B0604020202020204" pitchFamily="34" charset="0"/>
                <a:cs typeface="Arial" panose="020B0604020202020204" pitchFamily="34" charset="0"/>
              </a:rPr>
              <a:t> or attention due to specific conditions, requests or circumstances. Non-standard loads are categorized according to their </a:t>
            </a:r>
            <a:r>
              <a:rPr lang="en-US" b="1" dirty="0">
                <a:latin typeface="Arial" panose="020B0604020202020204" pitchFamily="34" charset="0"/>
                <a:cs typeface="Arial" panose="020B0604020202020204" pitchFamily="34" charset="0"/>
              </a:rPr>
              <a:t>special service request (SSR) codes</a:t>
            </a:r>
            <a:r>
              <a:rPr lang="en-US" dirty="0">
                <a:latin typeface="Arial" panose="020B0604020202020204" pitchFamily="34" charset="0"/>
                <a:cs typeface="Arial" panose="020B0604020202020204" pitchFamily="34" charset="0"/>
              </a:rPr>
              <a:t>.</a:t>
            </a:r>
          </a:p>
        </p:txBody>
      </p:sp>
      <p:sp>
        <p:nvSpPr>
          <p:cNvPr id="3" name="Slide Number Placeholder 5">
            <a:extLst>
              <a:ext uri="{FF2B5EF4-FFF2-40B4-BE49-F238E27FC236}">
                <a16:creationId xmlns:a16="http://schemas.microsoft.com/office/drawing/2014/main" id="{186442B5-63E2-EC1E-9F9D-17A8A85BA57C}"/>
              </a:ext>
            </a:extLst>
          </p:cNvPr>
          <p:cNvSpPr>
            <a:spLocks noGrp="1" noChangeArrowheads="1"/>
          </p:cNvSpPr>
          <p:nvPr>
            <p:ph type="sldNum" sz="quarter" idx="15"/>
          </p:nvPr>
        </p:nvSpPr>
        <p:spPr bwMode="auto">
          <a:xfrm>
            <a:off x="182563" y="6370638"/>
            <a:ext cx="2092325" cy="409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marL="0" algn="l" defTabSz="914400" rtl="0" eaLnBrk="1" fontAlgn="auto" latinLnBrk="0" hangingPunct="1">
              <a:spcBef>
                <a:spcPts val="0"/>
              </a:spcBef>
              <a:spcAft>
                <a:spcPts val="0"/>
              </a:spcAft>
              <a:defRPr sz="1200" b="0" i="0" kern="1200">
                <a:solidFill>
                  <a:srgbClr val="073E60"/>
                </a:solidFill>
                <a:latin typeface="Gotham Book" panose="02000604040000020004" pitchFamily="2" charset="0"/>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r>
              <a:rPr lang="en-US"/>
              <a:t>Confidential | </a:t>
            </a:r>
            <a:fld id="{4357C438-9983-40E9-B72C-19C8684E2310}" type="slidenum">
              <a:rPr lang="en-US" smtClean="0"/>
              <a:pPr fontAlgn="base">
                <a:spcBef>
                  <a:spcPct val="0"/>
                </a:spcBef>
                <a:spcAft>
                  <a:spcPct val="0"/>
                </a:spcAft>
                <a:defRPr/>
              </a:pPr>
              <a:t>13</a:t>
            </a:fld>
            <a:endParaRPr lang="en-US" altLang="en-US" dirty="0">
              <a:solidFill>
                <a:srgbClr val="073E60"/>
              </a:solidFill>
              <a:latin typeface="Arial" panose="020B0604020202020204" pitchFamily="34" charset="0"/>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3700"/>
                                  </p:stCondLst>
                                  <p:childTnLst>
                                    <p:set>
                                      <p:cBhvr>
                                        <p:cTn id="6" dur="1" fill="hold">
                                          <p:stCondLst>
                                            <p:cond delay="0"/>
                                          </p:stCondLst>
                                        </p:cTn>
                                        <p:tgtEl>
                                          <p:spTgt spid="21"/>
                                        </p:tgtEl>
                                        <p:attrNameLst>
                                          <p:attrName>style.visibility</p:attrName>
                                        </p:attrNameLst>
                                      </p:cBhvr>
                                      <p:to>
                                        <p:strVal val="visible"/>
                                      </p:to>
                                    </p:set>
                                    <p:animEffect transition="in" filter="wipe(right)">
                                      <p:cBhvr>
                                        <p:cTn id="7" dur="500"/>
                                        <p:tgtEl>
                                          <p:spTgt spid="21"/>
                                        </p:tgtEl>
                                      </p:cBhvr>
                                    </p:animEffect>
                                  </p:childTnLst>
                                </p:cTn>
                              </p:par>
                            </p:childTnLst>
                          </p:cTn>
                        </p:par>
                        <p:par>
                          <p:cTn id="8" fill="hold">
                            <p:stCondLst>
                              <p:cond delay="4200"/>
                            </p:stCondLst>
                            <p:childTnLst>
                              <p:par>
                                <p:cTn id="9" presetID="22" presetClass="entr" presetSubtype="8" fill="hold" grpId="0" nodeType="afterEffect">
                                  <p:stCondLst>
                                    <p:cond delay="25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par>
                                <p:cTn id="12" presetID="22" presetClass="entr" presetSubtype="2" fill="hold" grpId="0" nodeType="withEffect">
                                  <p:stCondLst>
                                    <p:cond delay="3600"/>
                                  </p:stCondLst>
                                  <p:childTnLst>
                                    <p:set>
                                      <p:cBhvr>
                                        <p:cTn id="13" dur="1" fill="hold">
                                          <p:stCondLst>
                                            <p:cond delay="0"/>
                                          </p:stCondLst>
                                        </p:cTn>
                                        <p:tgtEl>
                                          <p:spTgt spid="22"/>
                                        </p:tgtEl>
                                        <p:attrNameLst>
                                          <p:attrName>style.visibility</p:attrName>
                                        </p:attrNameLst>
                                      </p:cBhvr>
                                      <p:to>
                                        <p:strVal val="visible"/>
                                      </p:to>
                                    </p:set>
                                    <p:animEffect transition="in" filter="wipe(right)">
                                      <p:cBhvr>
                                        <p:cTn id="14" dur="500"/>
                                        <p:tgtEl>
                                          <p:spTgt spid="22"/>
                                        </p:tgtEl>
                                      </p:cBhvr>
                                    </p:animEffect>
                                  </p:childTnLst>
                                </p:cTn>
                              </p:par>
                              <p:par>
                                <p:cTn id="15" presetID="22" presetClass="entr" presetSubtype="8" fill="hold" grpId="0" nodeType="withEffect">
                                  <p:stCondLst>
                                    <p:cond delay="360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4EEAF-FFC6-994E-75A9-8AE25D5BC4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EC46BC8-A729-40AB-662C-0CCDCBA380C3}"/>
              </a:ext>
            </a:extLst>
          </p:cNvPr>
          <p:cNvSpPr>
            <a:spLocks noGrp="1"/>
          </p:cNvSpPr>
          <p:nvPr>
            <p:ph type="body" sz="quarter" idx="10"/>
          </p:nvPr>
        </p:nvSpPr>
        <p:spPr/>
        <p:txBody>
          <a:bodyPr>
            <a:normAutofit fontScale="92500" lnSpcReduction="10000"/>
          </a:bodyPr>
          <a:lstStyle/>
          <a:p>
            <a:r>
              <a:rPr lang="en-US" dirty="0"/>
              <a:t>Pricing </a:t>
            </a:r>
          </a:p>
        </p:txBody>
      </p:sp>
      <p:grpSp>
        <p:nvGrpSpPr>
          <p:cNvPr id="3" name="Group 2">
            <a:extLst>
              <a:ext uri="{FF2B5EF4-FFF2-40B4-BE49-F238E27FC236}">
                <a16:creationId xmlns:a16="http://schemas.microsoft.com/office/drawing/2014/main" id="{E72C2234-4BA0-AF7B-A05C-96D1DCA968AE}"/>
              </a:ext>
            </a:extLst>
          </p:cNvPr>
          <p:cNvGrpSpPr/>
          <p:nvPr/>
        </p:nvGrpSpPr>
        <p:grpSpPr>
          <a:xfrm>
            <a:off x="1401558" y="1638677"/>
            <a:ext cx="2831870" cy="4239339"/>
            <a:chOff x="1401558" y="1638677"/>
            <a:chExt cx="2831870" cy="4239339"/>
          </a:xfrm>
        </p:grpSpPr>
        <p:sp>
          <p:nvSpPr>
            <p:cNvPr id="14" name="Rectangle: Rounded Corners 13">
              <a:extLst>
                <a:ext uri="{FF2B5EF4-FFF2-40B4-BE49-F238E27FC236}">
                  <a16:creationId xmlns:a16="http://schemas.microsoft.com/office/drawing/2014/main" id="{E666B04C-58FF-1894-59F4-2BDE693DAF6D}"/>
                </a:ext>
              </a:extLst>
            </p:cNvPr>
            <p:cNvSpPr/>
            <p:nvPr/>
          </p:nvSpPr>
          <p:spPr>
            <a:xfrm>
              <a:off x="1401558" y="1808568"/>
              <a:ext cx="2831870" cy="4069448"/>
            </a:xfrm>
            <a:prstGeom prst="roundRect">
              <a:avLst>
                <a:gd name="adj" fmla="val 0"/>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latin typeface="Tahoma" panose="020B0604030504040204" pitchFamily="34" charset="0"/>
                <a:ea typeface="Tahoma" panose="020B0604030504040204" pitchFamily="34" charset="0"/>
                <a:cs typeface="Tahoma" panose="020B0604030504040204" pitchFamily="34" charset="0"/>
              </a:endParaRPr>
            </a:p>
          </p:txBody>
        </p:sp>
        <p:grpSp>
          <p:nvGrpSpPr>
            <p:cNvPr id="66" name="Group 65">
              <a:extLst>
                <a:ext uri="{FF2B5EF4-FFF2-40B4-BE49-F238E27FC236}">
                  <a16:creationId xmlns:a16="http://schemas.microsoft.com/office/drawing/2014/main" id="{9CEC1D97-59BB-0055-CEE2-8388E725F981}"/>
                </a:ext>
              </a:extLst>
            </p:cNvPr>
            <p:cNvGrpSpPr/>
            <p:nvPr/>
          </p:nvGrpSpPr>
          <p:grpSpPr>
            <a:xfrm>
              <a:off x="1401558" y="1638677"/>
              <a:ext cx="2831870" cy="1111945"/>
              <a:chOff x="1401558" y="1638677"/>
              <a:chExt cx="2831870" cy="1111945"/>
            </a:xfrm>
          </p:grpSpPr>
          <p:grpSp>
            <p:nvGrpSpPr>
              <p:cNvPr id="65" name="Group 64">
                <a:extLst>
                  <a:ext uri="{FF2B5EF4-FFF2-40B4-BE49-F238E27FC236}">
                    <a16:creationId xmlns:a16="http://schemas.microsoft.com/office/drawing/2014/main" id="{E161108B-171C-40F7-21B2-F7A3FE43ECCE}"/>
                  </a:ext>
                </a:extLst>
              </p:cNvPr>
              <p:cNvGrpSpPr/>
              <p:nvPr/>
            </p:nvGrpSpPr>
            <p:grpSpPr>
              <a:xfrm>
                <a:off x="1401558" y="1638677"/>
                <a:ext cx="2831870" cy="1111945"/>
                <a:chOff x="1401558" y="1638677"/>
                <a:chExt cx="2831870" cy="1111945"/>
              </a:xfrm>
            </p:grpSpPr>
            <p:sp>
              <p:nvSpPr>
                <p:cNvPr id="60" name="Trapezoid 59">
                  <a:extLst>
                    <a:ext uri="{FF2B5EF4-FFF2-40B4-BE49-F238E27FC236}">
                      <a16:creationId xmlns:a16="http://schemas.microsoft.com/office/drawing/2014/main" id="{75C6626E-83D2-F447-E793-09DE818244B7}"/>
                    </a:ext>
                  </a:extLst>
                </p:cNvPr>
                <p:cNvSpPr/>
                <p:nvPr/>
              </p:nvSpPr>
              <p:spPr>
                <a:xfrm>
                  <a:off x="1401558" y="1638677"/>
                  <a:ext cx="2831870" cy="169837"/>
                </a:xfrm>
                <a:prstGeom prst="trapezoid">
                  <a:avLst>
                    <a:gd name="adj" fmla="val 84533"/>
                  </a:avLst>
                </a:prstGeom>
                <a:solidFill>
                  <a:srgbClr val="595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B1F73AD-72E4-3F66-994F-C3B1F9D66E79}"/>
                    </a:ext>
                  </a:extLst>
                </p:cNvPr>
                <p:cNvSpPr/>
                <p:nvPr/>
              </p:nvSpPr>
              <p:spPr>
                <a:xfrm rot="5400000" flipV="1">
                  <a:off x="2262299" y="930098"/>
                  <a:ext cx="1110388" cy="2530659"/>
                </a:xfrm>
                <a:custGeom>
                  <a:avLst/>
                  <a:gdLst>
                    <a:gd name="csX0" fmla="*/ 0 w 1494576"/>
                    <a:gd name="csY0" fmla="*/ 0 h 2752726"/>
                    <a:gd name="csX1" fmla="*/ 0 w 1494576"/>
                    <a:gd name="csY1" fmla="*/ 2752726 h 2752726"/>
                    <a:gd name="csX2" fmla="*/ 869030 w 1494576"/>
                    <a:gd name="csY2" fmla="*/ 2752726 h 2752726"/>
                    <a:gd name="csX3" fmla="*/ 949736 w 1494576"/>
                    <a:gd name="csY3" fmla="*/ 2752726 h 2752726"/>
                    <a:gd name="csX4" fmla="*/ 977151 w 1494576"/>
                    <a:gd name="csY4" fmla="*/ 2740970 h 2752726"/>
                    <a:gd name="csX5" fmla="*/ 1032492 w 1494576"/>
                    <a:gd name="csY5" fmla="*/ 2689427 h 2752726"/>
                    <a:gd name="csX6" fmla="*/ 1042790 w 1494576"/>
                    <a:gd name="csY6" fmla="*/ 2672187 h 2752726"/>
                    <a:gd name="csX7" fmla="*/ 1078948 w 1494576"/>
                    <a:gd name="csY7" fmla="*/ 2572288 h 2752726"/>
                    <a:gd name="csX8" fmla="*/ 1460524 w 1494576"/>
                    <a:gd name="csY8" fmla="*/ 1518065 h 2752726"/>
                    <a:gd name="csX9" fmla="*/ 1485753 w 1494576"/>
                    <a:gd name="csY9" fmla="*/ 1448363 h 2752726"/>
                    <a:gd name="csX10" fmla="*/ 1491039 w 1494576"/>
                    <a:gd name="csY10" fmla="*/ 1424835 h 2752726"/>
                    <a:gd name="csX11" fmla="*/ 1494576 w 1494576"/>
                    <a:gd name="csY11" fmla="*/ 1376365 h 2752726"/>
                    <a:gd name="csX12" fmla="*/ 1494576 w 1494576"/>
                    <a:gd name="csY12" fmla="*/ 1376363 h 2752726"/>
                    <a:gd name="csX13" fmla="*/ 1494576 w 1494576"/>
                    <a:gd name="csY13" fmla="*/ 1376361 h 2752726"/>
                    <a:gd name="csX14" fmla="*/ 1491039 w 1494576"/>
                    <a:gd name="csY14" fmla="*/ 1327891 h 2752726"/>
                    <a:gd name="csX15" fmla="*/ 1485753 w 1494576"/>
                    <a:gd name="csY15" fmla="*/ 1304363 h 2752726"/>
                    <a:gd name="csX16" fmla="*/ 1460524 w 1494576"/>
                    <a:gd name="csY16" fmla="*/ 1234661 h 2752726"/>
                    <a:gd name="csX17" fmla="*/ 1078948 w 1494576"/>
                    <a:gd name="csY17" fmla="*/ 180438 h 2752726"/>
                    <a:gd name="csX18" fmla="*/ 1042790 w 1494576"/>
                    <a:gd name="csY18" fmla="*/ 80539 h 2752726"/>
                    <a:gd name="csX19" fmla="*/ 1032492 w 1494576"/>
                    <a:gd name="csY19" fmla="*/ 63299 h 2752726"/>
                    <a:gd name="csX20" fmla="*/ 977151 w 1494576"/>
                    <a:gd name="csY20" fmla="*/ 11756 h 2752726"/>
                    <a:gd name="csX21" fmla="*/ 949736 w 1494576"/>
                    <a:gd name="csY21" fmla="*/ 0 h 2752726"/>
                    <a:gd name="csX22" fmla="*/ 869030 w 1494576"/>
                    <a:gd name="csY22" fmla="*/ 0 h 27527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494576" h="2752726">
                      <a:moveTo>
                        <a:pt x="0" y="0"/>
                      </a:moveTo>
                      <a:lnTo>
                        <a:pt x="0" y="2752726"/>
                      </a:lnTo>
                      <a:lnTo>
                        <a:pt x="869030" y="2752726"/>
                      </a:lnTo>
                      <a:lnTo>
                        <a:pt x="949736" y="2752726"/>
                      </a:lnTo>
                      <a:lnTo>
                        <a:pt x="977151" y="2740970"/>
                      </a:lnTo>
                      <a:cubicBezTo>
                        <a:pt x="997981" y="2728799"/>
                        <a:pt x="1016739" y="2711189"/>
                        <a:pt x="1032492" y="2689427"/>
                      </a:cubicBezTo>
                      <a:lnTo>
                        <a:pt x="1042790" y="2672187"/>
                      </a:lnTo>
                      <a:lnTo>
                        <a:pt x="1078948" y="2572288"/>
                      </a:lnTo>
                      <a:lnTo>
                        <a:pt x="1460524" y="1518065"/>
                      </a:lnTo>
                      <a:lnTo>
                        <a:pt x="1485753" y="1448363"/>
                      </a:lnTo>
                      <a:lnTo>
                        <a:pt x="1491039" y="1424835"/>
                      </a:lnTo>
                      <a:cubicBezTo>
                        <a:pt x="1493359" y="1409179"/>
                        <a:pt x="1494576" y="1392968"/>
                        <a:pt x="1494576" y="1376365"/>
                      </a:cubicBezTo>
                      <a:lnTo>
                        <a:pt x="1494576" y="1376363"/>
                      </a:lnTo>
                      <a:lnTo>
                        <a:pt x="1494576" y="1376361"/>
                      </a:lnTo>
                      <a:cubicBezTo>
                        <a:pt x="1494576" y="1359758"/>
                        <a:pt x="1493359" y="1343547"/>
                        <a:pt x="1491039" y="1327891"/>
                      </a:cubicBezTo>
                      <a:lnTo>
                        <a:pt x="1485753" y="1304363"/>
                      </a:lnTo>
                      <a:lnTo>
                        <a:pt x="1460524" y="1234661"/>
                      </a:lnTo>
                      <a:lnTo>
                        <a:pt x="1078948" y="180438"/>
                      </a:lnTo>
                      <a:lnTo>
                        <a:pt x="1042790" y="80539"/>
                      </a:lnTo>
                      <a:lnTo>
                        <a:pt x="1032492" y="63299"/>
                      </a:lnTo>
                      <a:cubicBezTo>
                        <a:pt x="1016739" y="41537"/>
                        <a:pt x="997981" y="23927"/>
                        <a:pt x="977151" y="11756"/>
                      </a:cubicBezTo>
                      <a:lnTo>
                        <a:pt x="949736" y="0"/>
                      </a:lnTo>
                      <a:lnTo>
                        <a:pt x="869030" y="0"/>
                      </a:lnTo>
                      <a:close/>
                    </a:path>
                  </a:pathLst>
                </a:custGeom>
                <a:solidFill>
                  <a:srgbClr val="93999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27" name="TextBox 26">
                <a:extLst>
                  <a:ext uri="{FF2B5EF4-FFF2-40B4-BE49-F238E27FC236}">
                    <a16:creationId xmlns:a16="http://schemas.microsoft.com/office/drawing/2014/main" id="{22911699-4BF8-022F-7401-B8F44E583317}"/>
                  </a:ext>
                </a:extLst>
              </p:cNvPr>
              <p:cNvSpPr txBox="1"/>
              <p:nvPr/>
            </p:nvSpPr>
            <p:spPr>
              <a:xfrm>
                <a:off x="1702768" y="1908803"/>
                <a:ext cx="2229452" cy="400110"/>
              </a:xfrm>
              <a:prstGeom prst="rect">
                <a:avLst/>
              </a:prstGeom>
              <a:noFill/>
            </p:spPr>
            <p:txBody>
              <a:bodyPr wrap="square" rtlCol="0">
                <a:spAutoFit/>
              </a:bodyPr>
              <a:lstStyle/>
              <a:p>
                <a:pPr algn="ctr"/>
                <a:r>
                  <a:rPr lang="en-US" sz="2000" b="1" dirty="0">
                    <a:solidFill>
                      <a:schemeClr val="bg1"/>
                    </a:solidFill>
                    <a:latin typeface="Tahoma" panose="020B0604030504040204" pitchFamily="34" charset="0"/>
                    <a:ea typeface="Tahoma" panose="020B0604030504040204" pitchFamily="34" charset="0"/>
                    <a:cs typeface="Tahoma" panose="020B0604030504040204" pitchFamily="34" charset="0"/>
                  </a:rPr>
                  <a:t>Basic</a:t>
                </a:r>
              </a:p>
            </p:txBody>
          </p:sp>
        </p:grpSp>
        <p:sp>
          <p:nvSpPr>
            <p:cNvPr id="31" name="TextBox 30">
              <a:extLst>
                <a:ext uri="{FF2B5EF4-FFF2-40B4-BE49-F238E27FC236}">
                  <a16:creationId xmlns:a16="http://schemas.microsoft.com/office/drawing/2014/main" id="{F53788D2-6D6B-335B-07CA-3EBB5A49A2D2}"/>
                </a:ext>
              </a:extLst>
            </p:cNvPr>
            <p:cNvSpPr txBox="1"/>
            <p:nvPr/>
          </p:nvSpPr>
          <p:spPr>
            <a:xfrm>
              <a:off x="1979293" y="3091014"/>
              <a:ext cx="1676400" cy="830997"/>
            </a:xfrm>
            <a:prstGeom prst="rect">
              <a:avLst/>
            </a:prstGeom>
            <a:noFill/>
          </p:spPr>
          <p:txBody>
            <a:bodyPr wrap="square" rtlCol="0">
              <a:spAutoFit/>
            </a:bodyPr>
            <a:lstStyle/>
            <a:p>
              <a:pPr algn="ctr"/>
              <a:r>
                <a:rPr lang="en-US" sz="4800" b="1" dirty="0"/>
                <a:t>$20</a:t>
              </a:r>
            </a:p>
          </p:txBody>
        </p:sp>
        <p:grpSp>
          <p:nvGrpSpPr>
            <p:cNvPr id="38" name="Group 37">
              <a:extLst>
                <a:ext uri="{FF2B5EF4-FFF2-40B4-BE49-F238E27FC236}">
                  <a16:creationId xmlns:a16="http://schemas.microsoft.com/office/drawing/2014/main" id="{94FA1721-D52E-98A9-D430-3C8C5B32BAE8}"/>
                </a:ext>
              </a:extLst>
            </p:cNvPr>
            <p:cNvGrpSpPr/>
            <p:nvPr/>
          </p:nvGrpSpPr>
          <p:grpSpPr>
            <a:xfrm>
              <a:off x="1702766" y="3923849"/>
              <a:ext cx="2229454" cy="1008159"/>
              <a:chOff x="1702766" y="3923849"/>
              <a:chExt cx="2229454" cy="1008159"/>
            </a:xfrm>
          </p:grpSpPr>
          <p:sp>
            <p:nvSpPr>
              <p:cNvPr id="34" name="TextBox 33">
                <a:extLst>
                  <a:ext uri="{FF2B5EF4-FFF2-40B4-BE49-F238E27FC236}">
                    <a16:creationId xmlns:a16="http://schemas.microsoft.com/office/drawing/2014/main" id="{B8E7772D-FECA-C3B7-C7CF-530711452938}"/>
                  </a:ext>
                </a:extLst>
              </p:cNvPr>
              <p:cNvSpPr txBox="1"/>
              <p:nvPr/>
            </p:nvSpPr>
            <p:spPr>
              <a:xfrm>
                <a:off x="1702766" y="3923849"/>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sp>
            <p:nvSpPr>
              <p:cNvPr id="35" name="TextBox 34">
                <a:extLst>
                  <a:ext uri="{FF2B5EF4-FFF2-40B4-BE49-F238E27FC236}">
                    <a16:creationId xmlns:a16="http://schemas.microsoft.com/office/drawing/2014/main" id="{EEFB256E-F8DB-4150-4F55-28E4853885CD}"/>
                  </a:ext>
                </a:extLst>
              </p:cNvPr>
              <p:cNvSpPr txBox="1"/>
              <p:nvPr/>
            </p:nvSpPr>
            <p:spPr>
              <a:xfrm>
                <a:off x="1702766" y="4147051"/>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sp>
            <p:nvSpPr>
              <p:cNvPr id="36" name="TextBox 35">
                <a:extLst>
                  <a:ext uri="{FF2B5EF4-FFF2-40B4-BE49-F238E27FC236}">
                    <a16:creationId xmlns:a16="http://schemas.microsoft.com/office/drawing/2014/main" id="{B7748F19-3A94-354F-550E-B55C4E4C3F47}"/>
                  </a:ext>
                </a:extLst>
              </p:cNvPr>
              <p:cNvSpPr txBox="1"/>
              <p:nvPr/>
            </p:nvSpPr>
            <p:spPr>
              <a:xfrm>
                <a:off x="1702766" y="4370253"/>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sp>
            <p:nvSpPr>
              <p:cNvPr id="37" name="TextBox 36">
                <a:extLst>
                  <a:ext uri="{FF2B5EF4-FFF2-40B4-BE49-F238E27FC236}">
                    <a16:creationId xmlns:a16="http://schemas.microsoft.com/office/drawing/2014/main" id="{F78B2E56-BDF6-CAD1-7BFF-996DBE932E43}"/>
                  </a:ext>
                </a:extLst>
              </p:cNvPr>
              <p:cNvSpPr txBox="1"/>
              <p:nvPr/>
            </p:nvSpPr>
            <p:spPr>
              <a:xfrm>
                <a:off x="1702766" y="4593454"/>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grpSp>
      </p:grpSp>
      <p:grpSp>
        <p:nvGrpSpPr>
          <p:cNvPr id="4" name="Group 3">
            <a:extLst>
              <a:ext uri="{FF2B5EF4-FFF2-40B4-BE49-F238E27FC236}">
                <a16:creationId xmlns:a16="http://schemas.microsoft.com/office/drawing/2014/main" id="{B848295F-DEC6-E93A-0AE9-B0BD647A256B}"/>
              </a:ext>
            </a:extLst>
          </p:cNvPr>
          <p:cNvGrpSpPr/>
          <p:nvPr/>
        </p:nvGrpSpPr>
        <p:grpSpPr>
          <a:xfrm>
            <a:off x="4680065" y="1638677"/>
            <a:ext cx="2831870" cy="4239339"/>
            <a:chOff x="4680065" y="1638677"/>
            <a:chExt cx="2831870" cy="4239339"/>
          </a:xfrm>
        </p:grpSpPr>
        <p:sp>
          <p:nvSpPr>
            <p:cNvPr id="6" name="Rectangle: Rounded Corners 5">
              <a:extLst>
                <a:ext uri="{FF2B5EF4-FFF2-40B4-BE49-F238E27FC236}">
                  <a16:creationId xmlns:a16="http://schemas.microsoft.com/office/drawing/2014/main" id="{30ADE73E-2854-BEE0-E9A6-D1822CD30530}"/>
                </a:ext>
              </a:extLst>
            </p:cNvPr>
            <p:cNvSpPr/>
            <p:nvPr/>
          </p:nvSpPr>
          <p:spPr>
            <a:xfrm>
              <a:off x="4680065" y="1808568"/>
              <a:ext cx="2831870" cy="4069448"/>
            </a:xfrm>
            <a:prstGeom prst="roundRect">
              <a:avLst>
                <a:gd name="adj" fmla="val 0"/>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latin typeface="Tahoma" panose="020B0604030504040204" pitchFamily="34" charset="0"/>
                <a:ea typeface="Tahoma" panose="020B0604030504040204" pitchFamily="34" charset="0"/>
                <a:cs typeface="Tahoma" panose="020B0604030504040204" pitchFamily="34" charset="0"/>
              </a:endParaRPr>
            </a:p>
          </p:txBody>
        </p:sp>
        <p:grpSp>
          <p:nvGrpSpPr>
            <p:cNvPr id="64" name="Group 63">
              <a:extLst>
                <a:ext uri="{FF2B5EF4-FFF2-40B4-BE49-F238E27FC236}">
                  <a16:creationId xmlns:a16="http://schemas.microsoft.com/office/drawing/2014/main" id="{8B7134E6-8CA8-7724-AA07-526EDA473438}"/>
                </a:ext>
              </a:extLst>
            </p:cNvPr>
            <p:cNvGrpSpPr/>
            <p:nvPr/>
          </p:nvGrpSpPr>
          <p:grpSpPr>
            <a:xfrm>
              <a:off x="4680065" y="1638677"/>
              <a:ext cx="2831870" cy="1111945"/>
              <a:chOff x="4680065" y="1638677"/>
              <a:chExt cx="2831870" cy="1111945"/>
            </a:xfrm>
          </p:grpSpPr>
          <p:grpSp>
            <p:nvGrpSpPr>
              <p:cNvPr id="63" name="Group 62">
                <a:extLst>
                  <a:ext uri="{FF2B5EF4-FFF2-40B4-BE49-F238E27FC236}">
                    <a16:creationId xmlns:a16="http://schemas.microsoft.com/office/drawing/2014/main" id="{F4911AEF-C1A8-735D-31D1-51EEF886DA47}"/>
                  </a:ext>
                </a:extLst>
              </p:cNvPr>
              <p:cNvGrpSpPr/>
              <p:nvPr/>
            </p:nvGrpSpPr>
            <p:grpSpPr>
              <a:xfrm>
                <a:off x="4680065" y="1638677"/>
                <a:ext cx="2831870" cy="1111945"/>
                <a:chOff x="4680065" y="1638677"/>
                <a:chExt cx="2831870" cy="1111945"/>
              </a:xfrm>
            </p:grpSpPr>
            <p:sp>
              <p:nvSpPr>
                <p:cNvPr id="13" name="Trapezoid 12">
                  <a:extLst>
                    <a:ext uri="{FF2B5EF4-FFF2-40B4-BE49-F238E27FC236}">
                      <a16:creationId xmlns:a16="http://schemas.microsoft.com/office/drawing/2014/main" id="{3004261C-18C2-4647-5A25-1F641C3ECF9B}"/>
                    </a:ext>
                  </a:extLst>
                </p:cNvPr>
                <p:cNvSpPr/>
                <p:nvPr/>
              </p:nvSpPr>
              <p:spPr>
                <a:xfrm>
                  <a:off x="4680065" y="1638677"/>
                  <a:ext cx="2831870" cy="169837"/>
                </a:xfrm>
                <a:prstGeom prst="trapezoid">
                  <a:avLst>
                    <a:gd name="adj" fmla="val 84533"/>
                  </a:avLst>
                </a:prstGeom>
                <a:solidFill>
                  <a:srgbClr val="202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963BB94-C86F-4580-28F2-C6B94D4304AB}"/>
                    </a:ext>
                  </a:extLst>
                </p:cNvPr>
                <p:cNvSpPr/>
                <p:nvPr/>
              </p:nvSpPr>
              <p:spPr>
                <a:xfrm rot="5400000" flipV="1">
                  <a:off x="5540806" y="930098"/>
                  <a:ext cx="1110388" cy="2530659"/>
                </a:xfrm>
                <a:custGeom>
                  <a:avLst/>
                  <a:gdLst>
                    <a:gd name="csX0" fmla="*/ 0 w 1494576"/>
                    <a:gd name="csY0" fmla="*/ 0 h 2752726"/>
                    <a:gd name="csX1" fmla="*/ 0 w 1494576"/>
                    <a:gd name="csY1" fmla="*/ 2752726 h 2752726"/>
                    <a:gd name="csX2" fmla="*/ 869030 w 1494576"/>
                    <a:gd name="csY2" fmla="*/ 2752726 h 2752726"/>
                    <a:gd name="csX3" fmla="*/ 949736 w 1494576"/>
                    <a:gd name="csY3" fmla="*/ 2752726 h 2752726"/>
                    <a:gd name="csX4" fmla="*/ 977151 w 1494576"/>
                    <a:gd name="csY4" fmla="*/ 2740970 h 2752726"/>
                    <a:gd name="csX5" fmla="*/ 1032492 w 1494576"/>
                    <a:gd name="csY5" fmla="*/ 2689427 h 2752726"/>
                    <a:gd name="csX6" fmla="*/ 1042790 w 1494576"/>
                    <a:gd name="csY6" fmla="*/ 2672187 h 2752726"/>
                    <a:gd name="csX7" fmla="*/ 1078948 w 1494576"/>
                    <a:gd name="csY7" fmla="*/ 2572288 h 2752726"/>
                    <a:gd name="csX8" fmla="*/ 1460524 w 1494576"/>
                    <a:gd name="csY8" fmla="*/ 1518065 h 2752726"/>
                    <a:gd name="csX9" fmla="*/ 1485753 w 1494576"/>
                    <a:gd name="csY9" fmla="*/ 1448363 h 2752726"/>
                    <a:gd name="csX10" fmla="*/ 1491039 w 1494576"/>
                    <a:gd name="csY10" fmla="*/ 1424835 h 2752726"/>
                    <a:gd name="csX11" fmla="*/ 1494576 w 1494576"/>
                    <a:gd name="csY11" fmla="*/ 1376365 h 2752726"/>
                    <a:gd name="csX12" fmla="*/ 1494576 w 1494576"/>
                    <a:gd name="csY12" fmla="*/ 1376363 h 2752726"/>
                    <a:gd name="csX13" fmla="*/ 1494576 w 1494576"/>
                    <a:gd name="csY13" fmla="*/ 1376361 h 2752726"/>
                    <a:gd name="csX14" fmla="*/ 1491039 w 1494576"/>
                    <a:gd name="csY14" fmla="*/ 1327891 h 2752726"/>
                    <a:gd name="csX15" fmla="*/ 1485753 w 1494576"/>
                    <a:gd name="csY15" fmla="*/ 1304363 h 2752726"/>
                    <a:gd name="csX16" fmla="*/ 1460524 w 1494576"/>
                    <a:gd name="csY16" fmla="*/ 1234661 h 2752726"/>
                    <a:gd name="csX17" fmla="*/ 1078948 w 1494576"/>
                    <a:gd name="csY17" fmla="*/ 180438 h 2752726"/>
                    <a:gd name="csX18" fmla="*/ 1042790 w 1494576"/>
                    <a:gd name="csY18" fmla="*/ 80539 h 2752726"/>
                    <a:gd name="csX19" fmla="*/ 1032492 w 1494576"/>
                    <a:gd name="csY19" fmla="*/ 63299 h 2752726"/>
                    <a:gd name="csX20" fmla="*/ 977151 w 1494576"/>
                    <a:gd name="csY20" fmla="*/ 11756 h 2752726"/>
                    <a:gd name="csX21" fmla="*/ 949736 w 1494576"/>
                    <a:gd name="csY21" fmla="*/ 0 h 2752726"/>
                    <a:gd name="csX22" fmla="*/ 869030 w 1494576"/>
                    <a:gd name="csY22" fmla="*/ 0 h 27527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494576" h="2752726">
                      <a:moveTo>
                        <a:pt x="0" y="0"/>
                      </a:moveTo>
                      <a:lnTo>
                        <a:pt x="0" y="2752726"/>
                      </a:lnTo>
                      <a:lnTo>
                        <a:pt x="869030" y="2752726"/>
                      </a:lnTo>
                      <a:lnTo>
                        <a:pt x="949736" y="2752726"/>
                      </a:lnTo>
                      <a:lnTo>
                        <a:pt x="977151" y="2740970"/>
                      </a:lnTo>
                      <a:cubicBezTo>
                        <a:pt x="997981" y="2728799"/>
                        <a:pt x="1016739" y="2711189"/>
                        <a:pt x="1032492" y="2689427"/>
                      </a:cubicBezTo>
                      <a:lnTo>
                        <a:pt x="1042790" y="2672187"/>
                      </a:lnTo>
                      <a:lnTo>
                        <a:pt x="1078948" y="2572288"/>
                      </a:lnTo>
                      <a:lnTo>
                        <a:pt x="1460524" y="1518065"/>
                      </a:lnTo>
                      <a:lnTo>
                        <a:pt x="1485753" y="1448363"/>
                      </a:lnTo>
                      <a:lnTo>
                        <a:pt x="1491039" y="1424835"/>
                      </a:lnTo>
                      <a:cubicBezTo>
                        <a:pt x="1493359" y="1409179"/>
                        <a:pt x="1494576" y="1392968"/>
                        <a:pt x="1494576" y="1376365"/>
                      </a:cubicBezTo>
                      <a:lnTo>
                        <a:pt x="1494576" y="1376363"/>
                      </a:lnTo>
                      <a:lnTo>
                        <a:pt x="1494576" y="1376361"/>
                      </a:lnTo>
                      <a:cubicBezTo>
                        <a:pt x="1494576" y="1359758"/>
                        <a:pt x="1493359" y="1343547"/>
                        <a:pt x="1491039" y="1327891"/>
                      </a:cubicBezTo>
                      <a:lnTo>
                        <a:pt x="1485753" y="1304363"/>
                      </a:lnTo>
                      <a:lnTo>
                        <a:pt x="1460524" y="1234661"/>
                      </a:lnTo>
                      <a:lnTo>
                        <a:pt x="1078948" y="180438"/>
                      </a:lnTo>
                      <a:lnTo>
                        <a:pt x="1042790" y="80539"/>
                      </a:lnTo>
                      <a:lnTo>
                        <a:pt x="1032492" y="63299"/>
                      </a:lnTo>
                      <a:cubicBezTo>
                        <a:pt x="1016739" y="41537"/>
                        <a:pt x="997981" y="23927"/>
                        <a:pt x="977151" y="11756"/>
                      </a:cubicBezTo>
                      <a:lnTo>
                        <a:pt x="949736" y="0"/>
                      </a:lnTo>
                      <a:lnTo>
                        <a:pt x="869030" y="0"/>
                      </a:lnTo>
                      <a:close/>
                    </a:path>
                  </a:pathLst>
                </a:custGeom>
                <a:solidFill>
                  <a:srgbClr val="4B50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dirty="0"/>
                </a:p>
              </p:txBody>
            </p:sp>
          </p:grpSp>
          <p:sp>
            <p:nvSpPr>
              <p:cNvPr id="25" name="TextBox 24">
                <a:extLst>
                  <a:ext uri="{FF2B5EF4-FFF2-40B4-BE49-F238E27FC236}">
                    <a16:creationId xmlns:a16="http://schemas.microsoft.com/office/drawing/2014/main" id="{2D2C9DA8-3E93-4847-4501-6DD985F326C3}"/>
                  </a:ext>
                </a:extLst>
              </p:cNvPr>
              <p:cNvSpPr txBox="1"/>
              <p:nvPr/>
            </p:nvSpPr>
            <p:spPr>
              <a:xfrm>
                <a:off x="4981274" y="1908803"/>
                <a:ext cx="2229452" cy="400110"/>
              </a:xfrm>
              <a:prstGeom prst="rect">
                <a:avLst/>
              </a:prstGeom>
              <a:noFill/>
            </p:spPr>
            <p:txBody>
              <a:bodyPr wrap="square" rtlCol="0">
                <a:spAutoFit/>
              </a:bodyPr>
              <a:lstStyle/>
              <a:p>
                <a:pPr algn="ctr"/>
                <a:r>
                  <a:rPr lang="en-US" sz="2000" b="1" dirty="0">
                    <a:solidFill>
                      <a:schemeClr val="bg1"/>
                    </a:solidFill>
                    <a:latin typeface="Tahoma" panose="020B0604030504040204" pitchFamily="34" charset="0"/>
                    <a:ea typeface="Tahoma" panose="020B0604030504040204" pitchFamily="34" charset="0"/>
                    <a:cs typeface="Tahoma" panose="020B0604030504040204" pitchFamily="34" charset="0"/>
                  </a:rPr>
                  <a:t>Standard</a:t>
                </a:r>
              </a:p>
            </p:txBody>
          </p:sp>
        </p:grpSp>
        <p:sp>
          <p:nvSpPr>
            <p:cNvPr id="32" name="TextBox 31">
              <a:extLst>
                <a:ext uri="{FF2B5EF4-FFF2-40B4-BE49-F238E27FC236}">
                  <a16:creationId xmlns:a16="http://schemas.microsoft.com/office/drawing/2014/main" id="{F61365B3-A063-58C2-8765-C10908EC702A}"/>
                </a:ext>
              </a:extLst>
            </p:cNvPr>
            <p:cNvSpPr txBox="1"/>
            <p:nvPr/>
          </p:nvSpPr>
          <p:spPr>
            <a:xfrm>
              <a:off x="5257800" y="3091014"/>
              <a:ext cx="1676400" cy="830997"/>
            </a:xfrm>
            <a:prstGeom prst="rect">
              <a:avLst/>
            </a:prstGeom>
            <a:noFill/>
          </p:spPr>
          <p:txBody>
            <a:bodyPr wrap="square" rtlCol="0">
              <a:spAutoFit/>
            </a:bodyPr>
            <a:lstStyle/>
            <a:p>
              <a:pPr algn="ctr"/>
              <a:r>
                <a:rPr lang="en-US" sz="4800" b="1" dirty="0"/>
                <a:t>$60</a:t>
              </a:r>
            </a:p>
          </p:txBody>
        </p:sp>
        <p:grpSp>
          <p:nvGrpSpPr>
            <p:cNvPr id="39" name="Group 38">
              <a:extLst>
                <a:ext uri="{FF2B5EF4-FFF2-40B4-BE49-F238E27FC236}">
                  <a16:creationId xmlns:a16="http://schemas.microsoft.com/office/drawing/2014/main" id="{0EDF610C-DAA6-A9A9-03CA-63BE7A82FF25}"/>
                </a:ext>
              </a:extLst>
            </p:cNvPr>
            <p:cNvGrpSpPr/>
            <p:nvPr/>
          </p:nvGrpSpPr>
          <p:grpSpPr>
            <a:xfrm>
              <a:off x="4981275" y="3923849"/>
              <a:ext cx="2229454" cy="1008159"/>
              <a:chOff x="1702766" y="3923849"/>
              <a:chExt cx="2229454" cy="1008159"/>
            </a:xfrm>
          </p:grpSpPr>
          <p:sp>
            <p:nvSpPr>
              <p:cNvPr id="40" name="TextBox 39">
                <a:extLst>
                  <a:ext uri="{FF2B5EF4-FFF2-40B4-BE49-F238E27FC236}">
                    <a16:creationId xmlns:a16="http://schemas.microsoft.com/office/drawing/2014/main" id="{B7F68357-CFDD-36A4-6708-C0457D65A01C}"/>
                  </a:ext>
                </a:extLst>
              </p:cNvPr>
              <p:cNvSpPr txBox="1"/>
              <p:nvPr/>
            </p:nvSpPr>
            <p:spPr>
              <a:xfrm>
                <a:off x="1702766" y="3923849"/>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sp>
            <p:nvSpPr>
              <p:cNvPr id="41" name="TextBox 40">
                <a:extLst>
                  <a:ext uri="{FF2B5EF4-FFF2-40B4-BE49-F238E27FC236}">
                    <a16:creationId xmlns:a16="http://schemas.microsoft.com/office/drawing/2014/main" id="{87AF196B-DF93-AEA9-E8D9-CA2C54887BEB}"/>
                  </a:ext>
                </a:extLst>
              </p:cNvPr>
              <p:cNvSpPr txBox="1"/>
              <p:nvPr/>
            </p:nvSpPr>
            <p:spPr>
              <a:xfrm>
                <a:off x="1702766" y="4147051"/>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sp>
            <p:nvSpPr>
              <p:cNvPr id="42" name="TextBox 41">
                <a:extLst>
                  <a:ext uri="{FF2B5EF4-FFF2-40B4-BE49-F238E27FC236}">
                    <a16:creationId xmlns:a16="http://schemas.microsoft.com/office/drawing/2014/main" id="{0712FC0F-CD91-F674-9D22-F3594C26A88F}"/>
                  </a:ext>
                </a:extLst>
              </p:cNvPr>
              <p:cNvSpPr txBox="1"/>
              <p:nvPr/>
            </p:nvSpPr>
            <p:spPr>
              <a:xfrm>
                <a:off x="1702766" y="4370253"/>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sp>
            <p:nvSpPr>
              <p:cNvPr id="43" name="TextBox 42">
                <a:extLst>
                  <a:ext uri="{FF2B5EF4-FFF2-40B4-BE49-F238E27FC236}">
                    <a16:creationId xmlns:a16="http://schemas.microsoft.com/office/drawing/2014/main" id="{AA1CF62D-F15E-54EF-3C4C-6982FED41BC2}"/>
                  </a:ext>
                </a:extLst>
              </p:cNvPr>
              <p:cNvSpPr txBox="1"/>
              <p:nvPr/>
            </p:nvSpPr>
            <p:spPr>
              <a:xfrm>
                <a:off x="1702766" y="4593454"/>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grpSp>
      </p:grpSp>
      <p:grpSp>
        <p:nvGrpSpPr>
          <p:cNvPr id="5" name="Group 4">
            <a:extLst>
              <a:ext uri="{FF2B5EF4-FFF2-40B4-BE49-F238E27FC236}">
                <a16:creationId xmlns:a16="http://schemas.microsoft.com/office/drawing/2014/main" id="{E5DAD9C2-C393-BDBA-0FD3-52D6EA10F301}"/>
              </a:ext>
            </a:extLst>
          </p:cNvPr>
          <p:cNvGrpSpPr/>
          <p:nvPr/>
        </p:nvGrpSpPr>
        <p:grpSpPr>
          <a:xfrm>
            <a:off x="7958572" y="1638677"/>
            <a:ext cx="2831870" cy="4239339"/>
            <a:chOff x="7958572" y="1638677"/>
            <a:chExt cx="2831870" cy="4239339"/>
          </a:xfrm>
        </p:grpSpPr>
        <p:sp>
          <p:nvSpPr>
            <p:cNvPr id="10" name="Rectangle: Rounded Corners 9">
              <a:extLst>
                <a:ext uri="{FF2B5EF4-FFF2-40B4-BE49-F238E27FC236}">
                  <a16:creationId xmlns:a16="http://schemas.microsoft.com/office/drawing/2014/main" id="{3287D9E0-BF21-B04E-8F77-83DA7A639EB1}"/>
                </a:ext>
              </a:extLst>
            </p:cNvPr>
            <p:cNvSpPr/>
            <p:nvPr/>
          </p:nvSpPr>
          <p:spPr>
            <a:xfrm>
              <a:off x="7958572" y="1808568"/>
              <a:ext cx="2831870" cy="4069448"/>
            </a:xfrm>
            <a:prstGeom prst="roundRect">
              <a:avLst>
                <a:gd name="adj" fmla="val 0"/>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latin typeface="Tahoma" panose="020B0604030504040204" pitchFamily="34" charset="0"/>
                <a:ea typeface="Tahoma" panose="020B0604030504040204" pitchFamily="34" charset="0"/>
                <a:cs typeface="Tahoma" panose="020B0604030504040204" pitchFamily="34" charset="0"/>
              </a:endParaRPr>
            </a:p>
          </p:txBody>
        </p:sp>
        <p:grpSp>
          <p:nvGrpSpPr>
            <p:cNvPr id="62" name="Group 61">
              <a:extLst>
                <a:ext uri="{FF2B5EF4-FFF2-40B4-BE49-F238E27FC236}">
                  <a16:creationId xmlns:a16="http://schemas.microsoft.com/office/drawing/2014/main" id="{B1F71C78-B3BB-DB7D-A66B-FFE128C315D8}"/>
                </a:ext>
              </a:extLst>
            </p:cNvPr>
            <p:cNvGrpSpPr/>
            <p:nvPr/>
          </p:nvGrpSpPr>
          <p:grpSpPr>
            <a:xfrm>
              <a:off x="7958572" y="1638677"/>
              <a:ext cx="2831870" cy="1111945"/>
              <a:chOff x="7958572" y="1638677"/>
              <a:chExt cx="2831870" cy="1111945"/>
            </a:xfrm>
          </p:grpSpPr>
          <p:grpSp>
            <p:nvGrpSpPr>
              <p:cNvPr id="61" name="Group 60">
                <a:extLst>
                  <a:ext uri="{FF2B5EF4-FFF2-40B4-BE49-F238E27FC236}">
                    <a16:creationId xmlns:a16="http://schemas.microsoft.com/office/drawing/2014/main" id="{61F223F5-7995-02EC-CC8F-CFB29D34B036}"/>
                  </a:ext>
                </a:extLst>
              </p:cNvPr>
              <p:cNvGrpSpPr/>
              <p:nvPr/>
            </p:nvGrpSpPr>
            <p:grpSpPr>
              <a:xfrm>
                <a:off x="7958572" y="1638677"/>
                <a:ext cx="2831870" cy="1111945"/>
                <a:chOff x="7958572" y="1638677"/>
                <a:chExt cx="2831870" cy="1111945"/>
              </a:xfrm>
            </p:grpSpPr>
            <p:sp>
              <p:nvSpPr>
                <p:cNvPr id="59" name="Trapezoid 58">
                  <a:extLst>
                    <a:ext uri="{FF2B5EF4-FFF2-40B4-BE49-F238E27FC236}">
                      <a16:creationId xmlns:a16="http://schemas.microsoft.com/office/drawing/2014/main" id="{1E1E926F-6E91-8FD6-D308-6797C7ADBA4D}"/>
                    </a:ext>
                  </a:extLst>
                </p:cNvPr>
                <p:cNvSpPr/>
                <p:nvPr/>
              </p:nvSpPr>
              <p:spPr>
                <a:xfrm>
                  <a:off x="7958572" y="1638677"/>
                  <a:ext cx="2831870" cy="169837"/>
                </a:xfrm>
                <a:prstGeom prst="trapezoid">
                  <a:avLst>
                    <a:gd name="adj" fmla="val 84533"/>
                  </a:avLst>
                </a:prstGeom>
                <a:solidFill>
                  <a:srgbClr val="670D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30670E35-65A1-C504-6B9F-1FC31DF1BAAA}"/>
                    </a:ext>
                  </a:extLst>
                </p:cNvPr>
                <p:cNvSpPr/>
                <p:nvPr/>
              </p:nvSpPr>
              <p:spPr>
                <a:xfrm rot="5400000" flipV="1">
                  <a:off x="8819313" y="930098"/>
                  <a:ext cx="1110388" cy="2530659"/>
                </a:xfrm>
                <a:custGeom>
                  <a:avLst/>
                  <a:gdLst>
                    <a:gd name="csX0" fmla="*/ 0 w 1494576"/>
                    <a:gd name="csY0" fmla="*/ 0 h 2752726"/>
                    <a:gd name="csX1" fmla="*/ 0 w 1494576"/>
                    <a:gd name="csY1" fmla="*/ 2752726 h 2752726"/>
                    <a:gd name="csX2" fmla="*/ 869030 w 1494576"/>
                    <a:gd name="csY2" fmla="*/ 2752726 h 2752726"/>
                    <a:gd name="csX3" fmla="*/ 949736 w 1494576"/>
                    <a:gd name="csY3" fmla="*/ 2752726 h 2752726"/>
                    <a:gd name="csX4" fmla="*/ 977151 w 1494576"/>
                    <a:gd name="csY4" fmla="*/ 2740970 h 2752726"/>
                    <a:gd name="csX5" fmla="*/ 1032492 w 1494576"/>
                    <a:gd name="csY5" fmla="*/ 2689427 h 2752726"/>
                    <a:gd name="csX6" fmla="*/ 1042790 w 1494576"/>
                    <a:gd name="csY6" fmla="*/ 2672187 h 2752726"/>
                    <a:gd name="csX7" fmla="*/ 1078948 w 1494576"/>
                    <a:gd name="csY7" fmla="*/ 2572288 h 2752726"/>
                    <a:gd name="csX8" fmla="*/ 1460524 w 1494576"/>
                    <a:gd name="csY8" fmla="*/ 1518065 h 2752726"/>
                    <a:gd name="csX9" fmla="*/ 1485753 w 1494576"/>
                    <a:gd name="csY9" fmla="*/ 1448363 h 2752726"/>
                    <a:gd name="csX10" fmla="*/ 1491039 w 1494576"/>
                    <a:gd name="csY10" fmla="*/ 1424835 h 2752726"/>
                    <a:gd name="csX11" fmla="*/ 1494576 w 1494576"/>
                    <a:gd name="csY11" fmla="*/ 1376365 h 2752726"/>
                    <a:gd name="csX12" fmla="*/ 1494576 w 1494576"/>
                    <a:gd name="csY12" fmla="*/ 1376363 h 2752726"/>
                    <a:gd name="csX13" fmla="*/ 1494576 w 1494576"/>
                    <a:gd name="csY13" fmla="*/ 1376361 h 2752726"/>
                    <a:gd name="csX14" fmla="*/ 1491039 w 1494576"/>
                    <a:gd name="csY14" fmla="*/ 1327891 h 2752726"/>
                    <a:gd name="csX15" fmla="*/ 1485753 w 1494576"/>
                    <a:gd name="csY15" fmla="*/ 1304363 h 2752726"/>
                    <a:gd name="csX16" fmla="*/ 1460524 w 1494576"/>
                    <a:gd name="csY16" fmla="*/ 1234661 h 2752726"/>
                    <a:gd name="csX17" fmla="*/ 1078948 w 1494576"/>
                    <a:gd name="csY17" fmla="*/ 180438 h 2752726"/>
                    <a:gd name="csX18" fmla="*/ 1042790 w 1494576"/>
                    <a:gd name="csY18" fmla="*/ 80539 h 2752726"/>
                    <a:gd name="csX19" fmla="*/ 1032492 w 1494576"/>
                    <a:gd name="csY19" fmla="*/ 63299 h 2752726"/>
                    <a:gd name="csX20" fmla="*/ 977151 w 1494576"/>
                    <a:gd name="csY20" fmla="*/ 11756 h 2752726"/>
                    <a:gd name="csX21" fmla="*/ 949736 w 1494576"/>
                    <a:gd name="csY21" fmla="*/ 0 h 2752726"/>
                    <a:gd name="csX22" fmla="*/ 869030 w 1494576"/>
                    <a:gd name="csY22" fmla="*/ 0 h 27527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494576" h="2752726">
                      <a:moveTo>
                        <a:pt x="0" y="0"/>
                      </a:moveTo>
                      <a:lnTo>
                        <a:pt x="0" y="2752726"/>
                      </a:lnTo>
                      <a:lnTo>
                        <a:pt x="869030" y="2752726"/>
                      </a:lnTo>
                      <a:lnTo>
                        <a:pt x="949736" y="2752726"/>
                      </a:lnTo>
                      <a:lnTo>
                        <a:pt x="977151" y="2740970"/>
                      </a:lnTo>
                      <a:cubicBezTo>
                        <a:pt x="997981" y="2728799"/>
                        <a:pt x="1016739" y="2711189"/>
                        <a:pt x="1032492" y="2689427"/>
                      </a:cubicBezTo>
                      <a:lnTo>
                        <a:pt x="1042790" y="2672187"/>
                      </a:lnTo>
                      <a:lnTo>
                        <a:pt x="1078948" y="2572288"/>
                      </a:lnTo>
                      <a:lnTo>
                        <a:pt x="1460524" y="1518065"/>
                      </a:lnTo>
                      <a:lnTo>
                        <a:pt x="1485753" y="1448363"/>
                      </a:lnTo>
                      <a:lnTo>
                        <a:pt x="1491039" y="1424835"/>
                      </a:lnTo>
                      <a:cubicBezTo>
                        <a:pt x="1493359" y="1409179"/>
                        <a:pt x="1494576" y="1392968"/>
                        <a:pt x="1494576" y="1376365"/>
                      </a:cubicBezTo>
                      <a:lnTo>
                        <a:pt x="1494576" y="1376363"/>
                      </a:lnTo>
                      <a:lnTo>
                        <a:pt x="1494576" y="1376361"/>
                      </a:lnTo>
                      <a:cubicBezTo>
                        <a:pt x="1494576" y="1359758"/>
                        <a:pt x="1493359" y="1343547"/>
                        <a:pt x="1491039" y="1327891"/>
                      </a:cubicBezTo>
                      <a:lnTo>
                        <a:pt x="1485753" y="1304363"/>
                      </a:lnTo>
                      <a:lnTo>
                        <a:pt x="1460524" y="1234661"/>
                      </a:lnTo>
                      <a:lnTo>
                        <a:pt x="1078948" y="180438"/>
                      </a:lnTo>
                      <a:lnTo>
                        <a:pt x="1042790" y="80539"/>
                      </a:lnTo>
                      <a:lnTo>
                        <a:pt x="1032492" y="63299"/>
                      </a:lnTo>
                      <a:cubicBezTo>
                        <a:pt x="1016739" y="41537"/>
                        <a:pt x="997981" y="23927"/>
                        <a:pt x="977151" y="11756"/>
                      </a:cubicBezTo>
                      <a:lnTo>
                        <a:pt x="949736" y="0"/>
                      </a:lnTo>
                      <a:lnTo>
                        <a:pt x="869030" y="0"/>
                      </a:lnTo>
                      <a:close/>
                    </a:path>
                  </a:pathLst>
                </a:custGeom>
                <a:solidFill>
                  <a:srgbClr val="D61A3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26" name="TextBox 25">
                <a:extLst>
                  <a:ext uri="{FF2B5EF4-FFF2-40B4-BE49-F238E27FC236}">
                    <a16:creationId xmlns:a16="http://schemas.microsoft.com/office/drawing/2014/main" id="{CB6556D3-0649-F9DA-D590-5541367790BD}"/>
                  </a:ext>
                </a:extLst>
              </p:cNvPr>
              <p:cNvSpPr txBox="1"/>
              <p:nvPr/>
            </p:nvSpPr>
            <p:spPr>
              <a:xfrm>
                <a:off x="8259782" y="1908803"/>
                <a:ext cx="2229452" cy="400110"/>
              </a:xfrm>
              <a:prstGeom prst="rect">
                <a:avLst/>
              </a:prstGeom>
              <a:noFill/>
            </p:spPr>
            <p:txBody>
              <a:bodyPr wrap="square" rtlCol="0">
                <a:spAutoFit/>
              </a:bodyPr>
              <a:lstStyle/>
              <a:p>
                <a:pPr algn="ctr"/>
                <a:r>
                  <a:rPr lang="en-US" sz="2000" b="1" dirty="0">
                    <a:solidFill>
                      <a:schemeClr val="bg1"/>
                    </a:solidFill>
                    <a:latin typeface="Tahoma" panose="020B0604030504040204" pitchFamily="34" charset="0"/>
                    <a:ea typeface="Tahoma" panose="020B0604030504040204" pitchFamily="34" charset="0"/>
                    <a:cs typeface="Tahoma" panose="020B0604030504040204" pitchFamily="34" charset="0"/>
                  </a:rPr>
                  <a:t>Premium</a:t>
                </a:r>
              </a:p>
            </p:txBody>
          </p:sp>
        </p:grpSp>
        <p:sp>
          <p:nvSpPr>
            <p:cNvPr id="33" name="TextBox 32">
              <a:extLst>
                <a:ext uri="{FF2B5EF4-FFF2-40B4-BE49-F238E27FC236}">
                  <a16:creationId xmlns:a16="http://schemas.microsoft.com/office/drawing/2014/main" id="{B77401B1-8E26-94F5-384C-C9A33B59B88E}"/>
                </a:ext>
              </a:extLst>
            </p:cNvPr>
            <p:cNvSpPr txBox="1"/>
            <p:nvPr/>
          </p:nvSpPr>
          <p:spPr>
            <a:xfrm>
              <a:off x="8536307" y="3091014"/>
              <a:ext cx="1676400" cy="830997"/>
            </a:xfrm>
            <a:prstGeom prst="rect">
              <a:avLst/>
            </a:prstGeom>
            <a:noFill/>
          </p:spPr>
          <p:txBody>
            <a:bodyPr wrap="square" rtlCol="0">
              <a:spAutoFit/>
            </a:bodyPr>
            <a:lstStyle/>
            <a:p>
              <a:pPr algn="ctr"/>
              <a:r>
                <a:rPr lang="en-US" sz="4800" b="1" dirty="0"/>
                <a:t>$100</a:t>
              </a:r>
            </a:p>
          </p:txBody>
        </p:sp>
        <p:grpSp>
          <p:nvGrpSpPr>
            <p:cNvPr id="44" name="Group 43">
              <a:extLst>
                <a:ext uri="{FF2B5EF4-FFF2-40B4-BE49-F238E27FC236}">
                  <a16:creationId xmlns:a16="http://schemas.microsoft.com/office/drawing/2014/main" id="{09B8B8D5-3ED7-0764-8D09-B9F734010F94}"/>
                </a:ext>
              </a:extLst>
            </p:cNvPr>
            <p:cNvGrpSpPr/>
            <p:nvPr/>
          </p:nvGrpSpPr>
          <p:grpSpPr>
            <a:xfrm>
              <a:off x="8259782" y="3923849"/>
              <a:ext cx="2229454" cy="1008159"/>
              <a:chOff x="1702766" y="3923849"/>
              <a:chExt cx="2229454" cy="1008159"/>
            </a:xfrm>
          </p:grpSpPr>
          <p:sp>
            <p:nvSpPr>
              <p:cNvPr id="45" name="TextBox 44">
                <a:extLst>
                  <a:ext uri="{FF2B5EF4-FFF2-40B4-BE49-F238E27FC236}">
                    <a16:creationId xmlns:a16="http://schemas.microsoft.com/office/drawing/2014/main" id="{D2865652-F2E4-4953-2A64-7E94AB79D4A4}"/>
                  </a:ext>
                </a:extLst>
              </p:cNvPr>
              <p:cNvSpPr txBox="1"/>
              <p:nvPr/>
            </p:nvSpPr>
            <p:spPr>
              <a:xfrm>
                <a:off x="1702766" y="3923849"/>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sp>
            <p:nvSpPr>
              <p:cNvPr id="46" name="TextBox 45">
                <a:extLst>
                  <a:ext uri="{FF2B5EF4-FFF2-40B4-BE49-F238E27FC236}">
                    <a16:creationId xmlns:a16="http://schemas.microsoft.com/office/drawing/2014/main" id="{A67815CA-9535-F2B7-D8FE-C731529A5250}"/>
                  </a:ext>
                </a:extLst>
              </p:cNvPr>
              <p:cNvSpPr txBox="1"/>
              <p:nvPr/>
            </p:nvSpPr>
            <p:spPr>
              <a:xfrm>
                <a:off x="1702766" y="4147051"/>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sp>
            <p:nvSpPr>
              <p:cNvPr id="47" name="TextBox 46">
                <a:extLst>
                  <a:ext uri="{FF2B5EF4-FFF2-40B4-BE49-F238E27FC236}">
                    <a16:creationId xmlns:a16="http://schemas.microsoft.com/office/drawing/2014/main" id="{35F0696B-D9AB-DA29-2E61-CF67FFAD9038}"/>
                  </a:ext>
                </a:extLst>
              </p:cNvPr>
              <p:cNvSpPr txBox="1"/>
              <p:nvPr/>
            </p:nvSpPr>
            <p:spPr>
              <a:xfrm>
                <a:off x="1702766" y="4370253"/>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sp>
            <p:nvSpPr>
              <p:cNvPr id="48" name="TextBox 47">
                <a:extLst>
                  <a:ext uri="{FF2B5EF4-FFF2-40B4-BE49-F238E27FC236}">
                    <a16:creationId xmlns:a16="http://schemas.microsoft.com/office/drawing/2014/main" id="{33223C1E-79B1-2F4C-8331-0F31AA0A0379}"/>
                  </a:ext>
                </a:extLst>
              </p:cNvPr>
              <p:cNvSpPr txBox="1"/>
              <p:nvPr/>
            </p:nvSpPr>
            <p:spPr>
              <a:xfrm>
                <a:off x="1702766" y="4593454"/>
                <a:ext cx="2229454" cy="338554"/>
              </a:xfrm>
              <a:prstGeom prst="rect">
                <a:avLst/>
              </a:prstGeom>
              <a:noFill/>
            </p:spPr>
            <p:txBody>
              <a:bodyPr wrap="square" rtlCol="0">
                <a:spAutoFit/>
              </a:bodyPr>
              <a:lstStyle/>
              <a:p>
                <a:pPr algn="ctr"/>
                <a:r>
                  <a:rPr lang="en-US" sz="1600" dirty="0">
                    <a:latin typeface="Tahoma" panose="020B0604030504040204" pitchFamily="34" charset="0"/>
                    <a:ea typeface="Tahoma" panose="020B0604030504040204" pitchFamily="34" charset="0"/>
                    <a:cs typeface="Tahoma" panose="020B0604030504040204" pitchFamily="34" charset="0"/>
                  </a:rPr>
                  <a:t>Your text here</a:t>
                </a:r>
              </a:p>
            </p:txBody>
          </p:sp>
        </p:grpSp>
      </p:grpSp>
      <p:grpSp>
        <p:nvGrpSpPr>
          <p:cNvPr id="54" name="Group 53">
            <a:extLst>
              <a:ext uri="{FF2B5EF4-FFF2-40B4-BE49-F238E27FC236}">
                <a16:creationId xmlns:a16="http://schemas.microsoft.com/office/drawing/2014/main" id="{A569807A-B566-33D4-0367-DFFC11496387}"/>
              </a:ext>
            </a:extLst>
          </p:cNvPr>
          <p:cNvGrpSpPr/>
          <p:nvPr/>
        </p:nvGrpSpPr>
        <p:grpSpPr>
          <a:xfrm>
            <a:off x="-1038844" y="178532"/>
            <a:ext cx="775729" cy="3089422"/>
            <a:chOff x="-1038844" y="178532"/>
            <a:chExt cx="775729" cy="3089422"/>
          </a:xfrm>
        </p:grpSpPr>
        <p:sp>
          <p:nvSpPr>
            <p:cNvPr id="55" name="Rectangle 54">
              <a:extLst>
                <a:ext uri="{FF2B5EF4-FFF2-40B4-BE49-F238E27FC236}">
                  <a16:creationId xmlns:a16="http://schemas.microsoft.com/office/drawing/2014/main" id="{B3CA3F02-1CF5-9F22-4A68-B0A7812D598B}"/>
                </a:ext>
              </a:extLst>
            </p:cNvPr>
            <p:cNvSpPr/>
            <p:nvPr/>
          </p:nvSpPr>
          <p:spPr>
            <a:xfrm>
              <a:off x="-1038844" y="178532"/>
              <a:ext cx="775729" cy="775729"/>
            </a:xfrm>
            <a:prstGeom prst="rect">
              <a:avLst/>
            </a:prstGeom>
            <a:solidFill>
              <a:srgbClr val="D61A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109607A7-53D2-AFF1-4A2A-5F26C92505E4}"/>
                </a:ext>
              </a:extLst>
            </p:cNvPr>
            <p:cNvSpPr/>
            <p:nvPr/>
          </p:nvSpPr>
          <p:spPr>
            <a:xfrm>
              <a:off x="-1038844" y="949763"/>
              <a:ext cx="775729" cy="775729"/>
            </a:xfrm>
            <a:prstGeom prst="rect">
              <a:avLst/>
            </a:prstGeom>
            <a:solidFill>
              <a:srgbClr val="4B5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4A978954-AECC-3D54-18A6-64FEBFFDA623}"/>
                </a:ext>
              </a:extLst>
            </p:cNvPr>
            <p:cNvSpPr/>
            <p:nvPr/>
          </p:nvSpPr>
          <p:spPr>
            <a:xfrm>
              <a:off x="-1038844" y="1720994"/>
              <a:ext cx="775729" cy="775729"/>
            </a:xfrm>
            <a:prstGeom prst="rect">
              <a:avLst/>
            </a:prstGeom>
            <a:solidFill>
              <a:srgbClr val="93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D78808AF-CF3E-D2B0-3E13-79BA4C28DC43}"/>
                </a:ext>
              </a:extLst>
            </p:cNvPr>
            <p:cNvSpPr/>
            <p:nvPr/>
          </p:nvSpPr>
          <p:spPr>
            <a:xfrm>
              <a:off x="-1038844" y="2492225"/>
              <a:ext cx="775729" cy="775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2583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C05BE-A614-B4C1-93AC-AC9C3F52A4B8}"/>
              </a:ext>
            </a:extLst>
          </p:cNvPr>
          <p:cNvSpPr>
            <a:spLocks noGrp="1"/>
          </p:cNvSpPr>
          <p:nvPr>
            <p:ph type="title"/>
          </p:nvPr>
        </p:nvSpPr>
        <p:spPr/>
        <p:txBody>
          <a:bodyPr/>
          <a:lstStyle/>
          <a:p>
            <a:r>
              <a:rPr lang="en-MY" dirty="0"/>
              <a:t>OBJECTIVES</a:t>
            </a:r>
          </a:p>
        </p:txBody>
      </p:sp>
      <p:grpSp>
        <p:nvGrpSpPr>
          <p:cNvPr id="4" name="Group 3">
            <a:extLst>
              <a:ext uri="{FF2B5EF4-FFF2-40B4-BE49-F238E27FC236}">
                <a16:creationId xmlns:a16="http://schemas.microsoft.com/office/drawing/2014/main" id="{684C7084-1054-41EE-816F-4B8B7E2A1562}"/>
              </a:ext>
            </a:extLst>
          </p:cNvPr>
          <p:cNvGrpSpPr/>
          <p:nvPr/>
        </p:nvGrpSpPr>
        <p:grpSpPr>
          <a:xfrm>
            <a:off x="139907" y="2018732"/>
            <a:ext cx="3844078" cy="4018285"/>
            <a:chOff x="139907" y="2018732"/>
            <a:chExt cx="3844078" cy="4018285"/>
          </a:xfrm>
        </p:grpSpPr>
        <p:grpSp>
          <p:nvGrpSpPr>
            <p:cNvPr id="5" name="Group 4">
              <a:extLst>
                <a:ext uri="{FF2B5EF4-FFF2-40B4-BE49-F238E27FC236}">
                  <a16:creationId xmlns:a16="http://schemas.microsoft.com/office/drawing/2014/main" id="{41AFB513-BDC8-65D4-38C4-283DA0BF5238}"/>
                </a:ext>
              </a:extLst>
            </p:cNvPr>
            <p:cNvGrpSpPr/>
            <p:nvPr/>
          </p:nvGrpSpPr>
          <p:grpSpPr>
            <a:xfrm>
              <a:off x="139907" y="2018732"/>
              <a:ext cx="3844078" cy="4018285"/>
              <a:chOff x="139907" y="2530796"/>
              <a:chExt cx="3844078" cy="4018285"/>
            </a:xfrm>
          </p:grpSpPr>
          <p:sp>
            <p:nvSpPr>
              <p:cNvPr id="8" name="Rectangle: Rounded Corners 7">
                <a:extLst>
                  <a:ext uri="{FF2B5EF4-FFF2-40B4-BE49-F238E27FC236}">
                    <a16:creationId xmlns:a16="http://schemas.microsoft.com/office/drawing/2014/main" id="{4D19B533-0E18-6404-964A-CBF5D414345B}"/>
                  </a:ext>
                </a:extLst>
              </p:cNvPr>
              <p:cNvSpPr/>
              <p:nvPr/>
            </p:nvSpPr>
            <p:spPr>
              <a:xfrm>
                <a:off x="139907" y="2533134"/>
                <a:ext cx="3844078" cy="4015947"/>
              </a:xfrm>
              <a:prstGeom prst="roundRect">
                <a:avLst>
                  <a:gd name="adj" fmla="val 14096"/>
                </a:avLst>
              </a:prstGeom>
              <a:solidFill>
                <a:srgbClr val="0FB7CE">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Top Corners Rounded 8">
                <a:extLst>
                  <a:ext uri="{FF2B5EF4-FFF2-40B4-BE49-F238E27FC236}">
                    <a16:creationId xmlns:a16="http://schemas.microsoft.com/office/drawing/2014/main" id="{E2CFC6B8-9A34-4796-8324-36E4DAC235A4}"/>
                  </a:ext>
                </a:extLst>
              </p:cNvPr>
              <p:cNvSpPr/>
              <p:nvPr/>
            </p:nvSpPr>
            <p:spPr>
              <a:xfrm>
                <a:off x="139907" y="2530796"/>
                <a:ext cx="3844078" cy="1616620"/>
              </a:xfrm>
              <a:prstGeom prst="round2SameRect">
                <a:avLst>
                  <a:gd name="adj1" fmla="val 35477"/>
                  <a:gd name="adj2" fmla="val 0"/>
                </a:avLst>
              </a:prstGeom>
              <a:solidFill>
                <a:srgbClr val="0FB7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6" name="TextBox 5">
              <a:extLst>
                <a:ext uri="{FF2B5EF4-FFF2-40B4-BE49-F238E27FC236}">
                  <a16:creationId xmlns:a16="http://schemas.microsoft.com/office/drawing/2014/main" id="{601104C7-5707-F4F3-B623-5AFFE7B90B58}"/>
                </a:ext>
              </a:extLst>
            </p:cNvPr>
            <p:cNvSpPr txBox="1"/>
            <p:nvPr/>
          </p:nvSpPr>
          <p:spPr>
            <a:xfrm>
              <a:off x="562212" y="3023668"/>
              <a:ext cx="2999468" cy="400110"/>
            </a:xfrm>
            <a:prstGeom prst="rect">
              <a:avLst/>
            </a:prstGeom>
            <a:noFill/>
            <a:effectLst/>
          </p:spPr>
          <p:txBody>
            <a:bodyPr wrap="square" rtlCol="0">
              <a:spAutoFit/>
            </a:bodyPr>
            <a:lstStyle/>
            <a:p>
              <a:pPr algn="ctr"/>
              <a:r>
                <a:rPr lang="en-MY" sz="2000" b="1" dirty="0">
                  <a:solidFill>
                    <a:schemeClr val="bg1"/>
                  </a:solidFill>
                  <a:latin typeface="Arial" panose="020B0604020202020204" pitchFamily="34" charset="0"/>
                  <a:cs typeface="Arial" panose="020B0604020202020204" pitchFamily="34" charset="0"/>
                </a:rPr>
                <a:t>To Save Life</a:t>
              </a:r>
            </a:p>
          </p:txBody>
        </p:sp>
        <p:sp>
          <p:nvSpPr>
            <p:cNvPr id="7" name="TextBox 6">
              <a:extLst>
                <a:ext uri="{FF2B5EF4-FFF2-40B4-BE49-F238E27FC236}">
                  <a16:creationId xmlns:a16="http://schemas.microsoft.com/office/drawing/2014/main" id="{21822A38-C976-81EA-9E81-A634572E8D18}"/>
                </a:ext>
              </a:extLst>
            </p:cNvPr>
            <p:cNvSpPr txBox="1"/>
            <p:nvPr/>
          </p:nvSpPr>
          <p:spPr>
            <a:xfrm>
              <a:off x="372533" y="3795814"/>
              <a:ext cx="3378826" cy="646331"/>
            </a:xfrm>
            <a:prstGeom prst="rect">
              <a:avLst/>
            </a:prstGeom>
            <a:noFill/>
          </p:spPr>
          <p:txBody>
            <a:bodyPr wrap="square" rtlCol="0">
              <a:spAutoFit/>
            </a:bodyPr>
            <a:lstStyle/>
            <a:p>
              <a:pPr marL="285750" indent="-285750">
                <a:buFont typeface="Wingdings" panose="05000000000000000000" pitchFamily="2" charset="2"/>
                <a:buChar char="§"/>
              </a:pPr>
              <a:r>
                <a:rPr lang="en-US" dirty="0">
                  <a:solidFill>
                    <a:schemeClr val="bg2">
                      <a:lumMod val="10000"/>
                    </a:schemeClr>
                  </a:solidFill>
                  <a:latin typeface="Arial" panose="020B0604020202020204" pitchFamily="34" charset="0"/>
                  <a:cs typeface="Arial" panose="020B0604020202020204" pitchFamily="34" charset="0"/>
                </a:rPr>
                <a:t>Control severe bleeding</a:t>
              </a:r>
            </a:p>
            <a:p>
              <a:pPr marL="285750" indent="-285750">
                <a:buFont typeface="Wingdings" panose="05000000000000000000" pitchFamily="2" charset="2"/>
                <a:buChar char="§"/>
              </a:pPr>
              <a:r>
                <a:rPr lang="en-US" dirty="0">
                  <a:solidFill>
                    <a:schemeClr val="bg2">
                      <a:lumMod val="10000"/>
                    </a:schemeClr>
                  </a:solidFill>
                  <a:latin typeface="Arial" panose="020B0604020202020204" pitchFamily="34" charset="0"/>
                  <a:cs typeface="Arial" panose="020B0604020202020204" pitchFamily="34" charset="0"/>
                </a:rPr>
                <a:t>Perform CPR</a:t>
              </a:r>
              <a:endParaRPr lang="en-MY" dirty="0">
                <a:solidFill>
                  <a:schemeClr val="bg2">
                    <a:lumMod val="10000"/>
                  </a:schemeClr>
                </a:solidFill>
                <a:latin typeface="Arial" panose="020B0604020202020204" pitchFamily="34" charset="0"/>
                <a:cs typeface="Arial" panose="020B0604020202020204" pitchFamily="34" charset="0"/>
              </a:endParaRPr>
            </a:p>
          </p:txBody>
        </p:sp>
      </p:grpSp>
      <p:grpSp>
        <p:nvGrpSpPr>
          <p:cNvPr id="10" name="Group 9">
            <a:extLst>
              <a:ext uri="{FF2B5EF4-FFF2-40B4-BE49-F238E27FC236}">
                <a16:creationId xmlns:a16="http://schemas.microsoft.com/office/drawing/2014/main" id="{2127178D-992C-5574-93A2-EF8F9E45B48F}"/>
              </a:ext>
            </a:extLst>
          </p:cNvPr>
          <p:cNvGrpSpPr/>
          <p:nvPr/>
        </p:nvGrpSpPr>
        <p:grpSpPr>
          <a:xfrm>
            <a:off x="4173961" y="2018732"/>
            <a:ext cx="3844078" cy="4018285"/>
            <a:chOff x="4173961" y="2018732"/>
            <a:chExt cx="3844078" cy="4018285"/>
          </a:xfrm>
        </p:grpSpPr>
        <p:grpSp>
          <p:nvGrpSpPr>
            <p:cNvPr id="11" name="Group 10">
              <a:extLst>
                <a:ext uri="{FF2B5EF4-FFF2-40B4-BE49-F238E27FC236}">
                  <a16:creationId xmlns:a16="http://schemas.microsoft.com/office/drawing/2014/main" id="{E44E60C4-BD5F-B79B-3289-C1E006E8C194}"/>
                </a:ext>
              </a:extLst>
            </p:cNvPr>
            <p:cNvGrpSpPr/>
            <p:nvPr/>
          </p:nvGrpSpPr>
          <p:grpSpPr>
            <a:xfrm>
              <a:off x="4173961" y="2018732"/>
              <a:ext cx="3844078" cy="4018285"/>
              <a:chOff x="4173961" y="2530796"/>
              <a:chExt cx="3844078" cy="4018285"/>
            </a:xfrm>
          </p:grpSpPr>
          <p:sp>
            <p:nvSpPr>
              <p:cNvPr id="14" name="Rectangle: Rounded Corners 13">
                <a:extLst>
                  <a:ext uri="{FF2B5EF4-FFF2-40B4-BE49-F238E27FC236}">
                    <a16:creationId xmlns:a16="http://schemas.microsoft.com/office/drawing/2014/main" id="{F6845462-EB26-9164-48E5-7488E6474018}"/>
                  </a:ext>
                </a:extLst>
              </p:cNvPr>
              <p:cNvSpPr/>
              <p:nvPr/>
            </p:nvSpPr>
            <p:spPr>
              <a:xfrm>
                <a:off x="4173961" y="2533134"/>
                <a:ext cx="3844078" cy="4015947"/>
              </a:xfrm>
              <a:prstGeom prst="roundRect">
                <a:avLst>
                  <a:gd name="adj" fmla="val 14096"/>
                </a:avLst>
              </a:prstGeom>
              <a:solidFill>
                <a:srgbClr val="0E828E">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Rectangle: Top Corners Rounded 14">
                <a:extLst>
                  <a:ext uri="{FF2B5EF4-FFF2-40B4-BE49-F238E27FC236}">
                    <a16:creationId xmlns:a16="http://schemas.microsoft.com/office/drawing/2014/main" id="{24A1C96B-3498-E0D4-F097-5D8E040D18EA}"/>
                  </a:ext>
                </a:extLst>
              </p:cNvPr>
              <p:cNvSpPr/>
              <p:nvPr/>
            </p:nvSpPr>
            <p:spPr>
              <a:xfrm>
                <a:off x="4173961" y="2530796"/>
                <a:ext cx="3844078" cy="1616620"/>
              </a:xfrm>
              <a:prstGeom prst="round2SameRect">
                <a:avLst>
                  <a:gd name="adj1" fmla="val 35477"/>
                  <a:gd name="adj2" fmla="val 0"/>
                </a:avLst>
              </a:prstGeom>
              <a:solidFill>
                <a:srgbClr val="0E82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12" name="TextBox 11">
              <a:extLst>
                <a:ext uri="{FF2B5EF4-FFF2-40B4-BE49-F238E27FC236}">
                  <a16:creationId xmlns:a16="http://schemas.microsoft.com/office/drawing/2014/main" id="{1A0A1620-4A8F-46A2-998B-EF69974A161E}"/>
                </a:ext>
              </a:extLst>
            </p:cNvPr>
            <p:cNvSpPr txBox="1"/>
            <p:nvPr/>
          </p:nvSpPr>
          <p:spPr>
            <a:xfrm>
              <a:off x="4173961" y="3027274"/>
              <a:ext cx="3844078" cy="400110"/>
            </a:xfrm>
            <a:prstGeom prst="rect">
              <a:avLst/>
            </a:prstGeom>
            <a:noFill/>
            <a:effectLst/>
          </p:spPr>
          <p:txBody>
            <a:bodyPr wrap="square" rtlCol="0">
              <a:spAutoFit/>
            </a:bodyPr>
            <a:lstStyle/>
            <a:p>
              <a:pPr algn="ctr"/>
              <a:r>
                <a:rPr lang="en-MY" sz="2000" b="1" dirty="0">
                  <a:solidFill>
                    <a:schemeClr val="bg1">
                      <a:lumMod val="95000"/>
                    </a:schemeClr>
                  </a:solidFill>
                  <a:latin typeface="Arial" panose="020B0604020202020204" pitchFamily="34" charset="0"/>
                  <a:cs typeface="Arial" panose="020B0604020202020204" pitchFamily="34" charset="0"/>
                </a:rPr>
                <a:t>To Prevent Complication</a:t>
              </a:r>
            </a:p>
          </p:txBody>
        </p:sp>
        <p:sp>
          <p:nvSpPr>
            <p:cNvPr id="13" name="TextBox 12">
              <a:extLst>
                <a:ext uri="{FF2B5EF4-FFF2-40B4-BE49-F238E27FC236}">
                  <a16:creationId xmlns:a16="http://schemas.microsoft.com/office/drawing/2014/main" id="{B3D4E478-EB97-C6F9-6669-E6CD5FBFC2DC}"/>
                </a:ext>
              </a:extLst>
            </p:cNvPr>
            <p:cNvSpPr txBox="1"/>
            <p:nvPr/>
          </p:nvSpPr>
          <p:spPr>
            <a:xfrm>
              <a:off x="4406587" y="3802053"/>
              <a:ext cx="3378826"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solidFill>
                    <a:schemeClr val="bg2">
                      <a:lumMod val="10000"/>
                    </a:schemeClr>
                  </a:solidFill>
                  <a:latin typeface="Arial" panose="020B0604020202020204" pitchFamily="34" charset="0"/>
                  <a:cs typeface="Arial" panose="020B0604020202020204" pitchFamily="34" charset="0"/>
                </a:rPr>
                <a:t>To immobilize a fracture</a:t>
              </a:r>
            </a:p>
            <a:p>
              <a:pPr marL="285750" indent="-285750">
                <a:buFont typeface="Wingdings" panose="05000000000000000000" pitchFamily="2" charset="2"/>
                <a:buChar char="§"/>
              </a:pPr>
              <a:r>
                <a:rPr lang="en-US" dirty="0">
                  <a:solidFill>
                    <a:schemeClr val="bg2">
                      <a:lumMod val="10000"/>
                    </a:schemeClr>
                  </a:solidFill>
                  <a:latin typeface="Arial" panose="020B0604020202020204" pitchFamily="34" charset="0"/>
                  <a:cs typeface="Arial" panose="020B0604020202020204" pitchFamily="34" charset="0"/>
                </a:rPr>
                <a:t>Cover wounds to prevent infection</a:t>
              </a:r>
            </a:p>
          </p:txBody>
        </p:sp>
      </p:grpSp>
      <p:grpSp>
        <p:nvGrpSpPr>
          <p:cNvPr id="16" name="Group 15">
            <a:extLst>
              <a:ext uri="{FF2B5EF4-FFF2-40B4-BE49-F238E27FC236}">
                <a16:creationId xmlns:a16="http://schemas.microsoft.com/office/drawing/2014/main" id="{F80FEFFE-1088-6C39-5554-2FE96C71F545}"/>
              </a:ext>
            </a:extLst>
          </p:cNvPr>
          <p:cNvGrpSpPr/>
          <p:nvPr/>
        </p:nvGrpSpPr>
        <p:grpSpPr>
          <a:xfrm>
            <a:off x="8204976" y="2018732"/>
            <a:ext cx="3847117" cy="4018285"/>
            <a:chOff x="8204976" y="2018732"/>
            <a:chExt cx="3847117" cy="4018285"/>
          </a:xfrm>
        </p:grpSpPr>
        <p:grpSp>
          <p:nvGrpSpPr>
            <p:cNvPr id="17" name="Group 16">
              <a:extLst>
                <a:ext uri="{FF2B5EF4-FFF2-40B4-BE49-F238E27FC236}">
                  <a16:creationId xmlns:a16="http://schemas.microsoft.com/office/drawing/2014/main" id="{B9D146A4-6DDF-2C57-2501-C93665C7E1D6}"/>
                </a:ext>
              </a:extLst>
            </p:cNvPr>
            <p:cNvGrpSpPr/>
            <p:nvPr/>
          </p:nvGrpSpPr>
          <p:grpSpPr>
            <a:xfrm>
              <a:off x="8204976" y="2018732"/>
              <a:ext cx="3847117" cy="4018285"/>
              <a:chOff x="8204976" y="2530796"/>
              <a:chExt cx="3847117" cy="4018285"/>
            </a:xfrm>
          </p:grpSpPr>
          <p:sp>
            <p:nvSpPr>
              <p:cNvPr id="20" name="Rectangle: Rounded Corners 19">
                <a:extLst>
                  <a:ext uri="{FF2B5EF4-FFF2-40B4-BE49-F238E27FC236}">
                    <a16:creationId xmlns:a16="http://schemas.microsoft.com/office/drawing/2014/main" id="{C59240D7-D070-A59A-B756-E516C3A042E8}"/>
                  </a:ext>
                </a:extLst>
              </p:cNvPr>
              <p:cNvSpPr/>
              <p:nvPr/>
            </p:nvSpPr>
            <p:spPr>
              <a:xfrm>
                <a:off x="8208015" y="2533134"/>
                <a:ext cx="3844078" cy="4015947"/>
              </a:xfrm>
              <a:prstGeom prst="roundRect">
                <a:avLst>
                  <a:gd name="adj" fmla="val 14096"/>
                </a:avLst>
              </a:prstGeom>
              <a:solidFill>
                <a:srgbClr val="1B3D66">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Rectangle: Top Corners Rounded 20">
                <a:extLst>
                  <a:ext uri="{FF2B5EF4-FFF2-40B4-BE49-F238E27FC236}">
                    <a16:creationId xmlns:a16="http://schemas.microsoft.com/office/drawing/2014/main" id="{9EB95507-0327-0880-D2FF-1E5D3BC4E717}"/>
                  </a:ext>
                </a:extLst>
              </p:cNvPr>
              <p:cNvSpPr/>
              <p:nvPr/>
            </p:nvSpPr>
            <p:spPr>
              <a:xfrm>
                <a:off x="8204976" y="2530796"/>
                <a:ext cx="3844078" cy="1616620"/>
              </a:xfrm>
              <a:prstGeom prst="round2SameRect">
                <a:avLst>
                  <a:gd name="adj1" fmla="val 35477"/>
                  <a:gd name="adj2" fmla="val 0"/>
                </a:avLst>
              </a:prstGeom>
              <a:solidFill>
                <a:srgbClr val="1B3D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18" name="TextBox 17">
              <a:extLst>
                <a:ext uri="{FF2B5EF4-FFF2-40B4-BE49-F238E27FC236}">
                  <a16:creationId xmlns:a16="http://schemas.microsoft.com/office/drawing/2014/main" id="{80E43D1A-7FBD-F1EC-A463-D1E8BEEB7C6A}"/>
                </a:ext>
              </a:extLst>
            </p:cNvPr>
            <p:cNvSpPr txBox="1"/>
            <p:nvPr/>
          </p:nvSpPr>
          <p:spPr>
            <a:xfrm>
              <a:off x="8352684" y="3027274"/>
              <a:ext cx="3548662" cy="400110"/>
            </a:xfrm>
            <a:prstGeom prst="rect">
              <a:avLst/>
            </a:prstGeom>
            <a:noFill/>
            <a:effectLst/>
          </p:spPr>
          <p:txBody>
            <a:bodyPr wrap="square" rtlCol="0">
              <a:spAutoFit/>
            </a:bodyPr>
            <a:lstStyle/>
            <a:p>
              <a:pPr algn="ctr"/>
              <a:r>
                <a:rPr lang="en-MY" sz="2000" b="1" dirty="0">
                  <a:solidFill>
                    <a:schemeClr val="bg1">
                      <a:lumMod val="95000"/>
                    </a:schemeClr>
                  </a:solidFill>
                  <a:latin typeface="Arial" panose="020B0604020202020204" pitchFamily="34" charset="0"/>
                  <a:cs typeface="Arial" panose="020B0604020202020204" pitchFamily="34" charset="0"/>
                </a:rPr>
                <a:t>To Promote Recovery</a:t>
              </a:r>
            </a:p>
          </p:txBody>
        </p:sp>
        <p:sp>
          <p:nvSpPr>
            <p:cNvPr id="19" name="TextBox 18">
              <a:extLst>
                <a:ext uri="{FF2B5EF4-FFF2-40B4-BE49-F238E27FC236}">
                  <a16:creationId xmlns:a16="http://schemas.microsoft.com/office/drawing/2014/main" id="{30E64DE3-C0A9-9C1A-7769-0E060EBE4E62}"/>
                </a:ext>
              </a:extLst>
            </p:cNvPr>
            <p:cNvSpPr txBox="1"/>
            <p:nvPr/>
          </p:nvSpPr>
          <p:spPr>
            <a:xfrm>
              <a:off x="8440641" y="3781656"/>
              <a:ext cx="3378826" cy="1200329"/>
            </a:xfrm>
            <a:prstGeom prst="rect">
              <a:avLst/>
            </a:prstGeom>
            <a:noFill/>
          </p:spPr>
          <p:txBody>
            <a:bodyPr wrap="square" rtlCol="0">
              <a:spAutoFit/>
            </a:bodyPr>
            <a:lstStyle/>
            <a:p>
              <a:pPr marL="285750" indent="-285750">
                <a:buFont typeface="Wingdings" panose="05000000000000000000" pitchFamily="2" charset="2"/>
                <a:buChar char="§"/>
              </a:pPr>
              <a:r>
                <a:rPr lang="en-US" dirty="0">
                  <a:solidFill>
                    <a:schemeClr val="bg2">
                      <a:lumMod val="10000"/>
                    </a:schemeClr>
                  </a:solidFill>
                  <a:latin typeface="Arial" panose="020B0604020202020204" pitchFamily="34" charset="0"/>
                  <a:cs typeface="Arial" panose="020B0604020202020204" pitchFamily="34" charset="0"/>
                </a:rPr>
                <a:t>Make the victim comfortable</a:t>
              </a:r>
            </a:p>
            <a:p>
              <a:pPr marL="285750" indent="-285750">
                <a:buFont typeface="Wingdings" panose="05000000000000000000" pitchFamily="2" charset="2"/>
                <a:buChar char="§"/>
              </a:pPr>
              <a:r>
                <a:rPr lang="en-US" dirty="0">
                  <a:solidFill>
                    <a:schemeClr val="bg2">
                      <a:lumMod val="10000"/>
                    </a:schemeClr>
                  </a:solidFill>
                  <a:latin typeface="Arial" panose="020B0604020202020204" pitchFamily="34" charset="0"/>
                  <a:cs typeface="Arial" panose="020B0604020202020204" pitchFamily="34" charset="0"/>
                </a:rPr>
                <a:t>Unconscious victim put into </a:t>
              </a:r>
              <a:r>
                <a:rPr lang="en-US" b="1" dirty="0">
                  <a:solidFill>
                    <a:schemeClr val="bg2">
                      <a:lumMod val="10000"/>
                    </a:schemeClr>
                  </a:solidFill>
                  <a:latin typeface="Arial" panose="020B0604020202020204" pitchFamily="34" charset="0"/>
                  <a:cs typeface="Arial" panose="020B0604020202020204" pitchFamily="34" charset="0"/>
                </a:rPr>
                <a:t>recovery position </a:t>
              </a:r>
              <a:r>
                <a:rPr lang="en-US" dirty="0">
                  <a:solidFill>
                    <a:schemeClr val="bg2">
                      <a:lumMod val="10000"/>
                    </a:schemeClr>
                  </a:solidFill>
                  <a:latin typeface="Arial" panose="020B0604020202020204" pitchFamily="34" charset="0"/>
                  <a:cs typeface="Arial" panose="020B0604020202020204" pitchFamily="34" charset="0"/>
                </a:rPr>
                <a:t>or reassure the victim</a:t>
              </a:r>
            </a:p>
          </p:txBody>
        </p:sp>
      </p:grpSp>
      <p:grpSp>
        <p:nvGrpSpPr>
          <p:cNvPr id="22" name="Group 21">
            <a:extLst>
              <a:ext uri="{FF2B5EF4-FFF2-40B4-BE49-F238E27FC236}">
                <a16:creationId xmlns:a16="http://schemas.microsoft.com/office/drawing/2014/main" id="{93BDD957-D19A-2620-76AD-B219CBB32A92}"/>
              </a:ext>
            </a:extLst>
          </p:cNvPr>
          <p:cNvGrpSpPr/>
          <p:nvPr/>
        </p:nvGrpSpPr>
        <p:grpSpPr>
          <a:xfrm>
            <a:off x="9320429" y="1216999"/>
            <a:ext cx="1619250" cy="1619250"/>
            <a:chOff x="9320429" y="1729063"/>
            <a:chExt cx="1619250" cy="1619250"/>
          </a:xfrm>
        </p:grpSpPr>
        <p:grpSp>
          <p:nvGrpSpPr>
            <p:cNvPr id="23" name="Group 22">
              <a:extLst>
                <a:ext uri="{FF2B5EF4-FFF2-40B4-BE49-F238E27FC236}">
                  <a16:creationId xmlns:a16="http://schemas.microsoft.com/office/drawing/2014/main" id="{C6DE4459-382E-FBF3-4B6F-DF0D6386AF38}"/>
                </a:ext>
              </a:extLst>
            </p:cNvPr>
            <p:cNvGrpSpPr/>
            <p:nvPr/>
          </p:nvGrpSpPr>
          <p:grpSpPr>
            <a:xfrm>
              <a:off x="9320429" y="1729063"/>
              <a:ext cx="1619250" cy="1619250"/>
              <a:chOff x="8217159" y="1729063"/>
              <a:chExt cx="1619250" cy="1619250"/>
            </a:xfrm>
          </p:grpSpPr>
          <p:sp>
            <p:nvSpPr>
              <p:cNvPr id="27" name="Oval 26">
                <a:extLst>
                  <a:ext uri="{FF2B5EF4-FFF2-40B4-BE49-F238E27FC236}">
                    <a16:creationId xmlns:a16="http://schemas.microsoft.com/office/drawing/2014/main" id="{E1E40EE8-B454-28A0-A996-570AF9D5D2AB}"/>
                  </a:ext>
                </a:extLst>
              </p:cNvPr>
              <p:cNvSpPr/>
              <p:nvPr/>
            </p:nvSpPr>
            <p:spPr>
              <a:xfrm>
                <a:off x="8217159" y="1729063"/>
                <a:ext cx="1619250" cy="1619250"/>
              </a:xfrm>
              <a:prstGeom prst="ellipse">
                <a:avLst/>
              </a:prstGeom>
              <a:solidFill>
                <a:schemeClr val="bg1">
                  <a:lumMod val="95000"/>
                </a:schemeClr>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8" name="Oval 27">
                <a:extLst>
                  <a:ext uri="{FF2B5EF4-FFF2-40B4-BE49-F238E27FC236}">
                    <a16:creationId xmlns:a16="http://schemas.microsoft.com/office/drawing/2014/main" id="{985CAF19-49C3-01D7-95DA-8A936BCB48EA}"/>
                  </a:ext>
                </a:extLst>
              </p:cNvPr>
              <p:cNvSpPr/>
              <p:nvPr/>
            </p:nvSpPr>
            <p:spPr>
              <a:xfrm>
                <a:off x="8488622" y="2000526"/>
                <a:ext cx="1076325" cy="1076325"/>
              </a:xfrm>
              <a:prstGeom prst="ellipse">
                <a:avLst/>
              </a:prstGeom>
              <a:solidFill>
                <a:srgbClr val="1B3D66"/>
              </a:solidFill>
              <a:ln w="38100">
                <a:solidFill>
                  <a:schemeClr val="bg1">
                    <a:lumMod val="85000"/>
                  </a:schemeClr>
                </a:solidFill>
              </a:ln>
              <a:scene3d>
                <a:camera prst="orthographicFront"/>
                <a:lightRig rig="threePt" dir="t"/>
              </a:scene3d>
              <a:sp3d>
                <a:bevelT w="152400" h="254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latin typeface="Daytona Condensed" panose="020B0506030503040204" pitchFamily="34" charset="0"/>
                </a:endParaRPr>
              </a:p>
            </p:txBody>
          </p:sp>
        </p:grpSp>
        <p:grpSp>
          <p:nvGrpSpPr>
            <p:cNvPr id="24" name="Group 23">
              <a:extLst>
                <a:ext uri="{FF2B5EF4-FFF2-40B4-BE49-F238E27FC236}">
                  <a16:creationId xmlns:a16="http://schemas.microsoft.com/office/drawing/2014/main" id="{037F880D-9992-CA5D-A2A0-2C133AAA8779}"/>
                </a:ext>
              </a:extLst>
            </p:cNvPr>
            <p:cNvGrpSpPr/>
            <p:nvPr/>
          </p:nvGrpSpPr>
          <p:grpSpPr>
            <a:xfrm>
              <a:off x="9778932" y="2230928"/>
              <a:ext cx="702243" cy="615520"/>
              <a:chOff x="9778932" y="2230928"/>
              <a:chExt cx="702243" cy="615520"/>
            </a:xfrm>
          </p:grpSpPr>
          <p:pic>
            <p:nvPicPr>
              <p:cNvPr id="25" name="Graphic 24">
                <a:extLst>
                  <a:ext uri="{FF2B5EF4-FFF2-40B4-BE49-F238E27FC236}">
                    <a16:creationId xmlns:a16="http://schemas.microsoft.com/office/drawing/2014/main" id="{892F3C31-7C62-0930-0D35-1D1FDD7600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78932" y="2230928"/>
                <a:ext cx="702243" cy="615520"/>
              </a:xfrm>
              <a:prstGeom prst="rect">
                <a:avLst/>
              </a:prstGeom>
            </p:spPr>
          </p:pic>
          <p:sp>
            <p:nvSpPr>
              <p:cNvPr id="26" name="Cross 25">
                <a:extLst>
                  <a:ext uri="{FF2B5EF4-FFF2-40B4-BE49-F238E27FC236}">
                    <a16:creationId xmlns:a16="http://schemas.microsoft.com/office/drawing/2014/main" id="{3B6D03F8-D90C-8BD2-E2BA-BDDA5F41ED14}"/>
                  </a:ext>
                </a:extLst>
              </p:cNvPr>
              <p:cNvSpPr/>
              <p:nvPr/>
            </p:nvSpPr>
            <p:spPr>
              <a:xfrm>
                <a:off x="9965015" y="2365758"/>
                <a:ext cx="330076" cy="330076"/>
              </a:xfrm>
              <a:prstGeom prst="plus">
                <a:avLst>
                  <a:gd name="adj" fmla="val 36809"/>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grpSp>
        <p:nvGrpSpPr>
          <p:cNvPr id="29" name="Group 28">
            <a:extLst>
              <a:ext uri="{FF2B5EF4-FFF2-40B4-BE49-F238E27FC236}">
                <a16:creationId xmlns:a16="http://schemas.microsoft.com/office/drawing/2014/main" id="{06D77572-18B0-7F7E-3898-057CAFB28D54}"/>
              </a:ext>
            </a:extLst>
          </p:cNvPr>
          <p:cNvGrpSpPr/>
          <p:nvPr/>
        </p:nvGrpSpPr>
        <p:grpSpPr>
          <a:xfrm>
            <a:off x="1252321" y="1216999"/>
            <a:ext cx="1619250" cy="1619250"/>
            <a:chOff x="1252321" y="1216999"/>
            <a:chExt cx="1619250" cy="1619250"/>
          </a:xfrm>
        </p:grpSpPr>
        <p:grpSp>
          <p:nvGrpSpPr>
            <p:cNvPr id="30" name="Group 29">
              <a:extLst>
                <a:ext uri="{FF2B5EF4-FFF2-40B4-BE49-F238E27FC236}">
                  <a16:creationId xmlns:a16="http://schemas.microsoft.com/office/drawing/2014/main" id="{396E4BE1-E366-CAC6-F938-1F1A70A433C8}"/>
                </a:ext>
              </a:extLst>
            </p:cNvPr>
            <p:cNvGrpSpPr/>
            <p:nvPr/>
          </p:nvGrpSpPr>
          <p:grpSpPr>
            <a:xfrm>
              <a:off x="1252321" y="1216999"/>
              <a:ext cx="1619250" cy="1619250"/>
              <a:chOff x="2355591" y="1729063"/>
              <a:chExt cx="1619250" cy="1619250"/>
            </a:xfrm>
          </p:grpSpPr>
          <p:sp>
            <p:nvSpPr>
              <p:cNvPr id="34" name="Oval 33">
                <a:extLst>
                  <a:ext uri="{FF2B5EF4-FFF2-40B4-BE49-F238E27FC236}">
                    <a16:creationId xmlns:a16="http://schemas.microsoft.com/office/drawing/2014/main" id="{B82E6E2A-D2CC-5FD0-61FC-73E56290CE51}"/>
                  </a:ext>
                </a:extLst>
              </p:cNvPr>
              <p:cNvSpPr/>
              <p:nvPr/>
            </p:nvSpPr>
            <p:spPr>
              <a:xfrm>
                <a:off x="2355591" y="1729063"/>
                <a:ext cx="1619250" cy="1619250"/>
              </a:xfrm>
              <a:prstGeom prst="ellipse">
                <a:avLst/>
              </a:prstGeom>
              <a:solidFill>
                <a:schemeClr val="bg1">
                  <a:lumMod val="95000"/>
                </a:schemeClr>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Oval 34">
                <a:extLst>
                  <a:ext uri="{FF2B5EF4-FFF2-40B4-BE49-F238E27FC236}">
                    <a16:creationId xmlns:a16="http://schemas.microsoft.com/office/drawing/2014/main" id="{2DA28856-18DD-9D30-D233-BAD99C92CEA5}"/>
                  </a:ext>
                </a:extLst>
              </p:cNvPr>
              <p:cNvSpPr/>
              <p:nvPr/>
            </p:nvSpPr>
            <p:spPr>
              <a:xfrm>
                <a:off x="2627054" y="2000526"/>
                <a:ext cx="1076325" cy="1076325"/>
              </a:xfrm>
              <a:prstGeom prst="ellipse">
                <a:avLst/>
              </a:prstGeom>
              <a:solidFill>
                <a:srgbClr val="0FB7CE"/>
              </a:solidFill>
              <a:ln w="38100">
                <a:solidFill>
                  <a:schemeClr val="bg1">
                    <a:lumMod val="85000"/>
                  </a:schemeClr>
                </a:solidFill>
              </a:ln>
              <a:scene3d>
                <a:camera prst="orthographicFront"/>
                <a:lightRig rig="threePt" dir="t"/>
              </a:scene3d>
              <a:sp3d>
                <a:bevelT w="152400" h="254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latin typeface="Daytona Condensed" panose="020B0506030503040204" pitchFamily="34" charset="0"/>
                </a:endParaRPr>
              </a:p>
            </p:txBody>
          </p:sp>
        </p:grpSp>
        <p:grpSp>
          <p:nvGrpSpPr>
            <p:cNvPr id="31" name="Group 30">
              <a:extLst>
                <a:ext uri="{FF2B5EF4-FFF2-40B4-BE49-F238E27FC236}">
                  <a16:creationId xmlns:a16="http://schemas.microsoft.com/office/drawing/2014/main" id="{C4DC045E-000C-06F8-EE0C-FBB0564D0166}"/>
                </a:ext>
              </a:extLst>
            </p:cNvPr>
            <p:cNvGrpSpPr/>
            <p:nvPr/>
          </p:nvGrpSpPr>
          <p:grpSpPr>
            <a:xfrm>
              <a:off x="1750900" y="1658087"/>
              <a:ext cx="644504" cy="857550"/>
              <a:chOff x="1775334" y="2131207"/>
              <a:chExt cx="644504" cy="857550"/>
            </a:xfrm>
            <a:solidFill>
              <a:schemeClr val="bg1"/>
            </a:solidFill>
          </p:grpSpPr>
          <p:pic>
            <p:nvPicPr>
              <p:cNvPr id="32" name="Graphic 31" descr="Heart outline">
                <a:extLst>
                  <a:ext uri="{FF2B5EF4-FFF2-40B4-BE49-F238E27FC236}">
                    <a16:creationId xmlns:a16="http://schemas.microsoft.com/office/drawing/2014/main" id="{6DE99832-CFC5-2287-0A0B-F6AFCE8FBB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0994" y="2131207"/>
                <a:ext cx="493184" cy="493184"/>
              </a:xfrm>
              <a:prstGeom prst="rect">
                <a:avLst/>
              </a:prstGeom>
            </p:spPr>
          </p:pic>
          <p:pic>
            <p:nvPicPr>
              <p:cNvPr id="33" name="Graphic 32" descr="Open hand outline">
                <a:extLst>
                  <a:ext uri="{FF2B5EF4-FFF2-40B4-BE49-F238E27FC236}">
                    <a16:creationId xmlns:a16="http://schemas.microsoft.com/office/drawing/2014/main" id="{09765E7C-D044-EBE4-191B-7FFCB9E7749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75334" y="2344253"/>
                <a:ext cx="644504" cy="644504"/>
              </a:xfrm>
              <a:prstGeom prst="rect">
                <a:avLst/>
              </a:prstGeom>
            </p:spPr>
          </p:pic>
        </p:grpSp>
      </p:grpSp>
      <p:grpSp>
        <p:nvGrpSpPr>
          <p:cNvPr id="36" name="Group 35">
            <a:extLst>
              <a:ext uri="{FF2B5EF4-FFF2-40B4-BE49-F238E27FC236}">
                <a16:creationId xmlns:a16="http://schemas.microsoft.com/office/drawing/2014/main" id="{83AFA6C8-0D5D-CD00-B84F-7EAADDF812C7}"/>
              </a:ext>
            </a:extLst>
          </p:cNvPr>
          <p:cNvGrpSpPr/>
          <p:nvPr/>
        </p:nvGrpSpPr>
        <p:grpSpPr>
          <a:xfrm>
            <a:off x="5286375" y="1216999"/>
            <a:ext cx="1619250" cy="1619250"/>
            <a:chOff x="5286375" y="1729063"/>
            <a:chExt cx="1619250" cy="1619250"/>
          </a:xfrm>
        </p:grpSpPr>
        <p:grpSp>
          <p:nvGrpSpPr>
            <p:cNvPr id="37" name="Group 36">
              <a:extLst>
                <a:ext uri="{FF2B5EF4-FFF2-40B4-BE49-F238E27FC236}">
                  <a16:creationId xmlns:a16="http://schemas.microsoft.com/office/drawing/2014/main" id="{D077BFD8-8E83-C10E-946D-479A25279674}"/>
                </a:ext>
              </a:extLst>
            </p:cNvPr>
            <p:cNvGrpSpPr/>
            <p:nvPr/>
          </p:nvGrpSpPr>
          <p:grpSpPr>
            <a:xfrm>
              <a:off x="5286375" y="1729063"/>
              <a:ext cx="1619250" cy="1619250"/>
              <a:chOff x="5286375" y="1729063"/>
              <a:chExt cx="1619250" cy="1619250"/>
            </a:xfrm>
          </p:grpSpPr>
          <p:sp>
            <p:nvSpPr>
              <p:cNvPr id="41" name="Oval 40">
                <a:extLst>
                  <a:ext uri="{FF2B5EF4-FFF2-40B4-BE49-F238E27FC236}">
                    <a16:creationId xmlns:a16="http://schemas.microsoft.com/office/drawing/2014/main" id="{086CB0DA-2693-EE55-AE17-C4E946D1BE5A}"/>
                  </a:ext>
                </a:extLst>
              </p:cNvPr>
              <p:cNvSpPr/>
              <p:nvPr/>
            </p:nvSpPr>
            <p:spPr>
              <a:xfrm>
                <a:off x="5286375" y="1729063"/>
                <a:ext cx="1619250" cy="1619250"/>
              </a:xfrm>
              <a:prstGeom prst="ellipse">
                <a:avLst/>
              </a:prstGeom>
              <a:solidFill>
                <a:schemeClr val="bg1">
                  <a:lumMod val="95000"/>
                </a:schemeClr>
              </a:soli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2" name="Oval 41">
                <a:extLst>
                  <a:ext uri="{FF2B5EF4-FFF2-40B4-BE49-F238E27FC236}">
                    <a16:creationId xmlns:a16="http://schemas.microsoft.com/office/drawing/2014/main" id="{4760B602-5D44-C00F-B415-200193D876B0}"/>
                  </a:ext>
                </a:extLst>
              </p:cNvPr>
              <p:cNvSpPr/>
              <p:nvPr/>
            </p:nvSpPr>
            <p:spPr>
              <a:xfrm>
                <a:off x="5557838" y="2000526"/>
                <a:ext cx="1076325" cy="1076325"/>
              </a:xfrm>
              <a:prstGeom prst="ellipse">
                <a:avLst/>
              </a:prstGeom>
              <a:solidFill>
                <a:srgbClr val="0E828E"/>
              </a:solidFill>
              <a:ln w="38100">
                <a:solidFill>
                  <a:schemeClr val="bg1">
                    <a:lumMod val="85000"/>
                  </a:schemeClr>
                </a:solidFill>
              </a:ln>
              <a:scene3d>
                <a:camera prst="orthographicFront"/>
                <a:lightRig rig="threePt" dir="t"/>
              </a:scene3d>
              <a:sp3d>
                <a:bevelT w="152400" h="254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latin typeface="Daytona Condensed" panose="020B0506030503040204" pitchFamily="34" charset="0"/>
                </a:endParaRPr>
              </a:p>
            </p:txBody>
          </p:sp>
        </p:grpSp>
        <p:grpSp>
          <p:nvGrpSpPr>
            <p:cNvPr id="38" name="Group 37">
              <a:extLst>
                <a:ext uri="{FF2B5EF4-FFF2-40B4-BE49-F238E27FC236}">
                  <a16:creationId xmlns:a16="http://schemas.microsoft.com/office/drawing/2014/main" id="{4253380E-C012-2024-8862-5BC8237C9F81}"/>
                </a:ext>
              </a:extLst>
            </p:cNvPr>
            <p:cNvGrpSpPr/>
            <p:nvPr/>
          </p:nvGrpSpPr>
          <p:grpSpPr>
            <a:xfrm>
              <a:off x="5656881" y="2099569"/>
              <a:ext cx="878238" cy="878238"/>
              <a:chOff x="5656881" y="2099569"/>
              <a:chExt cx="878238" cy="878238"/>
            </a:xfrm>
          </p:grpSpPr>
          <p:pic>
            <p:nvPicPr>
              <p:cNvPr id="39" name="Graphic 38" descr="Raised hand outline">
                <a:extLst>
                  <a:ext uri="{FF2B5EF4-FFF2-40B4-BE49-F238E27FC236}">
                    <a16:creationId xmlns:a16="http://schemas.microsoft.com/office/drawing/2014/main" id="{C832345F-0529-3FAA-4B80-69725B18683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57693" y="2292258"/>
                <a:ext cx="492860" cy="492860"/>
              </a:xfrm>
              <a:prstGeom prst="rect">
                <a:avLst/>
              </a:prstGeom>
            </p:spPr>
          </p:pic>
          <p:pic>
            <p:nvPicPr>
              <p:cNvPr id="40" name="Graphic 39" descr="Shield outline">
                <a:extLst>
                  <a:ext uri="{FF2B5EF4-FFF2-40B4-BE49-F238E27FC236}">
                    <a16:creationId xmlns:a16="http://schemas.microsoft.com/office/drawing/2014/main" id="{AE01D198-F097-1352-C529-8B1C6B81E7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56881" y="2099569"/>
                <a:ext cx="878238" cy="878238"/>
              </a:xfrm>
              <a:prstGeom prst="rect">
                <a:avLst/>
              </a:prstGeom>
            </p:spPr>
          </p:pic>
        </p:grpSp>
      </p:grpSp>
    </p:spTree>
    <p:custDataLst>
      <p:tags r:id="rId1"/>
    </p:custDataLst>
    <p:extLst>
      <p:ext uri="{BB962C8B-B14F-4D97-AF65-F5344CB8AC3E}">
        <p14:creationId xmlns:p14="http://schemas.microsoft.com/office/powerpoint/2010/main" val="125221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250"/>
                                        <p:tgtEl>
                                          <p:spTgt spid="29"/>
                                        </p:tgtEl>
                                      </p:cBhvr>
                                    </p:animEffect>
                                    <p:anim calcmode="lin" valueType="num">
                                      <p:cBhvr>
                                        <p:cTn id="8" dur="250" fill="hold"/>
                                        <p:tgtEl>
                                          <p:spTgt spid="29"/>
                                        </p:tgtEl>
                                        <p:attrNameLst>
                                          <p:attrName>ppt_x</p:attrName>
                                        </p:attrNameLst>
                                      </p:cBhvr>
                                      <p:tavLst>
                                        <p:tav tm="0">
                                          <p:val>
                                            <p:strVal val="#ppt_x"/>
                                          </p:val>
                                        </p:tav>
                                        <p:tav tm="100000">
                                          <p:val>
                                            <p:strVal val="#ppt_x"/>
                                          </p:val>
                                        </p:tav>
                                      </p:tavLst>
                                    </p:anim>
                                    <p:anim calcmode="lin" valueType="num">
                                      <p:cBhvr>
                                        <p:cTn id="9" dur="250" fill="hold"/>
                                        <p:tgtEl>
                                          <p:spTgt spid="29"/>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2" presetClass="entr" presetSubtype="4" fill="hold" nodeType="afterEffect">
                                  <p:stCondLst>
                                    <p:cond delay="25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250"/>
                                        <p:tgtEl>
                                          <p:spTgt spid="36"/>
                                        </p:tgtEl>
                                      </p:cBhvr>
                                    </p:animEffect>
                                    <p:anim calcmode="lin" valueType="num">
                                      <p:cBhvr>
                                        <p:cTn id="20" dur="250" fill="hold"/>
                                        <p:tgtEl>
                                          <p:spTgt spid="36"/>
                                        </p:tgtEl>
                                        <p:attrNameLst>
                                          <p:attrName>ppt_x</p:attrName>
                                        </p:attrNameLst>
                                      </p:cBhvr>
                                      <p:tavLst>
                                        <p:tav tm="0">
                                          <p:val>
                                            <p:strVal val="#ppt_x"/>
                                          </p:val>
                                        </p:tav>
                                        <p:tav tm="100000">
                                          <p:val>
                                            <p:strVal val="#ppt_x"/>
                                          </p:val>
                                        </p:tav>
                                      </p:tavLst>
                                    </p:anim>
                                    <p:anim calcmode="lin" valueType="num">
                                      <p:cBhvr>
                                        <p:cTn id="21" dur="250" fill="hold"/>
                                        <p:tgtEl>
                                          <p:spTgt spid="36"/>
                                        </p:tgtEl>
                                        <p:attrNameLst>
                                          <p:attrName>ppt_y</p:attrName>
                                        </p:attrNameLst>
                                      </p:cBhvr>
                                      <p:tavLst>
                                        <p:tav tm="0">
                                          <p:val>
                                            <p:strVal val="#ppt_y+.1"/>
                                          </p:val>
                                        </p:tav>
                                        <p:tav tm="100000">
                                          <p:val>
                                            <p:strVal val="#ppt_y"/>
                                          </p:val>
                                        </p:tav>
                                      </p:tavLst>
                                    </p:anim>
                                  </p:childTnLst>
                                </p:cTn>
                              </p:par>
                            </p:childTnLst>
                          </p:cTn>
                        </p:par>
                        <p:par>
                          <p:cTn id="22" fill="hold">
                            <p:stCondLst>
                              <p:cond delay="250"/>
                            </p:stCondLst>
                            <p:childTnLst>
                              <p:par>
                                <p:cTn id="23" presetID="2" presetClass="entr" presetSubtype="4" fill="hold" nodeType="afterEffect">
                                  <p:stCondLst>
                                    <p:cond delay="25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250"/>
                                        <p:tgtEl>
                                          <p:spTgt spid="22"/>
                                        </p:tgtEl>
                                      </p:cBhvr>
                                    </p:animEffect>
                                    <p:anim calcmode="lin" valueType="num">
                                      <p:cBhvr>
                                        <p:cTn id="32" dur="250" fill="hold"/>
                                        <p:tgtEl>
                                          <p:spTgt spid="22"/>
                                        </p:tgtEl>
                                        <p:attrNameLst>
                                          <p:attrName>ppt_x</p:attrName>
                                        </p:attrNameLst>
                                      </p:cBhvr>
                                      <p:tavLst>
                                        <p:tav tm="0">
                                          <p:val>
                                            <p:strVal val="#ppt_x"/>
                                          </p:val>
                                        </p:tav>
                                        <p:tav tm="100000">
                                          <p:val>
                                            <p:strVal val="#ppt_x"/>
                                          </p:val>
                                        </p:tav>
                                      </p:tavLst>
                                    </p:anim>
                                    <p:anim calcmode="lin" valueType="num">
                                      <p:cBhvr>
                                        <p:cTn id="33" dur="250" fill="hold"/>
                                        <p:tgtEl>
                                          <p:spTgt spid="22"/>
                                        </p:tgtEl>
                                        <p:attrNameLst>
                                          <p:attrName>ppt_y</p:attrName>
                                        </p:attrNameLst>
                                      </p:cBhvr>
                                      <p:tavLst>
                                        <p:tav tm="0">
                                          <p:val>
                                            <p:strVal val="#ppt_y+.1"/>
                                          </p:val>
                                        </p:tav>
                                        <p:tav tm="100000">
                                          <p:val>
                                            <p:strVal val="#ppt_y"/>
                                          </p:val>
                                        </p:tav>
                                      </p:tavLst>
                                    </p:anim>
                                  </p:childTnLst>
                                </p:cTn>
                              </p:par>
                            </p:childTnLst>
                          </p:cTn>
                        </p:par>
                        <p:par>
                          <p:cTn id="34" fill="hold">
                            <p:stCondLst>
                              <p:cond delay="250"/>
                            </p:stCondLst>
                            <p:childTnLst>
                              <p:par>
                                <p:cTn id="35" presetID="2" presetClass="entr" presetSubtype="4" fill="hold" nodeType="afterEffect">
                                  <p:stCondLst>
                                    <p:cond delay="25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CFFE18FB-A857-14EB-7D78-C3A668CB552C}"/>
              </a:ext>
            </a:extLst>
          </p:cNvPr>
          <p:cNvSpPr/>
          <p:nvPr/>
        </p:nvSpPr>
        <p:spPr>
          <a:xfrm>
            <a:off x="4943872" y="1965365"/>
            <a:ext cx="2304256" cy="3703268"/>
          </a:xfrm>
          <a:custGeom>
            <a:avLst/>
            <a:gdLst>
              <a:gd name="connsiteX0" fmla="*/ 384050 w 2304256"/>
              <a:gd name="connsiteY0" fmla="*/ 0 h 3703268"/>
              <a:gd name="connsiteX1" fmla="*/ 540060 w 2304256"/>
              <a:gd name="connsiteY1" fmla="*/ 0 h 3703268"/>
              <a:gd name="connsiteX2" fmla="*/ 1152128 w 2304256"/>
              <a:gd name="connsiteY2" fmla="*/ 612068 h 3703268"/>
              <a:gd name="connsiteX3" fmla="*/ 1764196 w 2304256"/>
              <a:gd name="connsiteY3" fmla="*/ 0 h 3703268"/>
              <a:gd name="connsiteX4" fmla="*/ 1920206 w 2304256"/>
              <a:gd name="connsiteY4" fmla="*/ 0 h 3703268"/>
              <a:gd name="connsiteX5" fmla="*/ 2304256 w 2304256"/>
              <a:gd name="connsiteY5" fmla="*/ 384050 h 3703268"/>
              <a:gd name="connsiteX6" fmla="*/ 2304256 w 2304256"/>
              <a:gd name="connsiteY6" fmla="*/ 3319218 h 3703268"/>
              <a:gd name="connsiteX7" fmla="*/ 1920206 w 2304256"/>
              <a:gd name="connsiteY7" fmla="*/ 3703268 h 3703268"/>
              <a:gd name="connsiteX8" fmla="*/ 384050 w 2304256"/>
              <a:gd name="connsiteY8" fmla="*/ 3703268 h 3703268"/>
              <a:gd name="connsiteX9" fmla="*/ 0 w 2304256"/>
              <a:gd name="connsiteY9" fmla="*/ 3319218 h 3703268"/>
              <a:gd name="connsiteX10" fmla="*/ 0 w 2304256"/>
              <a:gd name="connsiteY10" fmla="*/ 384050 h 3703268"/>
              <a:gd name="connsiteX11" fmla="*/ 384050 w 2304256"/>
              <a:gd name="connsiteY11" fmla="*/ 0 h 370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04256" h="3703268">
                <a:moveTo>
                  <a:pt x="384050" y="0"/>
                </a:moveTo>
                <a:lnTo>
                  <a:pt x="540060" y="0"/>
                </a:lnTo>
                <a:cubicBezTo>
                  <a:pt x="540060" y="338036"/>
                  <a:pt x="814092" y="612068"/>
                  <a:pt x="1152128" y="612068"/>
                </a:cubicBezTo>
                <a:cubicBezTo>
                  <a:pt x="1490164" y="612068"/>
                  <a:pt x="1764196" y="338036"/>
                  <a:pt x="1764196" y="0"/>
                </a:cubicBezTo>
                <a:lnTo>
                  <a:pt x="1920206" y="0"/>
                </a:lnTo>
                <a:cubicBezTo>
                  <a:pt x="2132311" y="0"/>
                  <a:pt x="2304256" y="171945"/>
                  <a:pt x="2304256" y="384050"/>
                </a:cubicBezTo>
                <a:lnTo>
                  <a:pt x="2304256" y="3319218"/>
                </a:lnTo>
                <a:cubicBezTo>
                  <a:pt x="2304256" y="3531323"/>
                  <a:pt x="2132311" y="3703268"/>
                  <a:pt x="1920206" y="3703268"/>
                </a:cubicBezTo>
                <a:lnTo>
                  <a:pt x="384050" y="3703268"/>
                </a:lnTo>
                <a:cubicBezTo>
                  <a:pt x="171945" y="3703268"/>
                  <a:pt x="0" y="3531323"/>
                  <a:pt x="0" y="3319218"/>
                </a:cubicBezTo>
                <a:lnTo>
                  <a:pt x="0" y="384050"/>
                </a:lnTo>
                <a:cubicBezTo>
                  <a:pt x="0" y="171945"/>
                  <a:pt x="171945" y="0"/>
                  <a:pt x="384050" y="0"/>
                </a:cubicBezTo>
                <a:close/>
              </a:path>
            </a:pathLst>
          </a:custGeom>
          <a:solidFill>
            <a:srgbClr val="716D6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504000" rtlCol="0" anchor="ctr">
            <a:noAutofit/>
          </a:bodyPr>
          <a:lstStyle/>
          <a:p>
            <a:pPr algn="ctr"/>
            <a:r>
              <a:rPr lang="en-MY" sz="1600" dirty="0">
                <a:solidFill>
                  <a:schemeClr val="bg1"/>
                </a:solidFill>
                <a:latin typeface="Century Gothic" panose="020B0502020202020204" pitchFamily="34" charset="0"/>
              </a:rPr>
              <a:t>We use the present perfect for actions which started in the past and are still happening now </a:t>
            </a:r>
            <a:r>
              <a:rPr lang="en-MY" sz="1600" b="1" dirty="0">
                <a:solidFill>
                  <a:schemeClr val="bg1"/>
                </a:solidFill>
                <a:latin typeface="Century Gothic" panose="020B0502020202020204" pitchFamily="34" charset="0"/>
              </a:rPr>
              <a:t>OR</a:t>
            </a:r>
            <a:r>
              <a:rPr lang="en-MY" sz="1600" dirty="0">
                <a:solidFill>
                  <a:schemeClr val="bg1"/>
                </a:solidFill>
                <a:latin typeface="Century Gothic" panose="020B0502020202020204" pitchFamily="34" charset="0"/>
              </a:rPr>
              <a:t> for finished actions which have a connection to the present.</a:t>
            </a:r>
          </a:p>
          <a:p>
            <a:pPr algn="ctr"/>
            <a:endParaRPr lang="en-MY" sz="1600" dirty="0"/>
          </a:p>
        </p:txBody>
      </p:sp>
      <p:sp>
        <p:nvSpPr>
          <p:cNvPr id="5" name="Oval 4">
            <a:extLst>
              <a:ext uri="{FF2B5EF4-FFF2-40B4-BE49-F238E27FC236}">
                <a16:creationId xmlns:a16="http://schemas.microsoft.com/office/drawing/2014/main" id="{F3B476FA-1116-4158-2CAA-C1F0A07D002C}"/>
              </a:ext>
            </a:extLst>
          </p:cNvPr>
          <p:cNvSpPr/>
          <p:nvPr/>
        </p:nvSpPr>
        <p:spPr>
          <a:xfrm>
            <a:off x="5632704" y="1502069"/>
            <a:ext cx="926592" cy="926592"/>
          </a:xfrm>
          <a:prstGeom prst="ellipse">
            <a:avLst/>
          </a:prstGeom>
          <a:solidFill>
            <a:srgbClr val="D31A3A"/>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200" dirty="0">
                <a:latin typeface="Daytona Condensed" panose="020B0506030503040204" pitchFamily="34" charset="0"/>
              </a:rPr>
              <a:t>2</a:t>
            </a:r>
            <a:endParaRPr lang="en-MY" dirty="0">
              <a:latin typeface="Daytona Condensed" panose="020B0506030503040204" pitchFamily="34" charset="0"/>
            </a:endParaRPr>
          </a:p>
        </p:txBody>
      </p:sp>
      <p:sp>
        <p:nvSpPr>
          <p:cNvPr id="6" name="Freeform: Shape 5">
            <a:extLst>
              <a:ext uri="{FF2B5EF4-FFF2-40B4-BE49-F238E27FC236}">
                <a16:creationId xmlns:a16="http://schemas.microsoft.com/office/drawing/2014/main" id="{75EB779E-15F6-DDA3-29E9-9B3379791E9B}"/>
              </a:ext>
            </a:extLst>
          </p:cNvPr>
          <p:cNvSpPr/>
          <p:nvPr/>
        </p:nvSpPr>
        <p:spPr>
          <a:xfrm>
            <a:off x="7608168" y="1965365"/>
            <a:ext cx="2304256" cy="3703268"/>
          </a:xfrm>
          <a:custGeom>
            <a:avLst/>
            <a:gdLst>
              <a:gd name="connsiteX0" fmla="*/ 384050 w 2304256"/>
              <a:gd name="connsiteY0" fmla="*/ 0 h 3703268"/>
              <a:gd name="connsiteX1" fmla="*/ 540060 w 2304256"/>
              <a:gd name="connsiteY1" fmla="*/ 0 h 3703268"/>
              <a:gd name="connsiteX2" fmla="*/ 1152128 w 2304256"/>
              <a:gd name="connsiteY2" fmla="*/ 612068 h 3703268"/>
              <a:gd name="connsiteX3" fmla="*/ 1764196 w 2304256"/>
              <a:gd name="connsiteY3" fmla="*/ 0 h 3703268"/>
              <a:gd name="connsiteX4" fmla="*/ 1920206 w 2304256"/>
              <a:gd name="connsiteY4" fmla="*/ 0 h 3703268"/>
              <a:gd name="connsiteX5" fmla="*/ 2304256 w 2304256"/>
              <a:gd name="connsiteY5" fmla="*/ 384050 h 3703268"/>
              <a:gd name="connsiteX6" fmla="*/ 2304256 w 2304256"/>
              <a:gd name="connsiteY6" fmla="*/ 3319218 h 3703268"/>
              <a:gd name="connsiteX7" fmla="*/ 1920206 w 2304256"/>
              <a:gd name="connsiteY7" fmla="*/ 3703268 h 3703268"/>
              <a:gd name="connsiteX8" fmla="*/ 384050 w 2304256"/>
              <a:gd name="connsiteY8" fmla="*/ 3703268 h 3703268"/>
              <a:gd name="connsiteX9" fmla="*/ 0 w 2304256"/>
              <a:gd name="connsiteY9" fmla="*/ 3319218 h 3703268"/>
              <a:gd name="connsiteX10" fmla="*/ 0 w 2304256"/>
              <a:gd name="connsiteY10" fmla="*/ 384050 h 3703268"/>
              <a:gd name="connsiteX11" fmla="*/ 384050 w 2304256"/>
              <a:gd name="connsiteY11" fmla="*/ 0 h 370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04256" h="3703268">
                <a:moveTo>
                  <a:pt x="384050" y="0"/>
                </a:moveTo>
                <a:lnTo>
                  <a:pt x="540060" y="0"/>
                </a:lnTo>
                <a:cubicBezTo>
                  <a:pt x="540060" y="338036"/>
                  <a:pt x="814092" y="612068"/>
                  <a:pt x="1152128" y="612068"/>
                </a:cubicBezTo>
                <a:cubicBezTo>
                  <a:pt x="1490164" y="612068"/>
                  <a:pt x="1764196" y="338036"/>
                  <a:pt x="1764196" y="0"/>
                </a:cubicBezTo>
                <a:lnTo>
                  <a:pt x="1920206" y="0"/>
                </a:lnTo>
                <a:cubicBezTo>
                  <a:pt x="2132311" y="0"/>
                  <a:pt x="2304256" y="171945"/>
                  <a:pt x="2304256" y="384050"/>
                </a:cubicBezTo>
                <a:lnTo>
                  <a:pt x="2304256" y="3319218"/>
                </a:lnTo>
                <a:cubicBezTo>
                  <a:pt x="2304256" y="3531323"/>
                  <a:pt x="2132311" y="3703268"/>
                  <a:pt x="1920206" y="3703268"/>
                </a:cubicBezTo>
                <a:lnTo>
                  <a:pt x="384050" y="3703268"/>
                </a:lnTo>
                <a:cubicBezTo>
                  <a:pt x="171945" y="3703268"/>
                  <a:pt x="0" y="3531323"/>
                  <a:pt x="0" y="3319218"/>
                </a:cubicBezTo>
                <a:lnTo>
                  <a:pt x="0" y="384050"/>
                </a:lnTo>
                <a:cubicBezTo>
                  <a:pt x="0" y="171945"/>
                  <a:pt x="171945" y="0"/>
                  <a:pt x="384050" y="0"/>
                </a:cubicBezTo>
                <a:close/>
              </a:path>
            </a:pathLst>
          </a:cu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288000" rtlCol="0" anchor="ctr">
            <a:noAutofit/>
          </a:bodyPr>
          <a:lstStyle/>
          <a:p>
            <a:pPr algn="ctr"/>
            <a:r>
              <a:rPr lang="en-MY" sz="1600" dirty="0">
                <a:solidFill>
                  <a:schemeClr val="bg1"/>
                </a:solidFill>
                <a:latin typeface="Century Gothic" panose="020B0502020202020204" pitchFamily="34" charset="0"/>
              </a:rPr>
              <a:t>We </a:t>
            </a:r>
            <a:r>
              <a:rPr lang="en-MY" sz="1600" b="1" dirty="0">
                <a:solidFill>
                  <a:schemeClr val="bg1"/>
                </a:solidFill>
                <a:latin typeface="Century Gothic" panose="020B0502020202020204" pitchFamily="34" charset="0"/>
              </a:rPr>
              <a:t>CAN'T</a:t>
            </a:r>
            <a:r>
              <a:rPr lang="en-MY" sz="1600" dirty="0">
                <a:solidFill>
                  <a:schemeClr val="bg1"/>
                </a:solidFill>
                <a:latin typeface="Century Gothic" panose="020B0502020202020204" pitchFamily="34" charset="0"/>
              </a:rPr>
              <a:t> use the present perfect with a finished time word.</a:t>
            </a:r>
            <a:r>
              <a:rPr lang="en-MY" sz="1600" dirty="0">
                <a:solidFill>
                  <a:srgbClr val="000000"/>
                </a:solidFill>
                <a:latin typeface="Century Gothic" panose="020B0502020202020204" pitchFamily="34" charset="0"/>
              </a:rPr>
              <a:t>:</a:t>
            </a:r>
            <a:endParaRPr lang="en-MY" sz="1600" dirty="0"/>
          </a:p>
        </p:txBody>
      </p:sp>
      <p:sp>
        <p:nvSpPr>
          <p:cNvPr id="7" name="Oval 6">
            <a:extLst>
              <a:ext uri="{FF2B5EF4-FFF2-40B4-BE49-F238E27FC236}">
                <a16:creationId xmlns:a16="http://schemas.microsoft.com/office/drawing/2014/main" id="{DF07DBFC-7ADD-6BB5-CD81-78D33E6AF72A}"/>
              </a:ext>
            </a:extLst>
          </p:cNvPr>
          <p:cNvSpPr/>
          <p:nvPr/>
        </p:nvSpPr>
        <p:spPr>
          <a:xfrm>
            <a:off x="8297000" y="1502069"/>
            <a:ext cx="926592" cy="926592"/>
          </a:xfrm>
          <a:prstGeom prst="ellipse">
            <a:avLst/>
          </a:prstGeom>
          <a:solidFill>
            <a:srgbClr val="D31A3A"/>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200" dirty="0">
                <a:latin typeface="Daytona Condensed" panose="020B0506030503040204" pitchFamily="34" charset="0"/>
              </a:rPr>
              <a:t>3</a:t>
            </a:r>
            <a:endParaRPr lang="en-MY" dirty="0">
              <a:latin typeface="Daytona Condensed" panose="020B0506030503040204" pitchFamily="34" charset="0"/>
            </a:endParaRPr>
          </a:p>
        </p:txBody>
      </p:sp>
      <p:sp>
        <p:nvSpPr>
          <p:cNvPr id="8" name="Freeform: Shape 7">
            <a:extLst>
              <a:ext uri="{FF2B5EF4-FFF2-40B4-BE49-F238E27FC236}">
                <a16:creationId xmlns:a16="http://schemas.microsoft.com/office/drawing/2014/main" id="{EF2C3D74-9CFB-20EA-2161-5C9853ED9108}"/>
              </a:ext>
            </a:extLst>
          </p:cNvPr>
          <p:cNvSpPr/>
          <p:nvPr/>
        </p:nvSpPr>
        <p:spPr>
          <a:xfrm>
            <a:off x="2305498" y="1965365"/>
            <a:ext cx="2304256" cy="3703268"/>
          </a:xfrm>
          <a:custGeom>
            <a:avLst/>
            <a:gdLst>
              <a:gd name="connsiteX0" fmla="*/ 384050 w 2304256"/>
              <a:gd name="connsiteY0" fmla="*/ 0 h 3703268"/>
              <a:gd name="connsiteX1" fmla="*/ 540060 w 2304256"/>
              <a:gd name="connsiteY1" fmla="*/ 0 h 3703268"/>
              <a:gd name="connsiteX2" fmla="*/ 1152128 w 2304256"/>
              <a:gd name="connsiteY2" fmla="*/ 612068 h 3703268"/>
              <a:gd name="connsiteX3" fmla="*/ 1764196 w 2304256"/>
              <a:gd name="connsiteY3" fmla="*/ 0 h 3703268"/>
              <a:gd name="connsiteX4" fmla="*/ 1920206 w 2304256"/>
              <a:gd name="connsiteY4" fmla="*/ 0 h 3703268"/>
              <a:gd name="connsiteX5" fmla="*/ 2304256 w 2304256"/>
              <a:gd name="connsiteY5" fmla="*/ 384050 h 3703268"/>
              <a:gd name="connsiteX6" fmla="*/ 2304256 w 2304256"/>
              <a:gd name="connsiteY6" fmla="*/ 3319218 h 3703268"/>
              <a:gd name="connsiteX7" fmla="*/ 1920206 w 2304256"/>
              <a:gd name="connsiteY7" fmla="*/ 3703268 h 3703268"/>
              <a:gd name="connsiteX8" fmla="*/ 384050 w 2304256"/>
              <a:gd name="connsiteY8" fmla="*/ 3703268 h 3703268"/>
              <a:gd name="connsiteX9" fmla="*/ 0 w 2304256"/>
              <a:gd name="connsiteY9" fmla="*/ 3319218 h 3703268"/>
              <a:gd name="connsiteX10" fmla="*/ 0 w 2304256"/>
              <a:gd name="connsiteY10" fmla="*/ 384050 h 3703268"/>
              <a:gd name="connsiteX11" fmla="*/ 384050 w 2304256"/>
              <a:gd name="connsiteY11" fmla="*/ 0 h 370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04256" h="3703268">
                <a:moveTo>
                  <a:pt x="384050" y="0"/>
                </a:moveTo>
                <a:lnTo>
                  <a:pt x="540060" y="0"/>
                </a:lnTo>
                <a:cubicBezTo>
                  <a:pt x="540060" y="338036"/>
                  <a:pt x="814092" y="612068"/>
                  <a:pt x="1152128" y="612068"/>
                </a:cubicBezTo>
                <a:cubicBezTo>
                  <a:pt x="1490164" y="612068"/>
                  <a:pt x="1764196" y="338036"/>
                  <a:pt x="1764196" y="0"/>
                </a:cubicBezTo>
                <a:lnTo>
                  <a:pt x="1920206" y="0"/>
                </a:lnTo>
                <a:cubicBezTo>
                  <a:pt x="2132311" y="0"/>
                  <a:pt x="2304256" y="171945"/>
                  <a:pt x="2304256" y="384050"/>
                </a:cubicBezTo>
                <a:lnTo>
                  <a:pt x="2304256" y="3319218"/>
                </a:lnTo>
                <a:cubicBezTo>
                  <a:pt x="2304256" y="3531323"/>
                  <a:pt x="2132311" y="3703268"/>
                  <a:pt x="1920206" y="3703268"/>
                </a:cubicBezTo>
                <a:lnTo>
                  <a:pt x="384050" y="3703268"/>
                </a:lnTo>
                <a:cubicBezTo>
                  <a:pt x="171945" y="3703268"/>
                  <a:pt x="0" y="3531323"/>
                  <a:pt x="0" y="3319218"/>
                </a:cubicBezTo>
                <a:lnTo>
                  <a:pt x="0" y="384050"/>
                </a:lnTo>
                <a:cubicBezTo>
                  <a:pt x="0" y="171945"/>
                  <a:pt x="171945" y="0"/>
                  <a:pt x="384050" y="0"/>
                </a:cubicBezTo>
                <a:close/>
              </a:path>
            </a:pathLst>
          </a:custGeom>
          <a:solidFill>
            <a:srgbClr val="A19D9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576000" rtlCol="0" anchor="ctr">
            <a:noAutofit/>
          </a:bodyPr>
          <a:lstStyle/>
          <a:p>
            <a:pPr algn="ctr"/>
            <a:r>
              <a:rPr lang="en-MY" sz="1600" dirty="0">
                <a:solidFill>
                  <a:schemeClr val="bg1"/>
                </a:solidFill>
                <a:latin typeface="Century Gothic" panose="020B0502020202020204" pitchFamily="34" charset="0"/>
              </a:rPr>
              <a:t>We use the past simple for past events or actions which have no connection to the present.</a:t>
            </a:r>
          </a:p>
          <a:p>
            <a:pPr algn="ctr"/>
            <a:endParaRPr lang="en-MY" sz="1600" dirty="0"/>
          </a:p>
        </p:txBody>
      </p:sp>
      <p:sp>
        <p:nvSpPr>
          <p:cNvPr id="9" name="Oval 8">
            <a:extLst>
              <a:ext uri="{FF2B5EF4-FFF2-40B4-BE49-F238E27FC236}">
                <a16:creationId xmlns:a16="http://schemas.microsoft.com/office/drawing/2014/main" id="{C82D1C71-AFE8-6CD5-834C-BD0EC90EBBFC}"/>
              </a:ext>
            </a:extLst>
          </p:cNvPr>
          <p:cNvSpPr/>
          <p:nvPr/>
        </p:nvSpPr>
        <p:spPr>
          <a:xfrm>
            <a:off x="2994330" y="1502069"/>
            <a:ext cx="926592" cy="926592"/>
          </a:xfrm>
          <a:prstGeom prst="ellipse">
            <a:avLst/>
          </a:prstGeom>
          <a:solidFill>
            <a:srgbClr val="D31A3A"/>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200" b="1" dirty="0">
                <a:latin typeface="Daytona Condensed" panose="020B0506030503040204" pitchFamily="34" charset="0"/>
              </a:rPr>
              <a:t>1</a:t>
            </a:r>
            <a:endParaRPr lang="en-MY" b="1" dirty="0">
              <a:latin typeface="Daytona Condensed" panose="020B0506030503040204" pitchFamily="34" charset="0"/>
            </a:endParaRPr>
          </a:p>
        </p:txBody>
      </p:sp>
    </p:spTree>
    <p:extLst>
      <p:ext uri="{BB962C8B-B14F-4D97-AF65-F5344CB8AC3E}">
        <p14:creationId xmlns:p14="http://schemas.microsoft.com/office/powerpoint/2010/main" val="379385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2" presetClass="entr" presetSubtype="4"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13DD6E9-6038-860C-591A-10C2F6B787A4}"/>
              </a:ext>
            </a:extLst>
          </p:cNvPr>
          <p:cNvGrpSpPr/>
          <p:nvPr/>
        </p:nvGrpSpPr>
        <p:grpSpPr>
          <a:xfrm>
            <a:off x="2962373" y="1283797"/>
            <a:ext cx="6267254" cy="4290406"/>
            <a:chOff x="7275871" y="3266985"/>
            <a:chExt cx="4286864" cy="2934680"/>
          </a:xfrm>
        </p:grpSpPr>
        <p:sp>
          <p:nvSpPr>
            <p:cNvPr id="5" name="Rectangle 4">
              <a:extLst>
                <a:ext uri="{FF2B5EF4-FFF2-40B4-BE49-F238E27FC236}">
                  <a16:creationId xmlns:a16="http://schemas.microsoft.com/office/drawing/2014/main" id="{9061C495-16A3-60B8-BA3D-BAB4FF3BDF00}"/>
                </a:ext>
              </a:extLst>
            </p:cNvPr>
            <p:cNvSpPr/>
            <p:nvPr/>
          </p:nvSpPr>
          <p:spPr>
            <a:xfrm>
              <a:off x="7275871" y="3266985"/>
              <a:ext cx="4286864" cy="2934680"/>
            </a:xfrm>
            <a:prstGeom prst="rect">
              <a:avLst/>
            </a:prstGeom>
            <a:solidFill>
              <a:srgbClr val="CED9D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180000" rtlCol="0" anchor="t" anchorCtr="0"/>
            <a:lstStyle/>
            <a:p>
              <a:r>
                <a:rPr lang="en-MY" dirty="0">
                  <a:solidFill>
                    <a:schemeClr val="tx1"/>
                  </a:solidFill>
                  <a:latin typeface="Arial" panose="020B0604020202020204" pitchFamily="34" charset="0"/>
                  <a:cs typeface="Arial" panose="020B0604020202020204" pitchFamily="34" charset="0"/>
                </a:rPr>
                <a:t>The air contains:</a:t>
              </a:r>
            </a:p>
          </p:txBody>
        </p:sp>
        <p:grpSp>
          <p:nvGrpSpPr>
            <p:cNvPr id="6" name="Group 5">
              <a:extLst>
                <a:ext uri="{FF2B5EF4-FFF2-40B4-BE49-F238E27FC236}">
                  <a16:creationId xmlns:a16="http://schemas.microsoft.com/office/drawing/2014/main" id="{17CD1493-2F00-3B27-EF91-6149A8C598F9}"/>
                </a:ext>
              </a:extLst>
            </p:cNvPr>
            <p:cNvGrpSpPr/>
            <p:nvPr/>
          </p:nvGrpSpPr>
          <p:grpSpPr>
            <a:xfrm>
              <a:off x="9284289" y="3913052"/>
              <a:ext cx="2050493" cy="2088210"/>
              <a:chOff x="8259042" y="3737797"/>
              <a:chExt cx="2050493" cy="2088209"/>
            </a:xfrm>
          </p:grpSpPr>
          <p:grpSp>
            <p:nvGrpSpPr>
              <p:cNvPr id="16" name="Group 15">
                <a:extLst>
                  <a:ext uri="{FF2B5EF4-FFF2-40B4-BE49-F238E27FC236}">
                    <a16:creationId xmlns:a16="http://schemas.microsoft.com/office/drawing/2014/main" id="{8D91D0FF-7A61-4466-9A36-77CF66D15394}"/>
                  </a:ext>
                </a:extLst>
              </p:cNvPr>
              <p:cNvGrpSpPr/>
              <p:nvPr/>
            </p:nvGrpSpPr>
            <p:grpSpPr>
              <a:xfrm>
                <a:off x="8259042" y="3737797"/>
                <a:ext cx="2050493" cy="2088209"/>
                <a:chOff x="4267974" y="1533705"/>
                <a:chExt cx="3656093" cy="3723342"/>
              </a:xfrm>
            </p:grpSpPr>
            <p:sp>
              <p:nvSpPr>
                <p:cNvPr id="18" name="Freeform: Shape 17">
                  <a:extLst>
                    <a:ext uri="{FF2B5EF4-FFF2-40B4-BE49-F238E27FC236}">
                      <a16:creationId xmlns:a16="http://schemas.microsoft.com/office/drawing/2014/main" id="{2A54022C-5FC0-02F7-7922-A01C00250640}"/>
                    </a:ext>
                  </a:extLst>
                </p:cNvPr>
                <p:cNvSpPr/>
                <p:nvPr/>
              </p:nvSpPr>
              <p:spPr>
                <a:xfrm rot="21300000">
                  <a:off x="4267974" y="1601401"/>
                  <a:ext cx="3656093" cy="3655646"/>
                </a:xfrm>
                <a:custGeom>
                  <a:avLst/>
                  <a:gdLst>
                    <a:gd name="connsiteX0" fmla="*/ 1796172 w 3656093"/>
                    <a:gd name="connsiteY0" fmla="*/ 0 h 3655647"/>
                    <a:gd name="connsiteX1" fmla="*/ 1796172 w 3656093"/>
                    <a:gd name="connsiteY1" fmla="*/ 997232 h 3655647"/>
                    <a:gd name="connsiteX2" fmla="*/ 1732090 w 3656093"/>
                    <a:gd name="connsiteY2" fmla="*/ 1001351 h 3655647"/>
                    <a:gd name="connsiteX3" fmla="*/ 999573 w 3656093"/>
                    <a:gd name="connsiteY3" fmla="*/ 1755118 h 3655647"/>
                    <a:gd name="connsiteX4" fmla="*/ 1755564 w 3656093"/>
                    <a:gd name="connsiteY4" fmla="*/ 2656073 h 3655647"/>
                    <a:gd name="connsiteX5" fmla="*/ 2656520 w 3656093"/>
                    <a:gd name="connsiteY5" fmla="*/ 1900082 h 3655647"/>
                    <a:gd name="connsiteX6" fmla="*/ 2654296 w 3656093"/>
                    <a:gd name="connsiteY6" fmla="*/ 1731643 h 3655647"/>
                    <a:gd name="connsiteX7" fmla="*/ 2646224 w 3656093"/>
                    <a:gd name="connsiteY7" fmla="*/ 1682991 h 3655647"/>
                    <a:gd name="connsiteX8" fmla="*/ 3626464 w 3656093"/>
                    <a:gd name="connsiteY8" fmla="*/ 1510149 h 3655647"/>
                    <a:gd name="connsiteX9" fmla="*/ 3644139 w 3656093"/>
                    <a:gd name="connsiteY9" fmla="*/ 1616687 h 3655647"/>
                    <a:gd name="connsiteX10" fmla="*/ 3649028 w 3656093"/>
                    <a:gd name="connsiteY10" fmla="*/ 1986915 h 3655647"/>
                    <a:gd name="connsiteX11" fmla="*/ 1668731 w 3656093"/>
                    <a:gd name="connsiteY11" fmla="*/ 3648581 h 3655647"/>
                    <a:gd name="connsiteX12" fmla="*/ 7065 w 3656093"/>
                    <a:gd name="connsiteY12" fmla="*/ 1668285 h 3655647"/>
                    <a:gd name="connsiteX13" fmla="*/ 1617134 w 3656093"/>
                    <a:gd name="connsiteY13" fmla="*/ 11507 h 3655647"/>
                    <a:gd name="connsiteX14" fmla="*/ 1796172 w 3656093"/>
                    <a:gd name="connsiteY14" fmla="*/ 0 h 3655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6093" h="3655647">
                      <a:moveTo>
                        <a:pt x="1796172" y="0"/>
                      </a:moveTo>
                      <a:lnTo>
                        <a:pt x="1796172" y="997232"/>
                      </a:lnTo>
                      <a:lnTo>
                        <a:pt x="1732090" y="1001351"/>
                      </a:lnTo>
                      <a:cubicBezTo>
                        <a:pt x="1347810" y="1045574"/>
                        <a:pt x="1034600" y="1354759"/>
                        <a:pt x="999573" y="1755118"/>
                      </a:cubicBezTo>
                      <a:cubicBezTo>
                        <a:pt x="959542" y="2212671"/>
                        <a:pt x="1298011" y="2616043"/>
                        <a:pt x="1755564" y="2656073"/>
                      </a:cubicBezTo>
                      <a:cubicBezTo>
                        <a:pt x="2213118" y="2696104"/>
                        <a:pt x="2616489" y="2357635"/>
                        <a:pt x="2656520" y="1900082"/>
                      </a:cubicBezTo>
                      <a:cubicBezTo>
                        <a:pt x="2661524" y="1842888"/>
                        <a:pt x="2660613" y="1786540"/>
                        <a:pt x="2654296" y="1731643"/>
                      </a:cubicBezTo>
                      <a:lnTo>
                        <a:pt x="2646224" y="1682991"/>
                      </a:lnTo>
                      <a:lnTo>
                        <a:pt x="3626464" y="1510149"/>
                      </a:lnTo>
                      <a:lnTo>
                        <a:pt x="3644139" y="1616687"/>
                      </a:lnTo>
                      <a:cubicBezTo>
                        <a:pt x="3658025" y="1737351"/>
                        <a:pt x="3660026" y="1861203"/>
                        <a:pt x="3649028" y="1986915"/>
                      </a:cubicBezTo>
                      <a:cubicBezTo>
                        <a:pt x="3561040" y="2992616"/>
                        <a:pt x="2674432" y="3736569"/>
                        <a:pt x="1668731" y="3648581"/>
                      </a:cubicBezTo>
                      <a:cubicBezTo>
                        <a:pt x="663031" y="3560594"/>
                        <a:pt x="-80922" y="2673985"/>
                        <a:pt x="7065" y="1668285"/>
                      </a:cubicBezTo>
                      <a:cubicBezTo>
                        <a:pt x="84054" y="788297"/>
                        <a:pt x="772487" y="108710"/>
                        <a:pt x="1617134" y="11507"/>
                      </a:cubicBezTo>
                      <a:lnTo>
                        <a:pt x="1796172" y="0"/>
                      </a:lnTo>
                      <a:close/>
                    </a:path>
                  </a:pathLst>
                </a:custGeom>
                <a:solidFill>
                  <a:srgbClr val="0E828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9" name="Freeform: Shape 18">
                  <a:extLst>
                    <a:ext uri="{FF2B5EF4-FFF2-40B4-BE49-F238E27FC236}">
                      <a16:creationId xmlns:a16="http://schemas.microsoft.com/office/drawing/2014/main" id="{7FE575CD-F878-C0FD-A953-2DBE7BB95A97}"/>
                    </a:ext>
                  </a:extLst>
                </p:cNvPr>
                <p:cNvSpPr/>
                <p:nvPr/>
              </p:nvSpPr>
              <p:spPr>
                <a:xfrm rot="21300000">
                  <a:off x="6109778" y="1533705"/>
                  <a:ext cx="1686133" cy="1627009"/>
                </a:xfrm>
                <a:custGeom>
                  <a:avLst/>
                  <a:gdLst>
                    <a:gd name="connsiteX0" fmla="*/ 86833 w 1686133"/>
                    <a:gd name="connsiteY0" fmla="*/ 0 h 1627009"/>
                    <a:gd name="connsiteX1" fmla="*/ 239876 w 1686133"/>
                    <a:gd name="connsiteY1" fmla="*/ 21211 h 1627009"/>
                    <a:gd name="connsiteX2" fmla="*/ 1681688 w 1686133"/>
                    <a:gd name="connsiteY2" fmla="*/ 1427150 h 1627009"/>
                    <a:gd name="connsiteX3" fmla="*/ 1686133 w 1686133"/>
                    <a:gd name="connsiteY3" fmla="*/ 1453946 h 1627009"/>
                    <a:gd name="connsiteX4" fmla="*/ 704645 w 1686133"/>
                    <a:gd name="connsiteY4" fmla="*/ 1627009 h 1627009"/>
                    <a:gd name="connsiteX5" fmla="*/ 686780 w 1686133"/>
                    <a:gd name="connsiteY5" fmla="*/ 1560809 h 1627009"/>
                    <a:gd name="connsiteX6" fmla="*/ 52013 w 1686133"/>
                    <a:gd name="connsiteY6" fmla="*/ 999717 h 1627009"/>
                    <a:gd name="connsiteX7" fmla="*/ 0 w 1686133"/>
                    <a:gd name="connsiteY7" fmla="*/ 992508 h 1627009"/>
                    <a:gd name="connsiteX8" fmla="*/ 86833 w 1686133"/>
                    <a:gd name="connsiteY8" fmla="*/ 0 h 162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6133" h="1627009">
                      <a:moveTo>
                        <a:pt x="86833" y="0"/>
                      </a:moveTo>
                      <a:lnTo>
                        <a:pt x="239876" y="21211"/>
                      </a:lnTo>
                      <a:cubicBezTo>
                        <a:pt x="967942" y="160082"/>
                        <a:pt x="1528729" y="724287"/>
                        <a:pt x="1681688" y="1427150"/>
                      </a:cubicBezTo>
                      <a:lnTo>
                        <a:pt x="1686133" y="1453946"/>
                      </a:lnTo>
                      <a:lnTo>
                        <a:pt x="704645" y="1627009"/>
                      </a:lnTo>
                      <a:lnTo>
                        <a:pt x="686780" y="1560809"/>
                      </a:lnTo>
                      <a:cubicBezTo>
                        <a:pt x="595338" y="1278150"/>
                        <a:pt x="355650" y="1057632"/>
                        <a:pt x="52013" y="999717"/>
                      </a:cubicBezTo>
                      <a:lnTo>
                        <a:pt x="0" y="992508"/>
                      </a:lnTo>
                      <a:lnTo>
                        <a:pt x="86833" y="0"/>
                      </a:lnTo>
                      <a:close/>
                    </a:path>
                  </a:pathLst>
                </a:custGeom>
                <a:solidFill>
                  <a:srgbClr val="1B3D6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0" name="Freeform: Shape 19">
                  <a:extLst>
                    <a:ext uri="{FF2B5EF4-FFF2-40B4-BE49-F238E27FC236}">
                      <a16:creationId xmlns:a16="http://schemas.microsoft.com/office/drawing/2014/main" id="{434AC70B-0226-EFD6-22DE-E860A1F01CA4}"/>
                    </a:ext>
                  </a:extLst>
                </p:cNvPr>
                <p:cNvSpPr/>
                <p:nvPr/>
              </p:nvSpPr>
              <p:spPr>
                <a:xfrm rot="21300000">
                  <a:off x="5993829" y="1600741"/>
                  <a:ext cx="132331" cy="997382"/>
                </a:xfrm>
                <a:custGeom>
                  <a:avLst/>
                  <a:gdLst>
                    <a:gd name="connsiteX0" fmla="*/ 132331 w 132331"/>
                    <a:gd name="connsiteY0" fmla="*/ 4874 h 997382"/>
                    <a:gd name="connsiteX1" fmla="*/ 45498 w 132331"/>
                    <a:gd name="connsiteY1" fmla="*/ 997382 h 997382"/>
                    <a:gd name="connsiteX2" fmla="*/ 0 w 132331"/>
                    <a:gd name="connsiteY2" fmla="*/ 995706 h 997382"/>
                    <a:gd name="connsiteX3" fmla="*/ 0 w 132331"/>
                    <a:gd name="connsiteY3" fmla="*/ 0 h 997382"/>
                    <a:gd name="connsiteX4" fmla="*/ 132331 w 132331"/>
                    <a:gd name="connsiteY4" fmla="*/ 4874 h 997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331" h="997382">
                      <a:moveTo>
                        <a:pt x="132331" y="4874"/>
                      </a:moveTo>
                      <a:lnTo>
                        <a:pt x="45498" y="997382"/>
                      </a:lnTo>
                      <a:lnTo>
                        <a:pt x="0" y="995706"/>
                      </a:lnTo>
                      <a:lnTo>
                        <a:pt x="0" y="0"/>
                      </a:lnTo>
                      <a:lnTo>
                        <a:pt x="132331" y="4874"/>
                      </a:lnTo>
                      <a:close/>
                    </a:path>
                  </a:pathLst>
                </a:custGeom>
                <a:solidFill>
                  <a:srgbClr val="9BB1B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17" name="Oval 16">
                <a:extLst>
                  <a:ext uri="{FF2B5EF4-FFF2-40B4-BE49-F238E27FC236}">
                    <a16:creationId xmlns:a16="http://schemas.microsoft.com/office/drawing/2014/main" id="{1549760F-6380-450E-4D91-CC47BC5C3EC6}"/>
                  </a:ext>
                </a:extLst>
              </p:cNvPr>
              <p:cNvSpPr/>
              <p:nvPr/>
            </p:nvSpPr>
            <p:spPr>
              <a:xfrm>
                <a:off x="8905148" y="4419855"/>
                <a:ext cx="764227" cy="764227"/>
              </a:xfrm>
              <a:prstGeom prst="ellipse">
                <a:avLst/>
              </a:prstGeom>
              <a:solidFill>
                <a:srgbClr val="CED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chemeClr val="bg2">
                        <a:lumMod val="10000"/>
                      </a:schemeClr>
                    </a:solidFill>
                    <a:latin typeface="Arial" panose="020B0604020202020204" pitchFamily="34" charset="0"/>
                    <a:cs typeface="Arial" panose="020B0604020202020204" pitchFamily="34" charset="0"/>
                  </a:rPr>
                  <a:t>Air</a:t>
                </a:r>
              </a:p>
            </p:txBody>
          </p:sp>
        </p:grpSp>
        <p:grpSp>
          <p:nvGrpSpPr>
            <p:cNvPr id="7" name="Group 6">
              <a:extLst>
                <a:ext uri="{FF2B5EF4-FFF2-40B4-BE49-F238E27FC236}">
                  <a16:creationId xmlns:a16="http://schemas.microsoft.com/office/drawing/2014/main" id="{62633112-0458-86B5-0572-AE0E74AFA3E4}"/>
                </a:ext>
              </a:extLst>
            </p:cNvPr>
            <p:cNvGrpSpPr/>
            <p:nvPr/>
          </p:nvGrpSpPr>
          <p:grpSpPr>
            <a:xfrm>
              <a:off x="7487129" y="4103384"/>
              <a:ext cx="1983968" cy="1745511"/>
              <a:chOff x="7300321" y="3816298"/>
              <a:chExt cx="1983968" cy="1745510"/>
            </a:xfrm>
          </p:grpSpPr>
          <p:grpSp>
            <p:nvGrpSpPr>
              <p:cNvPr id="8" name="Group 7">
                <a:extLst>
                  <a:ext uri="{FF2B5EF4-FFF2-40B4-BE49-F238E27FC236}">
                    <a16:creationId xmlns:a16="http://schemas.microsoft.com/office/drawing/2014/main" id="{342630FA-6BDC-2D22-F33C-1E1559CEB895}"/>
                  </a:ext>
                </a:extLst>
              </p:cNvPr>
              <p:cNvGrpSpPr/>
              <p:nvPr/>
            </p:nvGrpSpPr>
            <p:grpSpPr>
              <a:xfrm>
                <a:off x="7300321" y="3816298"/>
                <a:ext cx="830956" cy="1745510"/>
                <a:chOff x="7474261" y="3931921"/>
                <a:chExt cx="326556" cy="1745510"/>
              </a:xfrm>
            </p:grpSpPr>
            <p:sp>
              <p:nvSpPr>
                <p:cNvPr id="13" name="Rectangle 12">
                  <a:extLst>
                    <a:ext uri="{FF2B5EF4-FFF2-40B4-BE49-F238E27FC236}">
                      <a16:creationId xmlns:a16="http://schemas.microsoft.com/office/drawing/2014/main" id="{ACB83CA9-6F7F-CDFC-F289-B89D073F9023}"/>
                    </a:ext>
                  </a:extLst>
                </p:cNvPr>
                <p:cNvSpPr/>
                <p:nvPr/>
              </p:nvSpPr>
              <p:spPr>
                <a:xfrm>
                  <a:off x="7474261" y="3931921"/>
                  <a:ext cx="326556" cy="469184"/>
                </a:xfrm>
                <a:prstGeom prst="rect">
                  <a:avLst/>
                </a:prstGeom>
                <a:solidFill>
                  <a:srgbClr val="1B3D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600" dirty="0">
                      <a:solidFill>
                        <a:schemeClr val="bg1"/>
                      </a:solidFill>
                      <a:latin typeface="Arial" panose="020B0604020202020204" pitchFamily="34" charset="0"/>
                      <a:cs typeface="Arial" panose="020B0604020202020204" pitchFamily="34" charset="0"/>
                    </a:rPr>
                    <a:t>21%</a:t>
                  </a:r>
                </a:p>
              </p:txBody>
            </p:sp>
            <p:sp>
              <p:nvSpPr>
                <p:cNvPr id="14" name="Rectangle 13">
                  <a:extLst>
                    <a:ext uri="{FF2B5EF4-FFF2-40B4-BE49-F238E27FC236}">
                      <a16:creationId xmlns:a16="http://schemas.microsoft.com/office/drawing/2014/main" id="{CB8A5FD8-CAFC-F518-AECD-2F3907A6294A}"/>
                    </a:ext>
                  </a:extLst>
                </p:cNvPr>
                <p:cNvSpPr/>
                <p:nvPr/>
              </p:nvSpPr>
              <p:spPr>
                <a:xfrm>
                  <a:off x="7474261" y="4570084"/>
                  <a:ext cx="326556" cy="469184"/>
                </a:xfrm>
                <a:prstGeom prst="rect">
                  <a:avLst/>
                </a:prstGeom>
                <a:solidFill>
                  <a:srgbClr val="0E82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600" dirty="0">
                      <a:solidFill>
                        <a:schemeClr val="bg1"/>
                      </a:solidFill>
                      <a:latin typeface="Arial" panose="020B0604020202020204" pitchFamily="34" charset="0"/>
                      <a:cs typeface="Arial" panose="020B0604020202020204" pitchFamily="34" charset="0"/>
                    </a:rPr>
                    <a:t>78%</a:t>
                  </a:r>
                </a:p>
              </p:txBody>
            </p:sp>
            <p:sp>
              <p:nvSpPr>
                <p:cNvPr id="15" name="Rectangle 14">
                  <a:extLst>
                    <a:ext uri="{FF2B5EF4-FFF2-40B4-BE49-F238E27FC236}">
                      <a16:creationId xmlns:a16="http://schemas.microsoft.com/office/drawing/2014/main" id="{0D5B84D2-8CE5-C0DC-D432-5B9951826CFA}"/>
                    </a:ext>
                  </a:extLst>
                </p:cNvPr>
                <p:cNvSpPr/>
                <p:nvPr/>
              </p:nvSpPr>
              <p:spPr>
                <a:xfrm>
                  <a:off x="7474261" y="5208247"/>
                  <a:ext cx="326556" cy="469184"/>
                </a:xfrm>
                <a:prstGeom prst="rect">
                  <a:avLst/>
                </a:prstGeom>
                <a:solidFill>
                  <a:srgbClr val="9BB1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600" dirty="0">
                      <a:solidFill>
                        <a:schemeClr val="bg1"/>
                      </a:solidFill>
                      <a:latin typeface="Arial" panose="020B0604020202020204" pitchFamily="34" charset="0"/>
                      <a:cs typeface="Arial" panose="020B0604020202020204" pitchFamily="34" charset="0"/>
                    </a:rPr>
                    <a:t>1%</a:t>
                  </a:r>
                </a:p>
              </p:txBody>
            </p:sp>
          </p:grpSp>
          <p:grpSp>
            <p:nvGrpSpPr>
              <p:cNvPr id="9" name="Group 8">
                <a:extLst>
                  <a:ext uri="{FF2B5EF4-FFF2-40B4-BE49-F238E27FC236}">
                    <a16:creationId xmlns:a16="http://schemas.microsoft.com/office/drawing/2014/main" id="{B6A9EF84-7BA1-76E8-5F26-73479256AC7F}"/>
                  </a:ext>
                </a:extLst>
              </p:cNvPr>
              <p:cNvGrpSpPr/>
              <p:nvPr/>
            </p:nvGrpSpPr>
            <p:grpSpPr>
              <a:xfrm>
                <a:off x="8186912" y="3912937"/>
                <a:ext cx="1097377" cy="1583555"/>
                <a:chOff x="8186912" y="3912937"/>
                <a:chExt cx="1097377" cy="1583555"/>
              </a:xfrm>
            </p:grpSpPr>
            <p:sp>
              <p:nvSpPr>
                <p:cNvPr id="10" name="TextBox 9">
                  <a:extLst>
                    <a:ext uri="{FF2B5EF4-FFF2-40B4-BE49-F238E27FC236}">
                      <a16:creationId xmlns:a16="http://schemas.microsoft.com/office/drawing/2014/main" id="{007C68AC-3393-40AA-E808-505EFB8D7209}"/>
                    </a:ext>
                  </a:extLst>
                </p:cNvPr>
                <p:cNvSpPr txBox="1"/>
                <p:nvPr/>
              </p:nvSpPr>
              <p:spPr>
                <a:xfrm>
                  <a:off x="8186912" y="3912937"/>
                  <a:ext cx="1097377" cy="338554"/>
                </a:xfrm>
                <a:prstGeom prst="rect">
                  <a:avLst/>
                </a:prstGeom>
                <a:noFill/>
              </p:spPr>
              <p:txBody>
                <a:bodyPr wrap="square" rtlCol="0">
                  <a:spAutoFit/>
                </a:bodyPr>
                <a:lstStyle/>
                <a:p>
                  <a:r>
                    <a:rPr lang="en-MY" sz="1600" dirty="0">
                      <a:latin typeface="Arial" panose="020B0604020202020204" pitchFamily="34" charset="0"/>
                      <a:cs typeface="Arial" panose="020B0604020202020204" pitchFamily="34" charset="0"/>
                    </a:rPr>
                    <a:t>Oxygen</a:t>
                  </a:r>
                </a:p>
              </p:txBody>
            </p:sp>
            <p:sp>
              <p:nvSpPr>
                <p:cNvPr id="11" name="TextBox 10">
                  <a:extLst>
                    <a:ext uri="{FF2B5EF4-FFF2-40B4-BE49-F238E27FC236}">
                      <a16:creationId xmlns:a16="http://schemas.microsoft.com/office/drawing/2014/main" id="{9FD49F47-AA5A-06D8-F4B6-E5E4E25A94DD}"/>
                    </a:ext>
                  </a:extLst>
                </p:cNvPr>
                <p:cNvSpPr txBox="1"/>
                <p:nvPr/>
              </p:nvSpPr>
              <p:spPr>
                <a:xfrm>
                  <a:off x="8186912" y="4519776"/>
                  <a:ext cx="1097377" cy="338554"/>
                </a:xfrm>
                <a:prstGeom prst="rect">
                  <a:avLst/>
                </a:prstGeom>
                <a:noFill/>
              </p:spPr>
              <p:txBody>
                <a:bodyPr wrap="square" rtlCol="0">
                  <a:spAutoFit/>
                </a:bodyPr>
                <a:lstStyle/>
                <a:p>
                  <a:r>
                    <a:rPr lang="en-MY" sz="1600" dirty="0">
                      <a:latin typeface="Arial" panose="020B0604020202020204" pitchFamily="34" charset="0"/>
                      <a:cs typeface="Arial" panose="020B0604020202020204" pitchFamily="34" charset="0"/>
                    </a:rPr>
                    <a:t>Nitrogen</a:t>
                  </a:r>
                </a:p>
              </p:txBody>
            </p:sp>
            <p:sp>
              <p:nvSpPr>
                <p:cNvPr id="12" name="TextBox 11">
                  <a:extLst>
                    <a:ext uri="{FF2B5EF4-FFF2-40B4-BE49-F238E27FC236}">
                      <a16:creationId xmlns:a16="http://schemas.microsoft.com/office/drawing/2014/main" id="{94BC6395-1AB5-BE56-2141-E799F8AED148}"/>
                    </a:ext>
                  </a:extLst>
                </p:cNvPr>
                <p:cNvSpPr txBox="1"/>
                <p:nvPr/>
              </p:nvSpPr>
              <p:spPr>
                <a:xfrm>
                  <a:off x="8186912" y="5157938"/>
                  <a:ext cx="1097377" cy="338554"/>
                </a:xfrm>
                <a:prstGeom prst="rect">
                  <a:avLst/>
                </a:prstGeom>
                <a:noFill/>
              </p:spPr>
              <p:txBody>
                <a:bodyPr wrap="square" rtlCol="0">
                  <a:spAutoFit/>
                </a:bodyPr>
                <a:lstStyle/>
                <a:p>
                  <a:r>
                    <a:rPr lang="en-MY" sz="1600" dirty="0">
                      <a:latin typeface="Arial" panose="020B0604020202020204" pitchFamily="34" charset="0"/>
                      <a:cs typeface="Arial" panose="020B0604020202020204" pitchFamily="34" charset="0"/>
                    </a:rPr>
                    <a:t>Others</a:t>
                  </a:r>
                </a:p>
              </p:txBody>
            </p:sp>
          </p:grpSp>
        </p:grpSp>
      </p:grpSp>
    </p:spTree>
    <p:extLst>
      <p:ext uri="{BB962C8B-B14F-4D97-AF65-F5344CB8AC3E}">
        <p14:creationId xmlns:p14="http://schemas.microsoft.com/office/powerpoint/2010/main" val="3738940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D5E84A0C-B4C5-E02A-5D4E-F448EC92AEBB}"/>
              </a:ext>
            </a:extLst>
          </p:cNvPr>
          <p:cNvSpPr/>
          <p:nvPr/>
        </p:nvSpPr>
        <p:spPr>
          <a:xfrm rot="7200000">
            <a:off x="3906351" y="1031886"/>
            <a:ext cx="621013" cy="2070163"/>
          </a:xfrm>
          <a:custGeom>
            <a:avLst/>
            <a:gdLst>
              <a:gd name="connsiteX0" fmla="*/ 234772 w 536011"/>
              <a:gd name="connsiteY0" fmla="*/ 1786807 h 1786807"/>
              <a:gd name="connsiteX1" fmla="*/ 159927 w 536011"/>
              <a:gd name="connsiteY1" fmla="*/ 1640605 h 1786807"/>
              <a:gd name="connsiteX2" fmla="*/ 185272 w 536011"/>
              <a:gd name="connsiteY2" fmla="*/ 91539 h 1786807"/>
              <a:gd name="connsiteX3" fmla="*/ 235432 w 536011"/>
              <a:gd name="connsiteY3" fmla="*/ 0 h 1786807"/>
              <a:gd name="connsiteX4" fmla="*/ 536011 w 536011"/>
              <a:gd name="connsiteY4" fmla="*/ 173539 h 1786807"/>
              <a:gd name="connsiteX5" fmla="*/ 497471 w 536011"/>
              <a:gd name="connsiteY5" fmla="*/ 243874 h 1786807"/>
              <a:gd name="connsiteX6" fmla="*/ 476941 w 536011"/>
              <a:gd name="connsiteY6" fmla="*/ 1498586 h 1786807"/>
              <a:gd name="connsiteX7" fmla="*/ 535582 w 536011"/>
              <a:gd name="connsiteY7" fmla="*/ 1613134 h 1786807"/>
              <a:gd name="connsiteX8" fmla="*/ 234772 w 536011"/>
              <a:gd name="connsiteY8" fmla="*/ 1786807 h 1786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6011" h="1786807">
                <a:moveTo>
                  <a:pt x="234772" y="1786807"/>
                </a:moveTo>
                <a:lnTo>
                  <a:pt x="159927" y="1640605"/>
                </a:lnTo>
                <a:cubicBezTo>
                  <a:pt x="-67957" y="1133568"/>
                  <a:pt x="-45888" y="566380"/>
                  <a:pt x="185272" y="91539"/>
                </a:cubicBezTo>
                <a:lnTo>
                  <a:pt x="235432" y="0"/>
                </a:lnTo>
                <a:lnTo>
                  <a:pt x="536011" y="173539"/>
                </a:lnTo>
                <a:lnTo>
                  <a:pt x="497471" y="243874"/>
                </a:lnTo>
                <a:cubicBezTo>
                  <a:pt x="310236" y="628486"/>
                  <a:pt x="292360" y="1087897"/>
                  <a:pt x="476941" y="1498586"/>
                </a:cubicBezTo>
                <a:lnTo>
                  <a:pt x="535582" y="1613134"/>
                </a:lnTo>
                <a:lnTo>
                  <a:pt x="234772" y="1786807"/>
                </a:lnTo>
                <a:close/>
              </a:path>
            </a:pathLst>
          </a:custGeom>
          <a:solidFill>
            <a:srgbClr val="CED9D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6" name="Freeform: Shape 5">
            <a:extLst>
              <a:ext uri="{FF2B5EF4-FFF2-40B4-BE49-F238E27FC236}">
                <a16:creationId xmlns:a16="http://schemas.microsoft.com/office/drawing/2014/main" id="{1A447ADB-9F50-3D69-C1C8-B2577ECD449B}"/>
              </a:ext>
            </a:extLst>
          </p:cNvPr>
          <p:cNvSpPr/>
          <p:nvPr/>
        </p:nvSpPr>
        <p:spPr>
          <a:xfrm rot="7200000">
            <a:off x="3252190" y="4563044"/>
            <a:ext cx="1793198" cy="1235634"/>
          </a:xfrm>
          <a:custGeom>
            <a:avLst/>
            <a:gdLst>
              <a:gd name="connsiteX0" fmla="*/ 0 w 1547752"/>
              <a:gd name="connsiteY0" fmla="*/ 347078 h 1066505"/>
              <a:gd name="connsiteX1" fmla="*/ 0 w 1547752"/>
              <a:gd name="connsiteY1" fmla="*/ 0 h 1066505"/>
              <a:gd name="connsiteX2" fmla="*/ 104357 w 1547752"/>
              <a:gd name="connsiteY2" fmla="*/ 2330 h 1066505"/>
              <a:gd name="connsiteX3" fmla="*/ 1458560 w 1547752"/>
              <a:gd name="connsiteY3" fmla="*/ 754913 h 1066505"/>
              <a:gd name="connsiteX4" fmla="*/ 1547752 w 1547752"/>
              <a:gd name="connsiteY4" fmla="*/ 892832 h 1066505"/>
              <a:gd name="connsiteX5" fmla="*/ 1246942 w 1547752"/>
              <a:gd name="connsiteY5" fmla="*/ 1066505 h 1066505"/>
              <a:gd name="connsiteX6" fmla="*/ 1177061 w 1547752"/>
              <a:gd name="connsiteY6" fmla="*/ 958446 h 1066505"/>
              <a:gd name="connsiteX7" fmla="*/ 80184 w 1547752"/>
              <a:gd name="connsiteY7" fmla="*/ 348869 h 1066505"/>
              <a:gd name="connsiteX8" fmla="*/ 0 w 1547752"/>
              <a:gd name="connsiteY8" fmla="*/ 347078 h 1066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752" h="1066505">
                <a:moveTo>
                  <a:pt x="0" y="347078"/>
                </a:moveTo>
                <a:lnTo>
                  <a:pt x="0" y="0"/>
                </a:lnTo>
                <a:lnTo>
                  <a:pt x="104357" y="2330"/>
                </a:lnTo>
                <a:cubicBezTo>
                  <a:pt x="631161" y="39560"/>
                  <a:pt x="1133395" y="304042"/>
                  <a:pt x="1458560" y="754913"/>
                </a:cubicBezTo>
                <a:lnTo>
                  <a:pt x="1547752" y="892832"/>
                </a:lnTo>
                <a:lnTo>
                  <a:pt x="1246942" y="1066505"/>
                </a:lnTo>
                <a:lnTo>
                  <a:pt x="1177061" y="958446"/>
                </a:lnTo>
                <a:cubicBezTo>
                  <a:pt x="913684" y="593250"/>
                  <a:pt x="506885" y="379025"/>
                  <a:pt x="80184" y="348869"/>
                </a:cubicBezTo>
                <a:lnTo>
                  <a:pt x="0" y="347078"/>
                </a:lnTo>
                <a:close/>
              </a:path>
            </a:pathLst>
          </a:custGeom>
          <a:solidFill>
            <a:srgbClr val="0E828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7" name="Freeform: Shape 6">
            <a:extLst>
              <a:ext uri="{FF2B5EF4-FFF2-40B4-BE49-F238E27FC236}">
                <a16:creationId xmlns:a16="http://schemas.microsoft.com/office/drawing/2014/main" id="{E36296A2-4193-BD57-C1CA-A71E0923BDF2}"/>
              </a:ext>
            </a:extLst>
          </p:cNvPr>
          <p:cNvSpPr/>
          <p:nvPr/>
        </p:nvSpPr>
        <p:spPr>
          <a:xfrm rot="7200000">
            <a:off x="4176148" y="2963867"/>
            <a:ext cx="1793456" cy="1237193"/>
          </a:xfrm>
          <a:custGeom>
            <a:avLst/>
            <a:gdLst>
              <a:gd name="connsiteX0" fmla="*/ 0 w 1547975"/>
              <a:gd name="connsiteY0" fmla="*/ 894310 h 1067850"/>
              <a:gd name="connsiteX1" fmla="*/ 12607 w 1547975"/>
              <a:gd name="connsiteY1" fmla="*/ 871303 h 1067850"/>
              <a:gd name="connsiteX2" fmla="*/ 656867 w 1547975"/>
              <a:gd name="connsiteY2" fmla="*/ 244587 h 1067850"/>
              <a:gd name="connsiteX3" fmla="*/ 1521748 w 1547975"/>
              <a:gd name="connsiteY3" fmla="*/ 0 h 1067850"/>
              <a:gd name="connsiteX4" fmla="*/ 1547975 w 1547975"/>
              <a:gd name="connsiteY4" fmla="*/ 586 h 1067850"/>
              <a:gd name="connsiteX5" fmla="*/ 1547975 w 1547975"/>
              <a:gd name="connsiteY5" fmla="*/ 347665 h 1067850"/>
              <a:gd name="connsiteX6" fmla="*/ 1531077 w 1547975"/>
              <a:gd name="connsiteY6" fmla="*/ 347287 h 1067850"/>
              <a:gd name="connsiteX7" fmla="*/ 830540 w 1547975"/>
              <a:gd name="connsiteY7" fmla="*/ 545398 h 1067850"/>
              <a:gd name="connsiteX8" fmla="*/ 308703 w 1547975"/>
              <a:gd name="connsiteY8" fmla="*/ 1053025 h 1067850"/>
              <a:gd name="connsiteX9" fmla="*/ 300580 w 1547975"/>
              <a:gd name="connsiteY9" fmla="*/ 1067850 h 1067850"/>
              <a:gd name="connsiteX10" fmla="*/ 0 w 1547975"/>
              <a:gd name="connsiteY10" fmla="*/ 894310 h 106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975" h="1067850">
                <a:moveTo>
                  <a:pt x="0" y="894310"/>
                </a:moveTo>
                <a:lnTo>
                  <a:pt x="12607" y="871303"/>
                </a:lnTo>
                <a:cubicBezTo>
                  <a:pt x="166563" y="619950"/>
                  <a:pt x="383651" y="402328"/>
                  <a:pt x="656867" y="244587"/>
                </a:cubicBezTo>
                <a:cubicBezTo>
                  <a:pt x="930082" y="86846"/>
                  <a:pt x="1227092" y="7653"/>
                  <a:pt x="1521748" y="0"/>
                </a:cubicBezTo>
                <a:lnTo>
                  <a:pt x="1547975" y="586"/>
                </a:lnTo>
                <a:lnTo>
                  <a:pt x="1547975" y="347665"/>
                </a:lnTo>
                <a:lnTo>
                  <a:pt x="1531077" y="347287"/>
                </a:lnTo>
                <a:cubicBezTo>
                  <a:pt x="1292411" y="353486"/>
                  <a:pt x="1051838" y="417631"/>
                  <a:pt x="830540" y="545398"/>
                </a:cubicBezTo>
                <a:cubicBezTo>
                  <a:pt x="609241" y="673165"/>
                  <a:pt x="433404" y="849434"/>
                  <a:pt x="308703" y="1053025"/>
                </a:cubicBezTo>
                <a:lnTo>
                  <a:pt x="300580" y="1067850"/>
                </a:lnTo>
                <a:lnTo>
                  <a:pt x="0" y="894310"/>
                </a:lnTo>
                <a:close/>
              </a:path>
            </a:pathLst>
          </a:custGeom>
          <a:solidFill>
            <a:srgbClr val="0FB7C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8" name="Freeform: Shape 7">
            <a:extLst>
              <a:ext uri="{FF2B5EF4-FFF2-40B4-BE49-F238E27FC236}">
                <a16:creationId xmlns:a16="http://schemas.microsoft.com/office/drawing/2014/main" id="{5AF7C242-B8BB-936A-1A89-52A9675369EF}"/>
              </a:ext>
            </a:extLst>
          </p:cNvPr>
          <p:cNvSpPr/>
          <p:nvPr/>
        </p:nvSpPr>
        <p:spPr>
          <a:xfrm rot="7200000">
            <a:off x="805736" y="1914891"/>
            <a:ext cx="3937850" cy="3152759"/>
          </a:xfrm>
          <a:custGeom>
            <a:avLst/>
            <a:gdLst>
              <a:gd name="connsiteX0" fmla="*/ 1013289 w 2168055"/>
              <a:gd name="connsiteY0" fmla="*/ 589801 h 1735809"/>
              <a:gd name="connsiteX1" fmla="*/ 1013289 w 2168055"/>
              <a:gd name="connsiteY1" fmla="*/ 563405 h 1735809"/>
              <a:gd name="connsiteX2" fmla="*/ 1036149 w 2168055"/>
              <a:gd name="connsiteY2" fmla="*/ 576603 h 1735809"/>
              <a:gd name="connsiteX3" fmla="*/ 1016440 w 2168055"/>
              <a:gd name="connsiteY3" fmla="*/ 1735436 h 1735809"/>
              <a:gd name="connsiteX4" fmla="*/ 1016440 w 2168055"/>
              <a:gd name="connsiteY4" fmla="*/ 1514042 h 1735809"/>
              <a:gd name="connsiteX5" fmla="*/ 1027221 w 2168055"/>
              <a:gd name="connsiteY5" fmla="*/ 1514283 h 1735809"/>
              <a:gd name="connsiteX6" fmla="*/ 1474078 w 2168055"/>
              <a:gd name="connsiteY6" fmla="*/ 1387913 h 1735809"/>
              <a:gd name="connsiteX7" fmla="*/ 1806947 w 2168055"/>
              <a:gd name="connsiteY7" fmla="*/ 1064108 h 1735809"/>
              <a:gd name="connsiteX8" fmla="*/ 1812128 w 2168055"/>
              <a:gd name="connsiteY8" fmla="*/ 1054652 h 1735809"/>
              <a:gd name="connsiteX9" fmla="*/ 1935884 w 2168055"/>
              <a:gd name="connsiteY9" fmla="*/ 1126103 h 1735809"/>
              <a:gd name="connsiteX10" fmla="*/ 1812128 w 2168055"/>
              <a:gd name="connsiteY10" fmla="*/ 1054652 h 1735809"/>
              <a:gd name="connsiteX11" fmla="*/ 1826146 w 2168055"/>
              <a:gd name="connsiteY11" fmla="*/ 1029070 h 1735809"/>
              <a:gd name="connsiteX12" fmla="*/ 1826146 w 2168055"/>
              <a:gd name="connsiteY12" fmla="*/ 1029070 h 1735809"/>
              <a:gd name="connsiteX13" fmla="*/ 1850730 w 2168055"/>
              <a:gd name="connsiteY13" fmla="*/ 984205 h 1735809"/>
              <a:gd name="connsiteX14" fmla="*/ 1863826 w 2168055"/>
              <a:gd name="connsiteY14" fmla="*/ 183851 h 1735809"/>
              <a:gd name="connsiteX15" fmla="*/ 1826420 w 2168055"/>
              <a:gd name="connsiteY15" fmla="*/ 110782 h 1735809"/>
              <a:gd name="connsiteX16" fmla="*/ 2018299 w 2168055"/>
              <a:gd name="connsiteY16" fmla="*/ 0 h 1735809"/>
              <a:gd name="connsiteX17" fmla="*/ 2066041 w 2168055"/>
              <a:gd name="connsiteY17" fmla="*/ 93258 h 1735809"/>
              <a:gd name="connsiteX18" fmla="*/ 2049874 w 2168055"/>
              <a:gd name="connsiteY18" fmla="*/ 1081375 h 1735809"/>
              <a:gd name="connsiteX19" fmla="*/ 2017878 w 2168055"/>
              <a:gd name="connsiteY19" fmla="*/ 1139767 h 1735809"/>
              <a:gd name="connsiteX20" fmla="*/ 1955313 w 2168055"/>
              <a:gd name="connsiteY20" fmla="*/ 1103645 h 1735809"/>
              <a:gd name="connsiteX21" fmla="*/ 2017877 w 2168055"/>
              <a:gd name="connsiteY21" fmla="*/ 1139767 h 1735809"/>
              <a:gd name="connsiteX22" fmla="*/ 2003859 w 2168055"/>
              <a:gd name="connsiteY22" fmla="*/ 1165349 h 1735809"/>
              <a:gd name="connsiteX23" fmla="*/ 2003860 w 2168055"/>
              <a:gd name="connsiteY23" fmla="*/ 1165349 h 1735809"/>
              <a:gd name="connsiteX24" fmla="*/ 1995819 w 2168055"/>
              <a:gd name="connsiteY24" fmla="*/ 1180024 h 1735809"/>
              <a:gd name="connsiteX25" fmla="*/ 1584860 w 2168055"/>
              <a:gd name="connsiteY25" fmla="*/ 1579792 h 1735809"/>
              <a:gd name="connsiteX26" fmla="*/ 1033170 w 2168055"/>
              <a:gd name="connsiteY26" fmla="*/ 1735809 h 1735809"/>
              <a:gd name="connsiteX27" fmla="*/ 0 w 2168055"/>
              <a:gd name="connsiteY27" fmla="*/ 1165266 h 1735809"/>
              <a:gd name="connsiteX28" fmla="*/ 191880 w 2168055"/>
              <a:gd name="connsiteY28" fmla="*/ 1054483 h 1735809"/>
              <a:gd name="connsiteX29" fmla="*/ 236456 w 2168055"/>
              <a:gd name="connsiteY29" fmla="*/ 1123413 h 1735809"/>
              <a:gd name="connsiteX30" fmla="*/ 936132 w 2168055"/>
              <a:gd name="connsiteY30" fmla="*/ 1512249 h 1735809"/>
              <a:gd name="connsiteX31" fmla="*/ 987277 w 2168055"/>
              <a:gd name="connsiteY31" fmla="*/ 1513391 h 1735809"/>
              <a:gd name="connsiteX32" fmla="*/ 987278 w 2168055"/>
              <a:gd name="connsiteY32" fmla="*/ 1513391 h 1735809"/>
              <a:gd name="connsiteX33" fmla="*/ 1016440 w 2168055"/>
              <a:gd name="connsiteY33" fmla="*/ 1514043 h 1735809"/>
              <a:gd name="connsiteX34" fmla="*/ 1016440 w 2168055"/>
              <a:gd name="connsiteY34" fmla="*/ 1735436 h 1735809"/>
              <a:gd name="connsiteX35" fmla="*/ 987277 w 2168055"/>
              <a:gd name="connsiteY35" fmla="*/ 1734785 h 1735809"/>
              <a:gd name="connsiteX36" fmla="*/ 987277 w 2168055"/>
              <a:gd name="connsiteY36" fmla="*/ 1734784 h 1735809"/>
              <a:gd name="connsiteX37" fmla="*/ 920711 w 2168055"/>
              <a:gd name="connsiteY37" fmla="*/ 1733297 h 1735809"/>
              <a:gd name="connsiteX38" fmla="*/ 56894 w 2168055"/>
              <a:gd name="connsiteY38" fmla="*/ 1253241 h 173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168055" h="1735809">
                <a:moveTo>
                  <a:pt x="1013289" y="589801"/>
                </a:moveTo>
                <a:lnTo>
                  <a:pt x="1013289" y="563405"/>
                </a:lnTo>
                <a:lnTo>
                  <a:pt x="1036149" y="576603"/>
                </a:lnTo>
                <a:close/>
                <a:moveTo>
                  <a:pt x="1016440" y="1735436"/>
                </a:moveTo>
                <a:lnTo>
                  <a:pt x="1016440" y="1514042"/>
                </a:lnTo>
                <a:lnTo>
                  <a:pt x="1027221" y="1514283"/>
                </a:lnTo>
                <a:cubicBezTo>
                  <a:pt x="1179461" y="1510329"/>
                  <a:pt x="1332916" y="1469413"/>
                  <a:pt x="1474078" y="1387913"/>
                </a:cubicBezTo>
                <a:cubicBezTo>
                  <a:pt x="1615240" y="1306413"/>
                  <a:pt x="1727403" y="1193975"/>
                  <a:pt x="1806947" y="1064108"/>
                </a:cubicBezTo>
                <a:lnTo>
                  <a:pt x="1812128" y="1054652"/>
                </a:lnTo>
                <a:lnTo>
                  <a:pt x="1935884" y="1126103"/>
                </a:lnTo>
                <a:lnTo>
                  <a:pt x="1812128" y="1054652"/>
                </a:lnTo>
                <a:lnTo>
                  <a:pt x="1826146" y="1029070"/>
                </a:lnTo>
                <a:lnTo>
                  <a:pt x="1826146" y="1029070"/>
                </a:lnTo>
                <a:lnTo>
                  <a:pt x="1850730" y="984205"/>
                </a:lnTo>
                <a:cubicBezTo>
                  <a:pt x="1970163" y="738869"/>
                  <a:pt x="1981566" y="445821"/>
                  <a:pt x="1863826" y="183851"/>
                </a:cubicBezTo>
                <a:lnTo>
                  <a:pt x="1826420" y="110782"/>
                </a:lnTo>
                <a:lnTo>
                  <a:pt x="2018299" y="0"/>
                </a:lnTo>
                <a:lnTo>
                  <a:pt x="2066041" y="93258"/>
                </a:lnTo>
                <a:cubicBezTo>
                  <a:pt x="2211403" y="416687"/>
                  <a:pt x="2197326" y="778484"/>
                  <a:pt x="2049874" y="1081375"/>
                </a:cubicBezTo>
                <a:lnTo>
                  <a:pt x="2017878" y="1139767"/>
                </a:lnTo>
                <a:lnTo>
                  <a:pt x="1955313" y="1103645"/>
                </a:lnTo>
                <a:lnTo>
                  <a:pt x="2017877" y="1139767"/>
                </a:lnTo>
                <a:lnTo>
                  <a:pt x="2003859" y="1165349"/>
                </a:lnTo>
                <a:lnTo>
                  <a:pt x="2003860" y="1165349"/>
                </a:lnTo>
                <a:lnTo>
                  <a:pt x="1995819" y="1180024"/>
                </a:lnTo>
                <a:cubicBezTo>
                  <a:pt x="1897614" y="1340356"/>
                  <a:pt x="1759138" y="1479173"/>
                  <a:pt x="1584860" y="1579792"/>
                </a:cubicBezTo>
                <a:cubicBezTo>
                  <a:pt x="1410581" y="1680412"/>
                  <a:pt x="1221125" y="1730928"/>
                  <a:pt x="1033170" y="1735809"/>
                </a:cubicBezTo>
                <a:close/>
                <a:moveTo>
                  <a:pt x="0" y="1165266"/>
                </a:moveTo>
                <a:lnTo>
                  <a:pt x="191880" y="1054483"/>
                </a:lnTo>
                <a:lnTo>
                  <a:pt x="236456" y="1123413"/>
                </a:lnTo>
                <a:cubicBezTo>
                  <a:pt x="404459" y="1356363"/>
                  <a:pt x="663948" y="1493013"/>
                  <a:pt x="936132" y="1512249"/>
                </a:cubicBezTo>
                <a:lnTo>
                  <a:pt x="987277" y="1513391"/>
                </a:lnTo>
                <a:lnTo>
                  <a:pt x="987278" y="1513391"/>
                </a:lnTo>
                <a:lnTo>
                  <a:pt x="1016440" y="1514043"/>
                </a:lnTo>
                <a:lnTo>
                  <a:pt x="1016440" y="1735436"/>
                </a:lnTo>
                <a:lnTo>
                  <a:pt x="987277" y="1734785"/>
                </a:lnTo>
                <a:lnTo>
                  <a:pt x="987277" y="1734784"/>
                </a:lnTo>
                <a:lnTo>
                  <a:pt x="920711" y="1733297"/>
                </a:lnTo>
                <a:cubicBezTo>
                  <a:pt x="584674" y="1709549"/>
                  <a:pt x="264309" y="1540842"/>
                  <a:pt x="56894" y="1253241"/>
                </a:cubicBezTo>
                <a:close/>
              </a:path>
            </a:pathLst>
          </a:custGeom>
          <a:solidFill>
            <a:srgbClr val="1B3D6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nvGrpSpPr>
          <p:cNvPr id="9" name="Group 8">
            <a:extLst>
              <a:ext uri="{FF2B5EF4-FFF2-40B4-BE49-F238E27FC236}">
                <a16:creationId xmlns:a16="http://schemas.microsoft.com/office/drawing/2014/main" id="{98288E55-CE89-78C3-E76D-91B36610C4BF}"/>
              </a:ext>
            </a:extLst>
          </p:cNvPr>
          <p:cNvGrpSpPr/>
          <p:nvPr/>
        </p:nvGrpSpPr>
        <p:grpSpPr>
          <a:xfrm>
            <a:off x="4685373" y="665875"/>
            <a:ext cx="5293428" cy="1839415"/>
            <a:chOff x="4685373" y="665875"/>
            <a:chExt cx="5293428" cy="1839415"/>
          </a:xfrm>
        </p:grpSpPr>
        <p:sp>
          <p:nvSpPr>
            <p:cNvPr id="10" name="Freeform: Shape 9">
              <a:extLst>
                <a:ext uri="{FF2B5EF4-FFF2-40B4-BE49-F238E27FC236}">
                  <a16:creationId xmlns:a16="http://schemas.microsoft.com/office/drawing/2014/main" id="{0DBA5E8E-B415-E3E2-1E78-F10264230E5D}"/>
                </a:ext>
              </a:extLst>
            </p:cNvPr>
            <p:cNvSpPr/>
            <p:nvPr/>
          </p:nvSpPr>
          <p:spPr>
            <a:xfrm>
              <a:off x="4685373" y="1576236"/>
              <a:ext cx="1952557" cy="379141"/>
            </a:xfrm>
            <a:custGeom>
              <a:avLst/>
              <a:gdLst>
                <a:gd name="connsiteX0" fmla="*/ 0 w 2062975"/>
                <a:gd name="connsiteY0" fmla="*/ 379141 h 379141"/>
                <a:gd name="connsiteX1" fmla="*/ 568712 w 2062975"/>
                <a:gd name="connsiteY1" fmla="*/ 0 h 379141"/>
                <a:gd name="connsiteX2" fmla="*/ 2062975 w 2062975"/>
                <a:gd name="connsiteY2" fmla="*/ 0 h 379141"/>
                <a:gd name="connsiteX3" fmla="*/ 2062975 w 2062975"/>
                <a:gd name="connsiteY3" fmla="*/ 0 h 379141"/>
              </a:gdLst>
              <a:ahLst/>
              <a:cxnLst>
                <a:cxn ang="0">
                  <a:pos x="connsiteX0" y="connsiteY0"/>
                </a:cxn>
                <a:cxn ang="0">
                  <a:pos x="connsiteX1" y="connsiteY1"/>
                </a:cxn>
                <a:cxn ang="0">
                  <a:pos x="connsiteX2" y="connsiteY2"/>
                </a:cxn>
                <a:cxn ang="0">
                  <a:pos x="connsiteX3" y="connsiteY3"/>
                </a:cxn>
              </a:cxnLst>
              <a:rect l="l" t="t" r="r" b="b"/>
              <a:pathLst>
                <a:path w="2062975" h="379141">
                  <a:moveTo>
                    <a:pt x="0" y="379141"/>
                  </a:moveTo>
                  <a:lnTo>
                    <a:pt x="568712" y="0"/>
                  </a:lnTo>
                  <a:lnTo>
                    <a:pt x="2062975" y="0"/>
                  </a:lnTo>
                  <a:lnTo>
                    <a:pt x="2062975" y="0"/>
                  </a:lnTo>
                </a:path>
              </a:pathLst>
            </a:custGeom>
            <a:noFill/>
            <a:ln w="19050">
              <a:solidFill>
                <a:schemeClr val="bg2">
                  <a:lumMod val="10000"/>
                </a:schemeClr>
              </a:solidFill>
              <a:headEnd type="oval"/>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11" name="Group 10">
              <a:extLst>
                <a:ext uri="{FF2B5EF4-FFF2-40B4-BE49-F238E27FC236}">
                  <a16:creationId xmlns:a16="http://schemas.microsoft.com/office/drawing/2014/main" id="{A56AE503-806E-1CA6-8087-7F5C6685FF92}"/>
                </a:ext>
              </a:extLst>
            </p:cNvPr>
            <p:cNvGrpSpPr/>
            <p:nvPr/>
          </p:nvGrpSpPr>
          <p:grpSpPr>
            <a:xfrm>
              <a:off x="6077030" y="665875"/>
              <a:ext cx="3901771" cy="1839415"/>
              <a:chOff x="5711270" y="665875"/>
              <a:chExt cx="3901771" cy="1839415"/>
            </a:xfrm>
          </p:grpSpPr>
          <p:sp>
            <p:nvSpPr>
              <p:cNvPr id="12" name="Rectangle: Rounded Corners 11">
                <a:extLst>
                  <a:ext uri="{FF2B5EF4-FFF2-40B4-BE49-F238E27FC236}">
                    <a16:creationId xmlns:a16="http://schemas.microsoft.com/office/drawing/2014/main" id="{0639003B-AC33-41AF-580F-1B5BC8453547}"/>
                  </a:ext>
                </a:extLst>
              </p:cNvPr>
              <p:cNvSpPr/>
              <p:nvPr/>
            </p:nvSpPr>
            <p:spPr>
              <a:xfrm>
                <a:off x="5711270" y="1295882"/>
                <a:ext cx="2847112" cy="559692"/>
              </a:xfrm>
              <a:prstGeom prst="roundRect">
                <a:avLst>
                  <a:gd name="adj" fmla="val 50000"/>
                </a:avLst>
              </a:prstGeom>
              <a:solidFill>
                <a:srgbClr val="CED9DE"/>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tlCol="0" anchor="ctr"/>
              <a:lstStyle/>
              <a:p>
                <a:r>
                  <a:rPr lang="en-MY" dirty="0">
                    <a:solidFill>
                      <a:schemeClr val="bg2">
                        <a:lumMod val="10000"/>
                      </a:schemeClr>
                    </a:solidFill>
                    <a:latin typeface="Arial" panose="020B0604020202020204" pitchFamily="34" charset="0"/>
                    <a:cs typeface="Arial" panose="020B0604020202020204" pitchFamily="34" charset="0"/>
                  </a:rPr>
                  <a:t>Radial Pulse</a:t>
                </a:r>
              </a:p>
            </p:txBody>
          </p:sp>
          <p:sp>
            <p:nvSpPr>
              <p:cNvPr id="13" name="Oval 12">
                <a:extLst>
                  <a:ext uri="{FF2B5EF4-FFF2-40B4-BE49-F238E27FC236}">
                    <a16:creationId xmlns:a16="http://schemas.microsoft.com/office/drawing/2014/main" id="{7F5113B9-5C89-BA8E-6A1B-2D676B1BE733}"/>
                  </a:ext>
                </a:extLst>
              </p:cNvPr>
              <p:cNvSpPr/>
              <p:nvPr/>
            </p:nvSpPr>
            <p:spPr>
              <a:xfrm>
                <a:off x="7773626" y="665875"/>
                <a:ext cx="1839415" cy="1839415"/>
              </a:xfrm>
              <a:prstGeom prst="ellipse">
                <a:avLst/>
              </a:prstGeom>
              <a:blipFill>
                <a:blip r:embed="rId3"/>
                <a:srcRect/>
                <a:stretch>
                  <a:fillRect l="-10511" r="-1051"/>
                </a:stretch>
              </a:blip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grpSp>
        <p:nvGrpSpPr>
          <p:cNvPr id="14" name="Group 13">
            <a:extLst>
              <a:ext uri="{FF2B5EF4-FFF2-40B4-BE49-F238E27FC236}">
                <a16:creationId xmlns:a16="http://schemas.microsoft.com/office/drawing/2014/main" id="{2DC48683-17DF-7E8C-4F60-201739DD2679}"/>
              </a:ext>
            </a:extLst>
          </p:cNvPr>
          <p:cNvGrpSpPr/>
          <p:nvPr/>
        </p:nvGrpSpPr>
        <p:grpSpPr>
          <a:xfrm>
            <a:off x="4685373" y="4775911"/>
            <a:ext cx="5293428" cy="1839415"/>
            <a:chOff x="4685373" y="4775911"/>
            <a:chExt cx="5293428" cy="1839415"/>
          </a:xfrm>
        </p:grpSpPr>
        <p:sp>
          <p:nvSpPr>
            <p:cNvPr id="15" name="Freeform: Shape 14">
              <a:extLst>
                <a:ext uri="{FF2B5EF4-FFF2-40B4-BE49-F238E27FC236}">
                  <a16:creationId xmlns:a16="http://schemas.microsoft.com/office/drawing/2014/main" id="{8D4515A6-7218-EBA5-A00C-806854A2207C}"/>
                </a:ext>
              </a:extLst>
            </p:cNvPr>
            <p:cNvSpPr/>
            <p:nvPr/>
          </p:nvSpPr>
          <p:spPr>
            <a:xfrm flipV="1">
              <a:off x="4685373" y="5316478"/>
              <a:ext cx="1952557" cy="379141"/>
            </a:xfrm>
            <a:custGeom>
              <a:avLst/>
              <a:gdLst>
                <a:gd name="connsiteX0" fmla="*/ 0 w 2062975"/>
                <a:gd name="connsiteY0" fmla="*/ 379141 h 379141"/>
                <a:gd name="connsiteX1" fmla="*/ 568712 w 2062975"/>
                <a:gd name="connsiteY1" fmla="*/ 0 h 379141"/>
                <a:gd name="connsiteX2" fmla="*/ 2062975 w 2062975"/>
                <a:gd name="connsiteY2" fmla="*/ 0 h 379141"/>
                <a:gd name="connsiteX3" fmla="*/ 2062975 w 2062975"/>
                <a:gd name="connsiteY3" fmla="*/ 0 h 379141"/>
              </a:gdLst>
              <a:ahLst/>
              <a:cxnLst>
                <a:cxn ang="0">
                  <a:pos x="connsiteX0" y="connsiteY0"/>
                </a:cxn>
                <a:cxn ang="0">
                  <a:pos x="connsiteX1" y="connsiteY1"/>
                </a:cxn>
                <a:cxn ang="0">
                  <a:pos x="connsiteX2" y="connsiteY2"/>
                </a:cxn>
                <a:cxn ang="0">
                  <a:pos x="connsiteX3" y="connsiteY3"/>
                </a:cxn>
              </a:cxnLst>
              <a:rect l="l" t="t" r="r" b="b"/>
              <a:pathLst>
                <a:path w="2062975" h="379141">
                  <a:moveTo>
                    <a:pt x="0" y="379141"/>
                  </a:moveTo>
                  <a:lnTo>
                    <a:pt x="568712" y="0"/>
                  </a:lnTo>
                  <a:lnTo>
                    <a:pt x="2062975" y="0"/>
                  </a:lnTo>
                  <a:lnTo>
                    <a:pt x="2062975" y="0"/>
                  </a:lnTo>
                </a:path>
              </a:pathLst>
            </a:custGeom>
            <a:noFill/>
            <a:ln w="19050">
              <a:solidFill>
                <a:schemeClr val="bg2">
                  <a:lumMod val="10000"/>
                </a:schemeClr>
              </a:solidFill>
              <a:headEnd type="oval"/>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16" name="Group 15">
              <a:extLst>
                <a:ext uri="{FF2B5EF4-FFF2-40B4-BE49-F238E27FC236}">
                  <a16:creationId xmlns:a16="http://schemas.microsoft.com/office/drawing/2014/main" id="{C6E40EB7-6801-3D87-93F5-03685CA9EA1C}"/>
                </a:ext>
              </a:extLst>
            </p:cNvPr>
            <p:cNvGrpSpPr/>
            <p:nvPr/>
          </p:nvGrpSpPr>
          <p:grpSpPr>
            <a:xfrm>
              <a:off x="6077030" y="4775911"/>
              <a:ext cx="3901771" cy="1839415"/>
              <a:chOff x="5711270" y="4775911"/>
              <a:chExt cx="3901771" cy="1839415"/>
            </a:xfrm>
          </p:grpSpPr>
          <p:sp>
            <p:nvSpPr>
              <p:cNvPr id="17" name="Rectangle: Rounded Corners 16">
                <a:extLst>
                  <a:ext uri="{FF2B5EF4-FFF2-40B4-BE49-F238E27FC236}">
                    <a16:creationId xmlns:a16="http://schemas.microsoft.com/office/drawing/2014/main" id="{DBC61A17-1BE6-DB3F-D78D-444FB2A4269F}"/>
                  </a:ext>
                </a:extLst>
              </p:cNvPr>
              <p:cNvSpPr/>
              <p:nvPr/>
            </p:nvSpPr>
            <p:spPr>
              <a:xfrm>
                <a:off x="5711270" y="5415773"/>
                <a:ext cx="2847112" cy="559692"/>
              </a:xfrm>
              <a:prstGeom prst="roundRect">
                <a:avLst>
                  <a:gd name="adj" fmla="val 50000"/>
                </a:avLst>
              </a:prstGeom>
              <a:solidFill>
                <a:srgbClr val="0E828E"/>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tlCol="0" anchor="ctr"/>
              <a:lstStyle/>
              <a:p>
                <a:r>
                  <a:rPr lang="en-GB" dirty="0">
                    <a:solidFill>
                      <a:schemeClr val="tx1"/>
                    </a:solidFill>
                    <a:latin typeface="Arial" panose="020B0604020202020204" pitchFamily="34" charset="0"/>
                    <a:ea typeface="Times New Roman" panose="02020603050405020304" pitchFamily="18" charset="0"/>
                    <a:cs typeface="Arial" panose="020B0604020202020204" pitchFamily="34" charset="0"/>
                  </a:rPr>
                  <a:t>Brachial Pulse</a:t>
                </a:r>
                <a:endParaRPr lang="en-US" dirty="0">
                  <a:solidFill>
                    <a:schemeClr val="tx1"/>
                  </a:solidFill>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3CF3DC8F-0149-88EE-EEA0-FB8CD02BCA78}"/>
                  </a:ext>
                </a:extLst>
              </p:cNvPr>
              <p:cNvSpPr/>
              <p:nvPr/>
            </p:nvSpPr>
            <p:spPr>
              <a:xfrm>
                <a:off x="7773626" y="4775911"/>
                <a:ext cx="1839415" cy="1839415"/>
              </a:xfrm>
              <a:prstGeom prst="ellipse">
                <a:avLst/>
              </a:prstGeom>
              <a:blipFill>
                <a:blip r:embed="rId4"/>
                <a:srcRect/>
                <a:stretch>
                  <a:fillRect t="-3925" b="-3925"/>
                </a:stretch>
              </a:blip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grpSp>
        <p:nvGrpSpPr>
          <p:cNvPr id="19" name="Group 18">
            <a:extLst>
              <a:ext uri="{FF2B5EF4-FFF2-40B4-BE49-F238E27FC236}">
                <a16:creationId xmlns:a16="http://schemas.microsoft.com/office/drawing/2014/main" id="{02C33D6F-57D3-8B51-494A-79434E3A1601}"/>
              </a:ext>
            </a:extLst>
          </p:cNvPr>
          <p:cNvGrpSpPr/>
          <p:nvPr/>
        </p:nvGrpSpPr>
        <p:grpSpPr>
          <a:xfrm>
            <a:off x="5481603" y="2757111"/>
            <a:ext cx="5522791" cy="1839415"/>
            <a:chOff x="5481603" y="2757111"/>
            <a:chExt cx="5522791" cy="1839415"/>
          </a:xfrm>
        </p:grpSpPr>
        <p:cxnSp>
          <p:nvCxnSpPr>
            <p:cNvPr id="20" name="Straight Connector 19">
              <a:extLst>
                <a:ext uri="{FF2B5EF4-FFF2-40B4-BE49-F238E27FC236}">
                  <a16:creationId xmlns:a16="http://schemas.microsoft.com/office/drawing/2014/main" id="{A7A1C29A-9D16-C77D-81F1-37D010FDED57}"/>
                </a:ext>
              </a:extLst>
            </p:cNvPr>
            <p:cNvCxnSpPr>
              <a:cxnSpLocks/>
              <a:stCxn id="22" idx="1"/>
            </p:cNvCxnSpPr>
            <p:nvPr/>
          </p:nvCxnSpPr>
          <p:spPr>
            <a:xfrm flipH="1" flipV="1">
              <a:off x="5481603" y="3676819"/>
              <a:ext cx="1645031" cy="11447"/>
            </a:xfrm>
            <a:prstGeom prst="line">
              <a:avLst/>
            </a:prstGeom>
            <a:ln>
              <a:solidFill>
                <a:schemeClr val="bg2">
                  <a:lumMod val="10000"/>
                </a:schemeClr>
              </a:solidFill>
              <a:tailEnd type="ova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3225A466-BA86-43AB-8249-3F02D1C796FB}"/>
                </a:ext>
              </a:extLst>
            </p:cNvPr>
            <p:cNvGrpSpPr/>
            <p:nvPr/>
          </p:nvGrpSpPr>
          <p:grpSpPr>
            <a:xfrm>
              <a:off x="7126634" y="2757111"/>
              <a:ext cx="3877760" cy="1839415"/>
              <a:chOff x="6760874" y="2757111"/>
              <a:chExt cx="3877760" cy="1839415"/>
            </a:xfrm>
          </p:grpSpPr>
          <p:sp>
            <p:nvSpPr>
              <p:cNvPr id="22" name="Rectangle: Rounded Corners 21">
                <a:extLst>
                  <a:ext uri="{FF2B5EF4-FFF2-40B4-BE49-F238E27FC236}">
                    <a16:creationId xmlns:a16="http://schemas.microsoft.com/office/drawing/2014/main" id="{7B714146-4EE2-A299-0024-1F5A4F0AC10E}"/>
                  </a:ext>
                </a:extLst>
              </p:cNvPr>
              <p:cNvSpPr/>
              <p:nvPr/>
            </p:nvSpPr>
            <p:spPr>
              <a:xfrm>
                <a:off x="6760874" y="3408420"/>
                <a:ext cx="2847112" cy="559692"/>
              </a:xfrm>
              <a:prstGeom prst="roundRect">
                <a:avLst>
                  <a:gd name="adj" fmla="val 50000"/>
                </a:avLst>
              </a:prstGeom>
              <a:solidFill>
                <a:srgbClr val="0FB7CE"/>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tlCol="0" anchor="ctr"/>
              <a:lstStyle/>
              <a:p>
                <a:r>
                  <a:rPr lang="en-GB" dirty="0">
                    <a:solidFill>
                      <a:schemeClr val="bg2">
                        <a:lumMod val="10000"/>
                      </a:schemeClr>
                    </a:solidFill>
                    <a:latin typeface="Arial" panose="020B0604020202020204" pitchFamily="34" charset="0"/>
                    <a:ea typeface="Times New Roman" panose="02020603050405020304" pitchFamily="18" charset="0"/>
                    <a:cs typeface="Arial" panose="020B0604020202020204" pitchFamily="34" charset="0"/>
                  </a:rPr>
                  <a:t>Carotid Pulse</a:t>
                </a:r>
                <a:endParaRPr lang="en-US" dirty="0">
                  <a:solidFill>
                    <a:schemeClr val="bg2">
                      <a:lumMod val="10000"/>
                    </a:schemeClr>
                  </a:solidFill>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535A4734-DACF-C729-737A-AE9739997FFB}"/>
                  </a:ext>
                </a:extLst>
              </p:cNvPr>
              <p:cNvSpPr/>
              <p:nvPr/>
            </p:nvSpPr>
            <p:spPr>
              <a:xfrm>
                <a:off x="8799219" y="2757111"/>
                <a:ext cx="1839415" cy="1839415"/>
              </a:xfrm>
              <a:prstGeom prst="ellipse">
                <a:avLst/>
              </a:prstGeom>
              <a:blipFill>
                <a:blip r:embed="rId5"/>
                <a:srcRect/>
                <a:stretch>
                  <a:fillRect t="-3610" b="-3610"/>
                </a:stretch>
              </a:blip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sp>
        <p:nvSpPr>
          <p:cNvPr id="24" name="TextBox 23">
            <a:extLst>
              <a:ext uri="{FF2B5EF4-FFF2-40B4-BE49-F238E27FC236}">
                <a16:creationId xmlns:a16="http://schemas.microsoft.com/office/drawing/2014/main" id="{0CC96362-7490-71B0-6E69-3C2F16993FC9}"/>
              </a:ext>
            </a:extLst>
          </p:cNvPr>
          <p:cNvSpPr txBox="1"/>
          <p:nvPr/>
        </p:nvSpPr>
        <p:spPr>
          <a:xfrm>
            <a:off x="4899411" y="905755"/>
            <a:ext cx="33257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b="1" dirty="0">
                <a:solidFill>
                  <a:schemeClr val="bg2">
                    <a:lumMod val="10000"/>
                  </a:schemeClr>
                </a:solidFill>
                <a:latin typeface="Arial" panose="020B0604020202020204" pitchFamily="34" charset="0"/>
                <a:cs typeface="Arial" panose="020B0604020202020204" pitchFamily="34" charset="0"/>
              </a:rPr>
              <a:t>Conscious  - Adult / Child</a:t>
            </a:r>
          </a:p>
        </p:txBody>
      </p:sp>
      <p:sp>
        <p:nvSpPr>
          <p:cNvPr id="25" name="TextBox 24">
            <a:extLst>
              <a:ext uri="{FF2B5EF4-FFF2-40B4-BE49-F238E27FC236}">
                <a16:creationId xmlns:a16="http://schemas.microsoft.com/office/drawing/2014/main" id="{0AB21640-5497-86BA-D4FC-62CFCBBB2D28}"/>
              </a:ext>
            </a:extLst>
          </p:cNvPr>
          <p:cNvSpPr txBox="1"/>
          <p:nvPr/>
        </p:nvSpPr>
        <p:spPr>
          <a:xfrm>
            <a:off x="6193982" y="3025477"/>
            <a:ext cx="30624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b="1" dirty="0">
                <a:solidFill>
                  <a:schemeClr val="bg2">
                    <a:lumMod val="10000"/>
                  </a:schemeClr>
                </a:solidFill>
                <a:latin typeface="Arial" panose="020B0604020202020204" pitchFamily="34" charset="0"/>
                <a:cs typeface="Arial" panose="020B0604020202020204" pitchFamily="34" charset="0"/>
              </a:rPr>
              <a:t>Unconscious Adult / Child</a:t>
            </a:r>
          </a:p>
        </p:txBody>
      </p:sp>
      <p:sp>
        <p:nvSpPr>
          <p:cNvPr id="26" name="TextBox 25">
            <a:extLst>
              <a:ext uri="{FF2B5EF4-FFF2-40B4-BE49-F238E27FC236}">
                <a16:creationId xmlns:a16="http://schemas.microsoft.com/office/drawing/2014/main" id="{9BD24DB6-305B-7CF3-4EEB-F3164F225FFB}"/>
              </a:ext>
            </a:extLst>
          </p:cNvPr>
          <p:cNvSpPr txBox="1"/>
          <p:nvPr/>
        </p:nvSpPr>
        <p:spPr>
          <a:xfrm>
            <a:off x="4899411" y="4767926"/>
            <a:ext cx="330806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b="1" dirty="0">
                <a:solidFill>
                  <a:schemeClr val="bg2">
                    <a:lumMod val="10000"/>
                  </a:schemeClr>
                </a:solidFill>
                <a:latin typeface="Arial" panose="020B0604020202020204" pitchFamily="34" charset="0"/>
                <a:cs typeface="Arial" panose="020B0604020202020204" pitchFamily="34" charset="0"/>
              </a:rPr>
              <a:t>Conscious/Unconscious Infant</a:t>
            </a:r>
          </a:p>
        </p:txBody>
      </p:sp>
      <p:sp>
        <p:nvSpPr>
          <p:cNvPr id="27" name="Oval 26">
            <a:extLst>
              <a:ext uri="{FF2B5EF4-FFF2-40B4-BE49-F238E27FC236}">
                <a16:creationId xmlns:a16="http://schemas.microsoft.com/office/drawing/2014/main" id="{6F95831F-5B71-17A4-8BE8-D1D9A38363B0}"/>
              </a:ext>
            </a:extLst>
          </p:cNvPr>
          <p:cNvSpPr/>
          <p:nvPr/>
        </p:nvSpPr>
        <p:spPr>
          <a:xfrm>
            <a:off x="1723723" y="2036324"/>
            <a:ext cx="3175688" cy="3175688"/>
          </a:xfrm>
          <a:prstGeom prst="ellipse">
            <a:avLst/>
          </a:prstGeom>
          <a:solidFill>
            <a:srgbClr val="A3B8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4000" b="1" dirty="0">
                <a:solidFill>
                  <a:schemeClr val="bg2">
                    <a:lumMod val="10000"/>
                  </a:schemeClr>
                </a:solidFill>
                <a:latin typeface="Arial" panose="020B0604020202020204" pitchFamily="34" charset="0"/>
                <a:cs typeface="Arial" panose="020B0604020202020204" pitchFamily="34" charset="0"/>
              </a:rPr>
              <a:t>PULSE</a:t>
            </a:r>
          </a:p>
        </p:txBody>
      </p:sp>
    </p:spTree>
    <p:custDataLst>
      <p:tags r:id="rId1"/>
    </p:custDataLst>
    <p:extLst>
      <p:ext uri="{BB962C8B-B14F-4D97-AF65-F5344CB8AC3E}">
        <p14:creationId xmlns:p14="http://schemas.microsoft.com/office/powerpoint/2010/main" val="285749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D4A5BCA5-198F-EA0C-EDCB-8CC382F9CD50}"/>
              </a:ext>
            </a:extLst>
          </p:cNvPr>
          <p:cNvSpPr>
            <a:spLocks noGrp="1" noChangeArrowheads="1"/>
          </p:cNvSpPr>
          <p:nvPr>
            <p:ph type="title"/>
          </p:nvPr>
        </p:nvSpPr>
        <p:spPr bwMode="auto">
          <a:xfrm>
            <a:off x="723900" y="114300"/>
            <a:ext cx="9034463" cy="527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r>
              <a:rPr lang="en-MY" altLang="en-US"/>
              <a:t>PAX 05.07.02   BAGGAGE ACCEPTANCE</a:t>
            </a:r>
          </a:p>
        </p:txBody>
      </p:sp>
      <p:sp>
        <p:nvSpPr>
          <p:cNvPr id="94211" name="Text Placeholder 5">
            <a:extLst>
              <a:ext uri="{FF2B5EF4-FFF2-40B4-BE49-F238E27FC236}">
                <a16:creationId xmlns:a16="http://schemas.microsoft.com/office/drawing/2014/main" id="{B91F8644-5977-F8EE-F940-3F48CA406958}"/>
              </a:ext>
            </a:extLst>
          </p:cNvPr>
          <p:cNvSpPr>
            <a:spLocks noGrp="1" noChangeArrowheads="1"/>
          </p:cNvSpPr>
          <p:nvPr>
            <p:ph type="body" sz="quarter" idx="14"/>
          </p:nvPr>
        </p:nvSpPr>
        <p:spPr bwMode="auto">
          <a:xfrm>
            <a:off x="723900" y="584200"/>
            <a:ext cx="5676900" cy="44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MY" altLang="en-US"/>
              <a:t>Checked Baggage</a:t>
            </a:r>
          </a:p>
        </p:txBody>
      </p:sp>
      <p:pic>
        <p:nvPicPr>
          <p:cNvPr id="94212" name="Picture 3" descr="A blue and black rectangle&#10;&#10;AI-generated content may be incorrect.">
            <a:extLst>
              <a:ext uri="{FF2B5EF4-FFF2-40B4-BE49-F238E27FC236}">
                <a16:creationId xmlns:a16="http://schemas.microsoft.com/office/drawing/2014/main" id="{D76F55F3-B55F-4578-93D0-42D42B6D13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225" y="1335088"/>
            <a:ext cx="7747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8">
            <a:extLst>
              <a:ext uri="{FF2B5EF4-FFF2-40B4-BE49-F238E27FC236}">
                <a16:creationId xmlns:a16="http://schemas.microsoft.com/office/drawing/2014/main" id="{9A618168-A926-72BE-6E3E-C410DBC3D522}"/>
              </a:ext>
            </a:extLst>
          </p:cNvPr>
          <p:cNvGrpSpPr/>
          <p:nvPr/>
        </p:nvGrpSpPr>
        <p:grpSpPr>
          <a:xfrm>
            <a:off x="4619625" y="3416300"/>
            <a:ext cx="1258888" cy="2551113"/>
            <a:chOff x="4619625" y="3416300"/>
            <a:chExt cx="1258888" cy="2551113"/>
          </a:xfrm>
        </p:grpSpPr>
        <p:sp>
          <p:nvSpPr>
            <p:cNvPr id="21" name="Freeform: Shape 20">
              <a:extLst>
                <a:ext uri="{FF2B5EF4-FFF2-40B4-BE49-F238E27FC236}">
                  <a16:creationId xmlns:a16="http://schemas.microsoft.com/office/drawing/2014/main" id="{807DCBC0-B163-3063-08D7-57E90EB08249}"/>
                </a:ext>
              </a:extLst>
            </p:cNvPr>
            <p:cNvSpPr/>
            <p:nvPr/>
          </p:nvSpPr>
          <p:spPr>
            <a:xfrm rot="18900000">
              <a:off x="4619625" y="3416300"/>
              <a:ext cx="1258888" cy="2551113"/>
            </a:xfrm>
            <a:custGeom>
              <a:avLst/>
              <a:gdLst>
                <a:gd name="csX0" fmla="*/ 1048194 w 1259607"/>
                <a:gd name="csY0" fmla="*/ 1252593 h 2552065"/>
                <a:gd name="csX1" fmla="*/ 1046004 w 1259607"/>
                <a:gd name="csY1" fmla="*/ 1275453 h 2552065"/>
                <a:gd name="csX2" fmla="*/ 1048193 w 1259607"/>
                <a:gd name="csY2" fmla="*/ 1298312 h 2552065"/>
                <a:gd name="csX3" fmla="*/ 1048193 w 1259607"/>
                <a:gd name="csY3" fmla="*/ 1298312 h 2552065"/>
                <a:gd name="csX4" fmla="*/ 1060312 w 1259607"/>
                <a:gd name="csY4" fmla="*/ 1424750 h 2552065"/>
                <a:gd name="csX5" fmla="*/ 1221294 w 1259607"/>
                <a:gd name="csY5" fmla="*/ 1768822 h 2552065"/>
                <a:gd name="csX6" fmla="*/ 1259606 w 1259607"/>
                <a:gd name="csY6" fmla="*/ 1811209 h 2552065"/>
                <a:gd name="csX7" fmla="*/ 518750 w 1259607"/>
                <a:gd name="csY7" fmla="*/ 2552065 h 2552065"/>
                <a:gd name="csX8" fmla="*/ 399325 w 1259607"/>
                <a:gd name="csY8" fmla="*/ 2416698 h 2552065"/>
                <a:gd name="csX9" fmla="*/ 198988 w 1259607"/>
                <a:gd name="csY9" fmla="*/ 2105318 h 2552065"/>
                <a:gd name="csX10" fmla="*/ 3958 w 1259607"/>
                <a:gd name="csY10" fmla="*/ 1406137 h 2552065"/>
                <a:gd name="csX11" fmla="*/ 1551 w 1259607"/>
                <a:gd name="csY11" fmla="*/ 1298311 h 2552065"/>
                <a:gd name="csX12" fmla="*/ 1552 w 1259607"/>
                <a:gd name="csY12" fmla="*/ 1298311 h 2552065"/>
                <a:gd name="csX13" fmla="*/ 532 w 1259607"/>
                <a:gd name="csY13" fmla="*/ 1252593 h 2552065"/>
                <a:gd name="csX14" fmla="*/ 519912 w 1259607"/>
                <a:gd name="csY14" fmla="*/ 0 h 2552065"/>
                <a:gd name="csX15" fmla="*/ 1259607 w 1259607"/>
                <a:gd name="csY15" fmla="*/ 739696 h 2552065"/>
                <a:gd name="csX16" fmla="*/ 1221294 w 1259607"/>
                <a:gd name="csY16" fmla="*/ 782083 h 2552065"/>
                <a:gd name="csX17" fmla="*/ 1060313 w 1259607"/>
                <a:gd name="csY17" fmla="*/ 1126155 h 2552065"/>
                <a:gd name="csX18" fmla="*/ 1048195 w 1259607"/>
                <a:gd name="csY18" fmla="*/ 1252593 h 2552065"/>
                <a:gd name="csX19" fmla="*/ 531 w 1259607"/>
                <a:gd name="csY19" fmla="*/ 1252593 h 2552065"/>
                <a:gd name="csX20" fmla="*/ 0 w 1259607"/>
                <a:gd name="csY20" fmla="*/ 1228821 h 2552065"/>
                <a:gd name="csX21" fmla="*/ 429075 w 1259607"/>
                <a:gd name="csY21" fmla="*/ 97762 h 25520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59607" h="2552065">
                  <a:moveTo>
                    <a:pt x="1048194" y="1252593"/>
                  </a:moveTo>
                  <a:lnTo>
                    <a:pt x="1046004" y="1275453"/>
                  </a:lnTo>
                  <a:lnTo>
                    <a:pt x="1048193" y="1298312"/>
                  </a:lnTo>
                  <a:lnTo>
                    <a:pt x="1048193" y="1298312"/>
                  </a:lnTo>
                  <a:lnTo>
                    <a:pt x="1060312" y="1424750"/>
                  </a:lnTo>
                  <a:cubicBezTo>
                    <a:pt x="1084162" y="1547930"/>
                    <a:pt x="1137822" y="1666479"/>
                    <a:pt x="1221294" y="1768822"/>
                  </a:cubicBezTo>
                  <a:lnTo>
                    <a:pt x="1259606" y="1811209"/>
                  </a:lnTo>
                  <a:lnTo>
                    <a:pt x="518750" y="2552065"/>
                  </a:lnTo>
                  <a:lnTo>
                    <a:pt x="399325" y="2416698"/>
                  </a:lnTo>
                  <a:cubicBezTo>
                    <a:pt x="323607" y="2321728"/>
                    <a:pt x="256278" y="2217756"/>
                    <a:pt x="198988" y="2105318"/>
                  </a:cubicBezTo>
                  <a:cubicBezTo>
                    <a:pt x="84407" y="1880441"/>
                    <a:pt x="20825" y="1642986"/>
                    <a:pt x="3958" y="1406137"/>
                  </a:cubicBezTo>
                  <a:lnTo>
                    <a:pt x="1551" y="1298311"/>
                  </a:lnTo>
                  <a:lnTo>
                    <a:pt x="1552" y="1298311"/>
                  </a:lnTo>
                  <a:lnTo>
                    <a:pt x="532" y="1252593"/>
                  </a:lnTo>
                  <a:close/>
                  <a:moveTo>
                    <a:pt x="519912" y="0"/>
                  </a:moveTo>
                  <a:lnTo>
                    <a:pt x="1259607" y="739696"/>
                  </a:lnTo>
                  <a:lnTo>
                    <a:pt x="1221294" y="782083"/>
                  </a:lnTo>
                  <a:cubicBezTo>
                    <a:pt x="1137822" y="884426"/>
                    <a:pt x="1084162" y="1002975"/>
                    <a:pt x="1060313" y="1126155"/>
                  </a:cubicBezTo>
                  <a:lnTo>
                    <a:pt x="1048195" y="1252593"/>
                  </a:lnTo>
                  <a:lnTo>
                    <a:pt x="531" y="1252593"/>
                  </a:lnTo>
                  <a:lnTo>
                    <a:pt x="0" y="1228821"/>
                  </a:lnTo>
                  <a:cubicBezTo>
                    <a:pt x="10891" y="816307"/>
                    <a:pt x="161567" y="415738"/>
                    <a:pt x="429075" y="97762"/>
                  </a:cubicBezTo>
                  <a:close/>
                </a:path>
              </a:pathLst>
            </a:custGeom>
            <a:solidFill>
              <a:srgbClr val="82A7C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latin typeface="Arial" panose="020B0604020202020204" pitchFamily="34" charset="0"/>
                <a:cs typeface="Arial" panose="020B0604020202020204" pitchFamily="34" charset="0"/>
              </a:endParaRPr>
            </a:p>
          </p:txBody>
        </p:sp>
        <p:pic>
          <p:nvPicPr>
            <p:cNvPr id="24" name="Graphic 23">
              <a:extLst>
                <a:ext uri="{FF2B5EF4-FFF2-40B4-BE49-F238E27FC236}">
                  <a16:creationId xmlns:a16="http://schemas.microsoft.com/office/drawing/2014/main" id="{461BC5DA-5310-6377-7DEC-42426BAB886F}"/>
                </a:ext>
              </a:extLst>
            </p:cNvPr>
            <p:cNvPicPr>
              <a:picLocks noChangeAspect="1"/>
            </p:cNvPicPr>
            <p:nvPr/>
          </p:nvPicPr>
          <p:blipFill>
            <a:blip r:embed="rId5"/>
            <a:stretch>
              <a:fillRect/>
            </a:stretch>
          </p:blipFill>
          <p:spPr>
            <a:xfrm>
              <a:off x="5046663" y="4354513"/>
              <a:ext cx="387350" cy="901700"/>
            </a:xfrm>
            <a:prstGeom prst="rect">
              <a:avLst/>
            </a:prstGeom>
          </p:spPr>
        </p:pic>
      </p:grpSp>
      <p:grpSp>
        <p:nvGrpSpPr>
          <p:cNvPr id="10" name="Group 9">
            <a:extLst>
              <a:ext uri="{FF2B5EF4-FFF2-40B4-BE49-F238E27FC236}">
                <a16:creationId xmlns:a16="http://schemas.microsoft.com/office/drawing/2014/main" id="{D57616F8-B63F-C841-5C83-791927F12313}"/>
              </a:ext>
            </a:extLst>
          </p:cNvPr>
          <p:cNvGrpSpPr/>
          <p:nvPr/>
        </p:nvGrpSpPr>
        <p:grpSpPr>
          <a:xfrm>
            <a:off x="7916028" y="2265363"/>
            <a:ext cx="2729747" cy="1077912"/>
            <a:chOff x="7916028" y="2265363"/>
            <a:chExt cx="2729747" cy="1077912"/>
          </a:xfrm>
        </p:grpSpPr>
        <p:sp>
          <p:nvSpPr>
            <p:cNvPr id="94213" name="TextBox 13">
              <a:extLst>
                <a:ext uri="{FF2B5EF4-FFF2-40B4-BE49-F238E27FC236}">
                  <a16:creationId xmlns:a16="http://schemas.microsoft.com/office/drawing/2014/main" id="{896F799B-DD30-E9AA-DD1E-78AF58EFECF0}"/>
                </a:ext>
              </a:extLst>
            </p:cNvPr>
            <p:cNvSpPr txBox="1">
              <a:spLocks noChangeArrowheads="1"/>
            </p:cNvSpPr>
            <p:nvPr/>
          </p:nvSpPr>
          <p:spPr bwMode="auto">
            <a:xfrm>
              <a:off x="8185150" y="2265363"/>
              <a:ext cx="24606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eaLnBrk="1" hangingPunct="1"/>
              <a:r>
                <a:rPr lang="en-US" altLang="en-US" sz="1600" b="1" dirty="0">
                  <a:latin typeface="Arial" panose="020B0604020202020204" pitchFamily="34" charset="0"/>
                  <a:cs typeface="Arial" panose="020B0604020202020204" pitchFamily="34" charset="0"/>
                </a:rPr>
                <a:t>Refuse</a:t>
              </a:r>
              <a:r>
                <a:rPr lang="en-US" altLang="en-US" sz="1600" dirty="0">
                  <a:latin typeface="Arial" panose="020B0604020202020204" pitchFamily="34" charset="0"/>
                  <a:cs typeface="Arial" panose="020B0604020202020204" pitchFamily="34" charset="0"/>
                </a:rPr>
                <a:t> any bags that is likely to endanger persons or property, forbidden or unsuitable </a:t>
              </a:r>
            </a:p>
          </p:txBody>
        </p:sp>
        <p:sp>
          <p:nvSpPr>
            <p:cNvPr id="3" name="Oval 2">
              <a:extLst>
                <a:ext uri="{FF2B5EF4-FFF2-40B4-BE49-F238E27FC236}">
                  <a16:creationId xmlns:a16="http://schemas.microsoft.com/office/drawing/2014/main" id="{24E5BB85-ED21-D3F0-BC5D-4C1F407F6FEF}"/>
                </a:ext>
              </a:extLst>
            </p:cNvPr>
            <p:cNvSpPr/>
            <p:nvPr/>
          </p:nvSpPr>
          <p:spPr>
            <a:xfrm>
              <a:off x="7916028" y="2335421"/>
              <a:ext cx="249757" cy="249757"/>
            </a:xfrm>
            <a:prstGeom prst="ellipse">
              <a:avLst/>
            </a:prstGeom>
            <a:solidFill>
              <a:srgbClr val="1E88C9"/>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grpSp>
      <p:grpSp>
        <p:nvGrpSpPr>
          <p:cNvPr id="94222" name="Group 7">
            <a:extLst>
              <a:ext uri="{FF2B5EF4-FFF2-40B4-BE49-F238E27FC236}">
                <a16:creationId xmlns:a16="http://schemas.microsoft.com/office/drawing/2014/main" id="{09040266-5DE8-0E8A-8BE6-69AD05A8218C}"/>
              </a:ext>
            </a:extLst>
          </p:cNvPr>
          <p:cNvGrpSpPr>
            <a:grpSpLocks/>
          </p:cNvGrpSpPr>
          <p:nvPr/>
        </p:nvGrpSpPr>
        <p:grpSpPr bwMode="auto">
          <a:xfrm>
            <a:off x="7915275" y="4772025"/>
            <a:ext cx="2730500" cy="831850"/>
            <a:chOff x="7916028" y="4419111"/>
            <a:chExt cx="2730154" cy="830997"/>
          </a:xfrm>
        </p:grpSpPr>
        <p:sp>
          <p:nvSpPr>
            <p:cNvPr id="94228" name="TextBox 15">
              <a:extLst>
                <a:ext uri="{FF2B5EF4-FFF2-40B4-BE49-F238E27FC236}">
                  <a16:creationId xmlns:a16="http://schemas.microsoft.com/office/drawing/2014/main" id="{750A8BB0-2EE7-9FB9-B36B-F45382257026}"/>
                </a:ext>
              </a:extLst>
            </p:cNvPr>
            <p:cNvSpPr txBox="1">
              <a:spLocks noChangeArrowheads="1"/>
            </p:cNvSpPr>
            <p:nvPr/>
          </p:nvSpPr>
          <p:spPr bwMode="auto">
            <a:xfrm>
              <a:off x="8184573" y="4419111"/>
              <a:ext cx="246160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eaLnBrk="1" hangingPunct="1"/>
              <a:r>
                <a:rPr lang="en-US" altLang="en-US" sz="1600" dirty="0">
                  <a:latin typeface="Arial" panose="020B0604020202020204" pitchFamily="34" charset="0"/>
                  <a:cs typeface="Arial" panose="020B0604020202020204" pitchFamily="34" charset="0"/>
                </a:rPr>
                <a:t>Unaccompanied baggage is usually </a:t>
              </a:r>
              <a:r>
                <a:rPr lang="en-US" altLang="en-US" sz="1600" b="1" dirty="0">
                  <a:latin typeface="Arial" panose="020B0604020202020204" pitchFamily="34" charset="0"/>
                  <a:cs typeface="Arial" panose="020B0604020202020204" pitchFamily="34" charset="0"/>
                </a:rPr>
                <a:t>mishandled baggage</a:t>
              </a:r>
            </a:p>
          </p:txBody>
        </p:sp>
        <p:sp>
          <p:nvSpPr>
            <p:cNvPr id="5" name="Oval 4">
              <a:extLst>
                <a:ext uri="{FF2B5EF4-FFF2-40B4-BE49-F238E27FC236}">
                  <a16:creationId xmlns:a16="http://schemas.microsoft.com/office/drawing/2014/main" id="{D09DB0BC-954A-FE70-C468-93CFA8EFA55D}"/>
                </a:ext>
              </a:extLst>
            </p:cNvPr>
            <p:cNvSpPr/>
            <p:nvPr/>
          </p:nvSpPr>
          <p:spPr>
            <a:xfrm>
              <a:off x="7916028" y="4474297"/>
              <a:ext cx="249757" cy="249757"/>
            </a:xfrm>
            <a:prstGeom prst="ellipse">
              <a:avLst/>
            </a:prstGeom>
            <a:solidFill>
              <a:srgbClr val="763972"/>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grpSp>
      <p:grpSp>
        <p:nvGrpSpPr>
          <p:cNvPr id="94223" name="Group 8">
            <a:extLst>
              <a:ext uri="{FF2B5EF4-FFF2-40B4-BE49-F238E27FC236}">
                <a16:creationId xmlns:a16="http://schemas.microsoft.com/office/drawing/2014/main" id="{6E5447FB-BEFC-A3EE-7799-4E28B14CB992}"/>
              </a:ext>
            </a:extLst>
          </p:cNvPr>
          <p:cNvGrpSpPr>
            <a:grpSpLocks/>
          </p:cNvGrpSpPr>
          <p:nvPr/>
        </p:nvGrpSpPr>
        <p:grpSpPr bwMode="auto">
          <a:xfrm>
            <a:off x="915988" y="4760913"/>
            <a:ext cx="3341687" cy="1076325"/>
            <a:chOff x="916449" y="4407510"/>
            <a:chExt cx="3340735" cy="1077218"/>
          </a:xfrm>
        </p:grpSpPr>
        <p:sp>
          <p:nvSpPr>
            <p:cNvPr id="94224" name="TextBox 14">
              <a:extLst>
                <a:ext uri="{FF2B5EF4-FFF2-40B4-BE49-F238E27FC236}">
                  <a16:creationId xmlns:a16="http://schemas.microsoft.com/office/drawing/2014/main" id="{BC900850-D227-1D4A-6E7A-07EBC14A16A6}"/>
                </a:ext>
              </a:extLst>
            </p:cNvPr>
            <p:cNvSpPr txBox="1">
              <a:spLocks noChangeArrowheads="1"/>
            </p:cNvSpPr>
            <p:nvPr/>
          </p:nvSpPr>
          <p:spPr bwMode="auto">
            <a:xfrm>
              <a:off x="916449" y="4407510"/>
              <a:ext cx="306867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r" eaLnBrk="1" hangingPunct="1"/>
              <a:r>
                <a:rPr lang="en-US" altLang="en-US" sz="1600" dirty="0">
                  <a:latin typeface="Arial" panose="020B0604020202020204" pitchFamily="34" charset="0"/>
                  <a:cs typeface="Arial" panose="020B0604020202020204" pitchFamily="34" charset="0"/>
                </a:rPr>
                <a:t>Every piece shall have a </a:t>
              </a:r>
              <a:r>
                <a:rPr lang="en-US" altLang="en-US" sz="1600" b="1" dirty="0">
                  <a:latin typeface="Arial" panose="020B0604020202020204" pitchFamily="34" charset="0"/>
                  <a:cs typeface="Arial" panose="020B0604020202020204" pitchFamily="34" charset="0"/>
                </a:rPr>
                <a:t>baggage tag</a:t>
              </a:r>
              <a:r>
                <a:rPr lang="en-US" altLang="en-US" sz="1600" dirty="0">
                  <a:latin typeface="Arial" panose="020B0604020202020204" pitchFamily="34" charset="0"/>
                  <a:cs typeface="Arial" panose="020B0604020202020204" pitchFamily="34" charset="0"/>
                </a:rPr>
                <a:t> showing tag number, flight number and passenger's name</a:t>
              </a:r>
            </a:p>
          </p:txBody>
        </p:sp>
        <p:sp>
          <p:nvSpPr>
            <p:cNvPr id="7" name="Oval 6">
              <a:extLst>
                <a:ext uri="{FF2B5EF4-FFF2-40B4-BE49-F238E27FC236}">
                  <a16:creationId xmlns:a16="http://schemas.microsoft.com/office/drawing/2014/main" id="{500F385D-8990-6121-1B6E-5A6B5F8465A8}"/>
                </a:ext>
              </a:extLst>
            </p:cNvPr>
            <p:cNvSpPr/>
            <p:nvPr/>
          </p:nvSpPr>
          <p:spPr>
            <a:xfrm>
              <a:off x="4007427" y="4474297"/>
              <a:ext cx="249757" cy="249757"/>
            </a:xfrm>
            <a:prstGeom prst="ellipse">
              <a:avLst/>
            </a:prstGeom>
            <a:solidFill>
              <a:srgbClr val="82A7C7"/>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grpSp>
      <p:grpSp>
        <p:nvGrpSpPr>
          <p:cNvPr id="2" name="Group 1">
            <a:extLst>
              <a:ext uri="{FF2B5EF4-FFF2-40B4-BE49-F238E27FC236}">
                <a16:creationId xmlns:a16="http://schemas.microsoft.com/office/drawing/2014/main" id="{8ADA3D6C-3B54-FD29-CD33-E29311F80638}"/>
              </a:ext>
            </a:extLst>
          </p:cNvPr>
          <p:cNvGrpSpPr/>
          <p:nvPr/>
        </p:nvGrpSpPr>
        <p:grpSpPr>
          <a:xfrm>
            <a:off x="6313488" y="1720850"/>
            <a:ext cx="1258887" cy="2552700"/>
            <a:chOff x="6313488" y="1720850"/>
            <a:chExt cx="1258887" cy="2552700"/>
          </a:xfrm>
        </p:grpSpPr>
        <p:sp>
          <p:nvSpPr>
            <p:cNvPr id="20" name="Freeform: Shape 19">
              <a:extLst>
                <a:ext uri="{FF2B5EF4-FFF2-40B4-BE49-F238E27FC236}">
                  <a16:creationId xmlns:a16="http://schemas.microsoft.com/office/drawing/2014/main" id="{F604CBF7-F7C9-7CD6-0325-BC249E01981F}"/>
                </a:ext>
              </a:extLst>
            </p:cNvPr>
            <p:cNvSpPr/>
            <p:nvPr/>
          </p:nvSpPr>
          <p:spPr>
            <a:xfrm rot="18900000">
              <a:off x="6313488" y="1720850"/>
              <a:ext cx="1258887" cy="2552700"/>
            </a:xfrm>
            <a:custGeom>
              <a:avLst/>
              <a:gdLst>
                <a:gd name="csX0" fmla="*/ 1258056 w 1259606"/>
                <a:gd name="csY0" fmla="*/ 1253753 h 2552065"/>
                <a:gd name="csX1" fmla="*/ 1259076 w 1259606"/>
                <a:gd name="csY1" fmla="*/ 1299473 h 2552065"/>
                <a:gd name="csX2" fmla="*/ 1259075 w 1259606"/>
                <a:gd name="csY2" fmla="*/ 1299473 h 2552065"/>
                <a:gd name="csX3" fmla="*/ 1259606 w 1259606"/>
                <a:gd name="csY3" fmla="*/ 1323245 h 2552065"/>
                <a:gd name="csX4" fmla="*/ 830530 w 1259606"/>
                <a:gd name="csY4" fmla="*/ 2454304 h 2552065"/>
                <a:gd name="csX5" fmla="*/ 739694 w 1259606"/>
                <a:gd name="csY5" fmla="*/ 2552065 h 2552065"/>
                <a:gd name="csX6" fmla="*/ 0 w 1259606"/>
                <a:gd name="csY6" fmla="*/ 1812371 h 2552065"/>
                <a:gd name="csX7" fmla="*/ 38312 w 1259606"/>
                <a:gd name="csY7" fmla="*/ 1769984 h 2552065"/>
                <a:gd name="csX8" fmla="*/ 199294 w 1259606"/>
                <a:gd name="csY8" fmla="*/ 1425912 h 2552065"/>
                <a:gd name="csX9" fmla="*/ 211413 w 1259606"/>
                <a:gd name="csY9" fmla="*/ 1299473 h 2552065"/>
                <a:gd name="csX10" fmla="*/ 211414 w 1259606"/>
                <a:gd name="csY10" fmla="*/ 1299473 h 2552065"/>
                <a:gd name="csX11" fmla="*/ 213605 w 1259606"/>
                <a:gd name="csY11" fmla="*/ 1276614 h 2552065"/>
                <a:gd name="csX12" fmla="*/ 211414 w 1259606"/>
                <a:gd name="csY12" fmla="*/ 1253754 h 2552065"/>
                <a:gd name="csX13" fmla="*/ 740857 w 1259606"/>
                <a:gd name="csY13" fmla="*/ 0 h 2552065"/>
                <a:gd name="csX14" fmla="*/ 860282 w 1259606"/>
                <a:gd name="csY14" fmla="*/ 135366 h 2552065"/>
                <a:gd name="csX15" fmla="*/ 1060619 w 1259606"/>
                <a:gd name="csY15" fmla="*/ 446747 h 2552065"/>
                <a:gd name="csX16" fmla="*/ 1255648 w 1259606"/>
                <a:gd name="csY16" fmla="*/ 1145926 h 2552065"/>
                <a:gd name="csX17" fmla="*/ 1258056 w 1259606"/>
                <a:gd name="csY17" fmla="*/ 1253752 h 2552065"/>
                <a:gd name="csX18" fmla="*/ 211414 w 1259606"/>
                <a:gd name="csY18" fmla="*/ 1253754 h 2552065"/>
                <a:gd name="csX19" fmla="*/ 199294 w 1259606"/>
                <a:gd name="csY19" fmla="*/ 1127316 h 2552065"/>
                <a:gd name="csX20" fmla="*/ 38313 w 1259606"/>
                <a:gd name="csY20" fmla="*/ 783244 h 2552065"/>
                <a:gd name="csX21" fmla="*/ 0 w 1259606"/>
                <a:gd name="csY21" fmla="*/ 740856 h 25520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59606" h="2552065">
                  <a:moveTo>
                    <a:pt x="1258056" y="1253753"/>
                  </a:moveTo>
                  <a:lnTo>
                    <a:pt x="1259076" y="1299473"/>
                  </a:lnTo>
                  <a:lnTo>
                    <a:pt x="1259075" y="1299473"/>
                  </a:lnTo>
                  <a:lnTo>
                    <a:pt x="1259606" y="1323245"/>
                  </a:lnTo>
                  <a:cubicBezTo>
                    <a:pt x="1248715" y="1735759"/>
                    <a:pt x="1098039" y="2136328"/>
                    <a:pt x="830530" y="2454304"/>
                  </a:cubicBezTo>
                  <a:lnTo>
                    <a:pt x="739694" y="2552065"/>
                  </a:lnTo>
                  <a:lnTo>
                    <a:pt x="0" y="1812371"/>
                  </a:lnTo>
                  <a:lnTo>
                    <a:pt x="38312" y="1769984"/>
                  </a:lnTo>
                  <a:cubicBezTo>
                    <a:pt x="121785" y="1667641"/>
                    <a:pt x="175445" y="1549092"/>
                    <a:pt x="199294" y="1425912"/>
                  </a:cubicBezTo>
                  <a:lnTo>
                    <a:pt x="211413" y="1299473"/>
                  </a:lnTo>
                  <a:lnTo>
                    <a:pt x="211414" y="1299473"/>
                  </a:lnTo>
                  <a:lnTo>
                    <a:pt x="213605" y="1276614"/>
                  </a:lnTo>
                  <a:lnTo>
                    <a:pt x="211414" y="1253754"/>
                  </a:lnTo>
                  <a:close/>
                  <a:moveTo>
                    <a:pt x="740857" y="0"/>
                  </a:moveTo>
                  <a:lnTo>
                    <a:pt x="860282" y="135366"/>
                  </a:lnTo>
                  <a:cubicBezTo>
                    <a:pt x="936000" y="230337"/>
                    <a:pt x="1003329" y="334309"/>
                    <a:pt x="1060619" y="446747"/>
                  </a:cubicBezTo>
                  <a:cubicBezTo>
                    <a:pt x="1175200" y="671624"/>
                    <a:pt x="1238782" y="909078"/>
                    <a:pt x="1255648" y="1145926"/>
                  </a:cubicBezTo>
                  <a:lnTo>
                    <a:pt x="1258056" y="1253752"/>
                  </a:lnTo>
                  <a:lnTo>
                    <a:pt x="211414" y="1253754"/>
                  </a:lnTo>
                  <a:lnTo>
                    <a:pt x="199294" y="1127316"/>
                  </a:lnTo>
                  <a:cubicBezTo>
                    <a:pt x="175446" y="1004136"/>
                    <a:pt x="121785" y="885586"/>
                    <a:pt x="38313" y="783244"/>
                  </a:cubicBezTo>
                  <a:lnTo>
                    <a:pt x="0" y="740856"/>
                  </a:lnTo>
                  <a:close/>
                </a:path>
              </a:pathLst>
            </a:custGeom>
            <a:solidFill>
              <a:srgbClr val="1E88C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latin typeface="Arial" panose="020B0604020202020204" pitchFamily="34" charset="0"/>
                <a:cs typeface="Arial" panose="020B0604020202020204" pitchFamily="34" charset="0"/>
              </a:endParaRPr>
            </a:p>
          </p:txBody>
        </p:sp>
        <p:pic>
          <p:nvPicPr>
            <p:cNvPr id="4" name="Graphic 3">
              <a:extLst>
                <a:ext uri="{FF2B5EF4-FFF2-40B4-BE49-F238E27FC236}">
                  <a16:creationId xmlns:a16="http://schemas.microsoft.com/office/drawing/2014/main" id="{B12F8EE1-2533-4434-ED3C-CC9DD6D2BC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49740" y="2556463"/>
              <a:ext cx="775974" cy="776606"/>
            </a:xfrm>
            <a:prstGeom prst="rect">
              <a:avLst/>
            </a:prstGeom>
          </p:spPr>
        </p:pic>
      </p:grpSp>
      <p:grpSp>
        <p:nvGrpSpPr>
          <p:cNvPr id="6" name="Group 5">
            <a:extLst>
              <a:ext uri="{FF2B5EF4-FFF2-40B4-BE49-F238E27FC236}">
                <a16:creationId xmlns:a16="http://schemas.microsoft.com/office/drawing/2014/main" id="{51F0D48C-568D-C249-B2DB-22A16DFA1811}"/>
              </a:ext>
            </a:extLst>
          </p:cNvPr>
          <p:cNvGrpSpPr/>
          <p:nvPr/>
        </p:nvGrpSpPr>
        <p:grpSpPr>
          <a:xfrm>
            <a:off x="5667375" y="4060825"/>
            <a:ext cx="2552700" cy="1260475"/>
            <a:chOff x="5667375" y="4060825"/>
            <a:chExt cx="2552700" cy="1260475"/>
          </a:xfrm>
        </p:grpSpPr>
        <p:sp>
          <p:nvSpPr>
            <p:cNvPr id="22" name="Freeform: Shape 21">
              <a:extLst>
                <a:ext uri="{FF2B5EF4-FFF2-40B4-BE49-F238E27FC236}">
                  <a16:creationId xmlns:a16="http://schemas.microsoft.com/office/drawing/2014/main" id="{35CF9E73-54D0-C924-DFEF-2DF66EC390BC}"/>
                </a:ext>
              </a:extLst>
            </p:cNvPr>
            <p:cNvSpPr/>
            <p:nvPr/>
          </p:nvSpPr>
          <p:spPr>
            <a:xfrm rot="18900000">
              <a:off x="5667375" y="4060825"/>
              <a:ext cx="2552700" cy="1260475"/>
            </a:xfrm>
            <a:custGeom>
              <a:avLst/>
              <a:gdLst>
                <a:gd name="csX0" fmla="*/ 1811208 w 2552064"/>
                <a:gd name="csY0" fmla="*/ 0 h 1259606"/>
                <a:gd name="csX1" fmla="*/ 2552064 w 2552064"/>
                <a:gd name="csY1" fmla="*/ 740856 h 1259606"/>
                <a:gd name="csX2" fmla="*/ 2416696 w 2552064"/>
                <a:gd name="csY2" fmla="*/ 860283 h 1259606"/>
                <a:gd name="csX3" fmla="*/ 2105316 w 2552064"/>
                <a:gd name="csY3" fmla="*/ 1060619 h 1259606"/>
                <a:gd name="csX4" fmla="*/ 1406136 w 2552064"/>
                <a:gd name="csY4" fmla="*/ 1255650 h 1259606"/>
                <a:gd name="csX5" fmla="*/ 1298312 w 2552064"/>
                <a:gd name="csY5" fmla="*/ 1258055 h 1259606"/>
                <a:gd name="csX6" fmla="*/ 1298312 w 2552064"/>
                <a:gd name="csY6" fmla="*/ 1258057 h 1259606"/>
                <a:gd name="csX7" fmla="*/ 1252592 w 2552064"/>
                <a:gd name="csY7" fmla="*/ 1259078 h 1259606"/>
                <a:gd name="csX8" fmla="*/ 1252592 w 2552064"/>
                <a:gd name="csY8" fmla="*/ 1259076 h 1259606"/>
                <a:gd name="csX9" fmla="*/ 1228820 w 2552064"/>
                <a:gd name="csY9" fmla="*/ 1259606 h 1259606"/>
                <a:gd name="csX10" fmla="*/ 97761 w 2552064"/>
                <a:gd name="csY10" fmla="*/ 830531 h 1259606"/>
                <a:gd name="csX11" fmla="*/ 0 w 2552064"/>
                <a:gd name="csY11" fmla="*/ 739695 h 1259606"/>
                <a:gd name="csX12" fmla="*/ 739695 w 2552064"/>
                <a:gd name="csY12" fmla="*/ 0 h 1259606"/>
                <a:gd name="csX13" fmla="*/ 782083 w 2552064"/>
                <a:gd name="csY13" fmla="*/ 38313 h 1259606"/>
                <a:gd name="csX14" fmla="*/ 1126154 w 2552064"/>
                <a:gd name="csY14" fmla="*/ 199295 h 1259606"/>
                <a:gd name="csX15" fmla="*/ 1252593 w 2552064"/>
                <a:gd name="csY15" fmla="*/ 211413 h 1259606"/>
                <a:gd name="csX16" fmla="*/ 1252593 w 2552064"/>
                <a:gd name="csY16" fmla="*/ 211415 h 1259606"/>
                <a:gd name="csX17" fmla="*/ 1275452 w 2552064"/>
                <a:gd name="csY17" fmla="*/ 213607 h 1259606"/>
                <a:gd name="csX18" fmla="*/ 1298310 w 2552064"/>
                <a:gd name="csY18" fmla="*/ 211416 h 1259606"/>
                <a:gd name="csX19" fmla="*/ 1298310 w 2552064"/>
                <a:gd name="csY19" fmla="*/ 211414 h 1259606"/>
                <a:gd name="csX20" fmla="*/ 1424748 w 2552064"/>
                <a:gd name="csY20" fmla="*/ 199296 h 1259606"/>
                <a:gd name="csX21" fmla="*/ 1768820 w 2552064"/>
                <a:gd name="csY21" fmla="*/ 38313 h 12596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552064" h="1259606">
                  <a:moveTo>
                    <a:pt x="1811208" y="0"/>
                  </a:moveTo>
                  <a:lnTo>
                    <a:pt x="2552064" y="740856"/>
                  </a:lnTo>
                  <a:lnTo>
                    <a:pt x="2416696" y="860283"/>
                  </a:lnTo>
                  <a:cubicBezTo>
                    <a:pt x="2321726" y="936001"/>
                    <a:pt x="2217754" y="1003328"/>
                    <a:pt x="2105316" y="1060619"/>
                  </a:cubicBezTo>
                  <a:cubicBezTo>
                    <a:pt x="1880438" y="1175200"/>
                    <a:pt x="1642984" y="1238781"/>
                    <a:pt x="1406136" y="1255650"/>
                  </a:cubicBezTo>
                  <a:lnTo>
                    <a:pt x="1298312" y="1258055"/>
                  </a:lnTo>
                  <a:lnTo>
                    <a:pt x="1298312" y="1258057"/>
                  </a:lnTo>
                  <a:lnTo>
                    <a:pt x="1252592" y="1259078"/>
                  </a:lnTo>
                  <a:lnTo>
                    <a:pt x="1252592" y="1259076"/>
                  </a:lnTo>
                  <a:lnTo>
                    <a:pt x="1228820" y="1259606"/>
                  </a:lnTo>
                  <a:cubicBezTo>
                    <a:pt x="816306" y="1248716"/>
                    <a:pt x="415737" y="1098039"/>
                    <a:pt x="97761" y="830531"/>
                  </a:cubicBezTo>
                  <a:lnTo>
                    <a:pt x="0" y="739695"/>
                  </a:lnTo>
                  <a:lnTo>
                    <a:pt x="739695" y="0"/>
                  </a:lnTo>
                  <a:lnTo>
                    <a:pt x="782083" y="38313"/>
                  </a:lnTo>
                  <a:cubicBezTo>
                    <a:pt x="884425" y="121785"/>
                    <a:pt x="1002974" y="175446"/>
                    <a:pt x="1126154" y="199295"/>
                  </a:cubicBezTo>
                  <a:lnTo>
                    <a:pt x="1252593" y="211413"/>
                  </a:lnTo>
                  <a:lnTo>
                    <a:pt x="1252593" y="211415"/>
                  </a:lnTo>
                  <a:lnTo>
                    <a:pt x="1275452" y="213607"/>
                  </a:lnTo>
                  <a:lnTo>
                    <a:pt x="1298310" y="211416"/>
                  </a:lnTo>
                  <a:lnTo>
                    <a:pt x="1298310" y="211414"/>
                  </a:lnTo>
                  <a:lnTo>
                    <a:pt x="1424748" y="199296"/>
                  </a:lnTo>
                  <a:cubicBezTo>
                    <a:pt x="1547928" y="175446"/>
                    <a:pt x="1666478" y="121785"/>
                    <a:pt x="1768820" y="38313"/>
                  </a:cubicBezTo>
                  <a:close/>
                </a:path>
              </a:pathLst>
            </a:custGeom>
            <a:solidFill>
              <a:srgbClr val="76397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latin typeface="Arial" panose="020B0604020202020204" pitchFamily="34" charset="0"/>
                <a:cs typeface="Arial" panose="020B0604020202020204" pitchFamily="34" charset="0"/>
              </a:endParaRPr>
            </a:p>
          </p:txBody>
        </p:sp>
        <p:pic>
          <p:nvPicPr>
            <p:cNvPr id="8" name="Graphic 7">
              <a:extLst>
                <a:ext uri="{FF2B5EF4-FFF2-40B4-BE49-F238E27FC236}">
                  <a16:creationId xmlns:a16="http://schemas.microsoft.com/office/drawing/2014/main" id="{8D2F9B1D-89AB-2D77-4D12-2D9DEE9B5A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17470" y="4437302"/>
              <a:ext cx="702077" cy="514972"/>
            </a:xfrm>
            <a:prstGeom prst="rect">
              <a:avLst/>
            </a:prstGeom>
          </p:spPr>
        </p:pic>
      </p:grpSp>
      <p:sp>
        <p:nvSpPr>
          <p:cNvPr id="14" name="Freeform: Shape 13">
            <a:extLst>
              <a:ext uri="{FF2B5EF4-FFF2-40B4-BE49-F238E27FC236}">
                <a16:creationId xmlns:a16="http://schemas.microsoft.com/office/drawing/2014/main" id="{675F1D84-63AE-CF18-7361-5978ABA1C6CE}"/>
              </a:ext>
            </a:extLst>
          </p:cNvPr>
          <p:cNvSpPr/>
          <p:nvPr/>
        </p:nvSpPr>
        <p:spPr>
          <a:xfrm>
            <a:off x="-1" y="2016125"/>
            <a:ext cx="6072188" cy="1806575"/>
          </a:xfrm>
          <a:custGeom>
            <a:avLst/>
            <a:gdLst>
              <a:gd name="csX0" fmla="*/ 0 w 6072188"/>
              <a:gd name="csY0" fmla="*/ 0 h 1806575"/>
              <a:gd name="csX1" fmla="*/ 3175 w 6072188"/>
              <a:gd name="csY1" fmla="*/ 0 h 1806575"/>
              <a:gd name="csX2" fmla="*/ 45719 w 6072188"/>
              <a:gd name="csY2" fmla="*/ 0 h 1806575"/>
              <a:gd name="csX3" fmla="*/ 6072188 w 6072188"/>
              <a:gd name="csY3" fmla="*/ 0 h 1806575"/>
              <a:gd name="csX4" fmla="*/ 6072188 w 6072188"/>
              <a:gd name="csY4" fmla="*/ 1047667 h 1806575"/>
              <a:gd name="csX5" fmla="*/ 6015462 w 6072188"/>
              <a:gd name="csY5" fmla="*/ 1050530 h 1806575"/>
              <a:gd name="csX6" fmla="*/ 5329631 w 6072188"/>
              <a:gd name="csY6" fmla="*/ 1670280 h 1806575"/>
              <a:gd name="csX7" fmla="*/ 5315885 w 6072188"/>
              <a:gd name="csY7" fmla="*/ 1806575 h 1806575"/>
              <a:gd name="csX8" fmla="*/ 45719 w 6072188"/>
              <a:gd name="csY8" fmla="*/ 1806575 h 1806575"/>
              <a:gd name="csX9" fmla="*/ 3175 w 6072188"/>
              <a:gd name="csY9" fmla="*/ 1806575 h 1806575"/>
              <a:gd name="csX10" fmla="*/ 0 w 6072188"/>
              <a:gd name="csY10" fmla="*/ 1806575 h 18065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072188" h="1806575">
                <a:moveTo>
                  <a:pt x="0" y="0"/>
                </a:moveTo>
                <a:lnTo>
                  <a:pt x="3175" y="0"/>
                </a:lnTo>
                <a:lnTo>
                  <a:pt x="45719" y="0"/>
                </a:lnTo>
                <a:lnTo>
                  <a:pt x="6072188" y="0"/>
                </a:lnTo>
                <a:lnTo>
                  <a:pt x="6072188" y="1047667"/>
                </a:lnTo>
                <a:lnTo>
                  <a:pt x="6015462" y="1050530"/>
                </a:lnTo>
                <a:cubicBezTo>
                  <a:pt x="5673874" y="1085203"/>
                  <a:pt x="5397310" y="1339716"/>
                  <a:pt x="5329631" y="1670280"/>
                </a:cubicBezTo>
                <a:lnTo>
                  <a:pt x="5315885" y="1806575"/>
                </a:lnTo>
                <a:lnTo>
                  <a:pt x="45719" y="1806575"/>
                </a:lnTo>
                <a:lnTo>
                  <a:pt x="3175" y="1806575"/>
                </a:lnTo>
                <a:lnTo>
                  <a:pt x="0" y="1806575"/>
                </a:lnTo>
                <a:close/>
              </a:path>
            </a:pathLst>
          </a:custGeom>
          <a:solidFill>
            <a:srgbClr val="8B1B5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08000" rIns="504000" rtlCol="0" anchor="ctr">
            <a:noAutofit/>
          </a:bodyPr>
          <a:lstStyle/>
          <a:p>
            <a:pPr eaLnBrk="1" fontAlgn="auto" hangingPunct="1">
              <a:spcBef>
                <a:spcPts val="0"/>
              </a:spcBef>
              <a:spcAft>
                <a:spcPts val="0"/>
              </a:spcAft>
              <a:defRPr/>
            </a:pPr>
            <a:r>
              <a:rPr lang="en-US" sz="1600" dirty="0">
                <a:latin typeface="Arial" panose="020B0604020202020204" pitchFamily="34" charset="0"/>
                <a:cs typeface="Arial" panose="020B0604020202020204" pitchFamily="34" charset="0"/>
              </a:rPr>
              <a:t>Baggage for which MH takes custody and issues, validates or updates a baggage tag.​</a:t>
            </a:r>
          </a:p>
          <a:p>
            <a:pPr eaLnBrk="1" fontAlgn="auto" hangingPunct="1">
              <a:spcBef>
                <a:spcPts val="0"/>
              </a:spcBef>
              <a:spcAft>
                <a:spcPts val="0"/>
              </a:spcAft>
              <a:defRPr/>
            </a:pP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It is carried in the hold of the aircraft on which the passenger is travelling but​ remains inaccessible to the passenger during the flight.</a:t>
            </a:r>
          </a:p>
        </p:txBody>
      </p:sp>
      <p:sp>
        <p:nvSpPr>
          <p:cNvPr id="11" name="Slide Number Placeholder 5">
            <a:extLst>
              <a:ext uri="{FF2B5EF4-FFF2-40B4-BE49-F238E27FC236}">
                <a16:creationId xmlns:a16="http://schemas.microsoft.com/office/drawing/2014/main" id="{FF185296-DE80-10BC-C341-FA01AD8D987D}"/>
              </a:ext>
            </a:extLst>
          </p:cNvPr>
          <p:cNvSpPr>
            <a:spLocks noGrp="1" noChangeArrowheads="1"/>
          </p:cNvSpPr>
          <p:nvPr>
            <p:ph type="sldNum" sz="quarter" idx="15"/>
          </p:nvPr>
        </p:nvSpPr>
        <p:spPr bwMode="auto">
          <a:xfrm>
            <a:off x="182563" y="6370638"/>
            <a:ext cx="2092325" cy="409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marL="0" algn="l" defTabSz="914400" rtl="0" eaLnBrk="1" fontAlgn="auto" latinLnBrk="0" hangingPunct="1">
              <a:spcBef>
                <a:spcPts val="0"/>
              </a:spcBef>
              <a:spcAft>
                <a:spcPts val="0"/>
              </a:spcAft>
              <a:defRPr sz="1200" b="0" i="0" kern="1200">
                <a:solidFill>
                  <a:srgbClr val="073E60"/>
                </a:solidFill>
                <a:latin typeface="Gotham Book" panose="02000604040000020004" pitchFamily="2" charset="0"/>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r>
              <a:rPr lang="en-US"/>
              <a:t>Confidential | </a:t>
            </a:r>
            <a:fld id="{4357C438-9983-40E9-B72C-19C8684E2310}" type="slidenum">
              <a:rPr lang="en-US" smtClean="0"/>
              <a:pPr fontAlgn="base">
                <a:spcBef>
                  <a:spcPct val="0"/>
                </a:spcBef>
                <a:spcAft>
                  <a:spcPct val="0"/>
                </a:spcAft>
                <a:defRPr/>
              </a:pPr>
              <a:t>19</a:t>
            </a:fld>
            <a:endParaRPr lang="en-US" altLang="en-US" dirty="0">
              <a:solidFill>
                <a:srgbClr val="073E60"/>
              </a:solidFill>
              <a:latin typeface="Arial" panose="020B0604020202020204" pitchFamily="34" charset="0"/>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1" fill="hold" nodeType="withEffect">
                                  <p:stCondLst>
                                    <p:cond delay="1710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childTnLst>
                          </p:cTn>
                        </p:par>
                        <p:par>
                          <p:cTn id="11" fill="hold">
                            <p:stCondLst>
                              <p:cond delay="17600"/>
                            </p:stCondLst>
                            <p:childTnLst>
                              <p:par>
                                <p:cTn id="12" presetID="10"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22" presetClass="entr" presetSubtype="1" fill="hold" nodeType="withEffect">
                                  <p:stCondLst>
                                    <p:cond delay="660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par>
                          <p:cTn id="18" fill="hold">
                            <p:stCondLst>
                              <p:cond delay="24700"/>
                            </p:stCondLst>
                            <p:childTnLst>
                              <p:par>
                                <p:cTn id="19" presetID="10" presetClass="entr" presetSubtype="0" fill="hold" nodeType="afterEffect">
                                  <p:stCondLst>
                                    <p:cond delay="0"/>
                                  </p:stCondLst>
                                  <p:childTnLst>
                                    <p:set>
                                      <p:cBhvr>
                                        <p:cTn id="20" dur="1" fill="hold">
                                          <p:stCondLst>
                                            <p:cond delay="0"/>
                                          </p:stCondLst>
                                        </p:cTn>
                                        <p:tgtEl>
                                          <p:spTgt spid="94222"/>
                                        </p:tgtEl>
                                        <p:attrNameLst>
                                          <p:attrName>style.visibility</p:attrName>
                                        </p:attrNameLst>
                                      </p:cBhvr>
                                      <p:to>
                                        <p:strVal val="visible"/>
                                      </p:to>
                                    </p:set>
                                    <p:animEffect transition="in" filter="fade">
                                      <p:cBhvr>
                                        <p:cTn id="21" dur="500"/>
                                        <p:tgtEl>
                                          <p:spTgt spid="94222"/>
                                        </p:tgtEl>
                                      </p:cBhvr>
                                    </p:animEffect>
                                  </p:childTnLst>
                                </p:cTn>
                              </p:par>
                              <p:par>
                                <p:cTn id="22" presetID="22" presetClass="entr" presetSubtype="4" fill="hold" nodeType="withEffect">
                                  <p:stCondLst>
                                    <p:cond delay="820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par>
                          <p:cTn id="25" fill="hold">
                            <p:stCondLst>
                              <p:cond delay="33400"/>
                            </p:stCondLst>
                            <p:childTnLst>
                              <p:par>
                                <p:cTn id="26" presetID="10" presetClass="entr" presetSubtype="0" fill="hold" nodeType="afterEffect">
                                  <p:stCondLst>
                                    <p:cond delay="0"/>
                                  </p:stCondLst>
                                  <p:childTnLst>
                                    <p:set>
                                      <p:cBhvr>
                                        <p:cTn id="27" dur="1" fill="hold">
                                          <p:stCondLst>
                                            <p:cond delay="0"/>
                                          </p:stCondLst>
                                        </p:cTn>
                                        <p:tgtEl>
                                          <p:spTgt spid="94223"/>
                                        </p:tgtEl>
                                        <p:attrNameLst>
                                          <p:attrName>style.visibility</p:attrName>
                                        </p:attrNameLst>
                                      </p:cBhvr>
                                      <p:to>
                                        <p:strVal val="visible"/>
                                      </p:to>
                                    </p:set>
                                    <p:animEffect transition="in" filter="fade">
                                      <p:cBhvr>
                                        <p:cTn id="28" dur="500"/>
                                        <p:tgtEl>
                                          <p:spTgt spid="94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4DDD7BA-8408-A6BC-8272-F0346D00A514}"/>
              </a:ext>
            </a:extLst>
          </p:cNvPr>
          <p:cNvGrpSpPr/>
          <p:nvPr/>
        </p:nvGrpSpPr>
        <p:grpSpPr>
          <a:xfrm>
            <a:off x="3087495" y="1857182"/>
            <a:ext cx="6017010" cy="3143637"/>
            <a:chOff x="5745752" y="1861360"/>
            <a:chExt cx="6017010" cy="3143637"/>
          </a:xfrm>
        </p:grpSpPr>
        <p:grpSp>
          <p:nvGrpSpPr>
            <p:cNvPr id="3" name="Group 2">
              <a:extLst>
                <a:ext uri="{FF2B5EF4-FFF2-40B4-BE49-F238E27FC236}">
                  <a16:creationId xmlns:a16="http://schemas.microsoft.com/office/drawing/2014/main" id="{5C44D7FB-847D-A36D-8153-A835D154981A}"/>
                </a:ext>
              </a:extLst>
            </p:cNvPr>
            <p:cNvGrpSpPr/>
            <p:nvPr/>
          </p:nvGrpSpPr>
          <p:grpSpPr>
            <a:xfrm>
              <a:off x="6980903" y="1861360"/>
              <a:ext cx="4781859" cy="3143637"/>
              <a:chOff x="6980903" y="1861360"/>
              <a:chExt cx="4781859" cy="3143637"/>
            </a:xfrm>
          </p:grpSpPr>
          <p:grpSp>
            <p:nvGrpSpPr>
              <p:cNvPr id="5" name="Group 4">
                <a:extLst>
                  <a:ext uri="{FF2B5EF4-FFF2-40B4-BE49-F238E27FC236}">
                    <a16:creationId xmlns:a16="http://schemas.microsoft.com/office/drawing/2014/main" id="{2FFE7304-A9F8-E7E5-DD44-7DDC8286F418}"/>
                  </a:ext>
                </a:extLst>
              </p:cNvPr>
              <p:cNvGrpSpPr/>
              <p:nvPr/>
            </p:nvGrpSpPr>
            <p:grpSpPr>
              <a:xfrm>
                <a:off x="6980903" y="4225201"/>
                <a:ext cx="4467534" cy="779796"/>
                <a:chOff x="6980903" y="4225201"/>
                <a:chExt cx="4467534" cy="779796"/>
              </a:xfrm>
            </p:grpSpPr>
            <p:sp>
              <p:nvSpPr>
                <p:cNvPr id="12" name="Rectangle: Rounded Corners 11">
                  <a:extLst>
                    <a:ext uri="{FF2B5EF4-FFF2-40B4-BE49-F238E27FC236}">
                      <a16:creationId xmlns:a16="http://schemas.microsoft.com/office/drawing/2014/main" id="{232C85A1-0DF9-2B35-CA8C-7D6D8340BA34}"/>
                    </a:ext>
                  </a:extLst>
                </p:cNvPr>
                <p:cNvSpPr/>
                <p:nvPr/>
              </p:nvSpPr>
              <p:spPr>
                <a:xfrm>
                  <a:off x="7732102" y="4402594"/>
                  <a:ext cx="3716335" cy="602403"/>
                </a:xfrm>
                <a:prstGeom prst="roundRect">
                  <a:avLst>
                    <a:gd name="adj" fmla="val 50000"/>
                  </a:avLst>
                </a:prstGeom>
                <a:solidFill>
                  <a:srgbClr val="0FB7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2000" dirty="0">
                      <a:solidFill>
                        <a:schemeClr val="tx1"/>
                      </a:solidFill>
                      <a:latin typeface="Arial" panose="020B0604020202020204" pitchFamily="34" charset="0"/>
                      <a:cs typeface="Arial" panose="020B0604020202020204" pitchFamily="34" charset="0"/>
                    </a:rPr>
                    <a:t>Cardiac Arrest</a:t>
                  </a:r>
                </a:p>
              </p:txBody>
            </p:sp>
            <p:cxnSp>
              <p:nvCxnSpPr>
                <p:cNvPr id="13" name="Straight Connector 12">
                  <a:extLst>
                    <a:ext uri="{FF2B5EF4-FFF2-40B4-BE49-F238E27FC236}">
                      <a16:creationId xmlns:a16="http://schemas.microsoft.com/office/drawing/2014/main" id="{677B0713-5A99-A143-9FF1-541273BCCD18}"/>
                    </a:ext>
                  </a:extLst>
                </p:cNvPr>
                <p:cNvCxnSpPr>
                  <a:cxnSpLocks/>
                </p:cNvCxnSpPr>
                <p:nvPr/>
              </p:nvCxnSpPr>
              <p:spPr>
                <a:xfrm flipH="1" flipV="1">
                  <a:off x="6980903" y="4225201"/>
                  <a:ext cx="751199" cy="478596"/>
                </a:xfrm>
                <a:prstGeom prst="line">
                  <a:avLst/>
                </a:prstGeom>
                <a:ln w="28575">
                  <a:solidFill>
                    <a:schemeClr val="bg1">
                      <a:lumMod val="95000"/>
                    </a:schemeClr>
                  </a:solidFill>
                  <a:tailEnd type="oval"/>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83C26658-8C38-7114-DCC2-3DB1DA826A62}"/>
                  </a:ext>
                </a:extLst>
              </p:cNvPr>
              <p:cNvGrpSpPr/>
              <p:nvPr/>
            </p:nvGrpSpPr>
            <p:grpSpPr>
              <a:xfrm>
                <a:off x="7403690" y="3136159"/>
                <a:ext cx="4359072" cy="602403"/>
                <a:chOff x="6813755" y="3136159"/>
                <a:chExt cx="4359072" cy="602403"/>
              </a:xfrm>
            </p:grpSpPr>
            <p:sp>
              <p:nvSpPr>
                <p:cNvPr id="10" name="Rectangle: Rounded Corners 9">
                  <a:extLst>
                    <a:ext uri="{FF2B5EF4-FFF2-40B4-BE49-F238E27FC236}">
                      <a16:creationId xmlns:a16="http://schemas.microsoft.com/office/drawing/2014/main" id="{C4CFDB84-ED05-A3EC-DC8A-E0765BEC9F3E}"/>
                    </a:ext>
                  </a:extLst>
                </p:cNvPr>
                <p:cNvSpPr/>
                <p:nvPr/>
              </p:nvSpPr>
              <p:spPr>
                <a:xfrm>
                  <a:off x="7456492" y="3136159"/>
                  <a:ext cx="3716335" cy="602403"/>
                </a:xfrm>
                <a:prstGeom prst="roundRect">
                  <a:avLst>
                    <a:gd name="adj" fmla="val 50000"/>
                  </a:avLst>
                </a:prstGeom>
                <a:solidFill>
                  <a:srgbClr val="0E82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2000" dirty="0">
                      <a:solidFill>
                        <a:schemeClr val="tx1"/>
                      </a:solidFill>
                      <a:latin typeface="Arial" panose="020B0604020202020204" pitchFamily="34" charset="0"/>
                      <a:cs typeface="Arial" panose="020B0604020202020204" pitchFamily="34" charset="0"/>
                    </a:rPr>
                    <a:t>Heart Attack</a:t>
                  </a:r>
                </a:p>
              </p:txBody>
            </p:sp>
            <p:cxnSp>
              <p:nvCxnSpPr>
                <p:cNvPr id="11" name="Straight Connector 10">
                  <a:extLst>
                    <a:ext uri="{FF2B5EF4-FFF2-40B4-BE49-F238E27FC236}">
                      <a16:creationId xmlns:a16="http://schemas.microsoft.com/office/drawing/2014/main" id="{DB25DBC6-D314-F4AD-AE76-8419EB5F7098}"/>
                    </a:ext>
                  </a:extLst>
                </p:cNvPr>
                <p:cNvCxnSpPr>
                  <a:cxnSpLocks/>
                </p:cNvCxnSpPr>
                <p:nvPr/>
              </p:nvCxnSpPr>
              <p:spPr>
                <a:xfrm flipH="1">
                  <a:off x="6813755" y="3412277"/>
                  <a:ext cx="642737" cy="14157"/>
                </a:xfrm>
                <a:prstGeom prst="line">
                  <a:avLst/>
                </a:prstGeom>
                <a:ln w="28575">
                  <a:solidFill>
                    <a:schemeClr val="bg1">
                      <a:lumMod val="95000"/>
                    </a:schemeClr>
                  </a:solidFill>
                  <a:tailEnd type="oval"/>
                </a:ln>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73AEF0C0-D3FA-1D3F-A797-9451AF7F2511}"/>
                  </a:ext>
                </a:extLst>
              </p:cNvPr>
              <p:cNvGrpSpPr/>
              <p:nvPr/>
            </p:nvGrpSpPr>
            <p:grpSpPr>
              <a:xfrm>
                <a:off x="6980903" y="1861360"/>
                <a:ext cx="4467534" cy="842125"/>
                <a:chOff x="6980903" y="1861360"/>
                <a:chExt cx="4467534" cy="842125"/>
              </a:xfrm>
            </p:grpSpPr>
            <p:cxnSp>
              <p:nvCxnSpPr>
                <p:cNvPr id="8" name="Straight Connector 7">
                  <a:extLst>
                    <a:ext uri="{FF2B5EF4-FFF2-40B4-BE49-F238E27FC236}">
                      <a16:creationId xmlns:a16="http://schemas.microsoft.com/office/drawing/2014/main" id="{9E01B697-77D8-D029-F295-F4F799C16CED}"/>
                    </a:ext>
                  </a:extLst>
                </p:cNvPr>
                <p:cNvCxnSpPr>
                  <a:cxnSpLocks/>
                </p:cNvCxnSpPr>
                <p:nvPr/>
              </p:nvCxnSpPr>
              <p:spPr>
                <a:xfrm flipH="1">
                  <a:off x="6980903" y="2162561"/>
                  <a:ext cx="751199" cy="540924"/>
                </a:xfrm>
                <a:prstGeom prst="line">
                  <a:avLst/>
                </a:prstGeom>
                <a:ln w="28575">
                  <a:solidFill>
                    <a:schemeClr val="bg1">
                      <a:lumMod val="95000"/>
                    </a:schemeClr>
                  </a:solidFill>
                  <a:tailEnd type="oval"/>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7FC65CD9-C41B-272F-C523-28F7FA683984}"/>
                    </a:ext>
                  </a:extLst>
                </p:cNvPr>
                <p:cNvSpPr/>
                <p:nvPr/>
              </p:nvSpPr>
              <p:spPr>
                <a:xfrm>
                  <a:off x="7732102" y="1861360"/>
                  <a:ext cx="3716335" cy="602403"/>
                </a:xfrm>
                <a:prstGeom prst="roundRect">
                  <a:avLst>
                    <a:gd name="adj" fmla="val 50000"/>
                  </a:avLst>
                </a:prstGeom>
                <a:solidFill>
                  <a:srgbClr val="9FBF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2000" dirty="0">
                      <a:solidFill>
                        <a:schemeClr val="tx1"/>
                      </a:solidFill>
                      <a:latin typeface="Arial" panose="020B0604020202020204" pitchFamily="34" charset="0"/>
                      <a:cs typeface="Arial" panose="020B0604020202020204" pitchFamily="34" charset="0"/>
                    </a:rPr>
                    <a:t>Angina Pectoris</a:t>
                  </a:r>
                </a:p>
              </p:txBody>
            </p:sp>
          </p:grpSp>
        </p:grpSp>
        <p:sp>
          <p:nvSpPr>
            <p:cNvPr id="4" name="Oval 3">
              <a:extLst>
                <a:ext uri="{FF2B5EF4-FFF2-40B4-BE49-F238E27FC236}">
                  <a16:creationId xmlns:a16="http://schemas.microsoft.com/office/drawing/2014/main" id="{4CA74972-E00A-DF53-859E-C64335CBBDD6}"/>
                </a:ext>
              </a:extLst>
            </p:cNvPr>
            <p:cNvSpPr/>
            <p:nvPr/>
          </p:nvSpPr>
          <p:spPr>
            <a:xfrm>
              <a:off x="5745752" y="2656714"/>
              <a:ext cx="1568487" cy="1568487"/>
            </a:xfrm>
            <a:prstGeom prst="ellipse">
              <a:avLst/>
            </a:prstGeom>
            <a:blipFill>
              <a:blip r:embed="rId3"/>
              <a:srcRect/>
              <a:stretch>
                <a:fillRect t="-4466" b="-4256"/>
              </a:stretch>
            </a:blip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spTree>
    <p:custDataLst>
      <p:tags r:id="rId1"/>
    </p:custDataLst>
    <p:extLst>
      <p:ext uri="{BB962C8B-B14F-4D97-AF65-F5344CB8AC3E}">
        <p14:creationId xmlns:p14="http://schemas.microsoft.com/office/powerpoint/2010/main" val="3569481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7CBE5AEF-3AAD-56E9-6C91-DB7624D1EF47}"/>
              </a:ext>
            </a:extLst>
          </p:cNvPr>
          <p:cNvSpPr/>
          <p:nvPr/>
        </p:nvSpPr>
        <p:spPr>
          <a:xfrm>
            <a:off x="4384186" y="843716"/>
            <a:ext cx="2006756" cy="1337837"/>
          </a:xfrm>
          <a:custGeom>
            <a:avLst/>
            <a:gdLst>
              <a:gd name="connsiteX0" fmla="*/ 0 w 2006756"/>
              <a:gd name="connsiteY0" fmla="*/ 0 h 1337837"/>
              <a:gd name="connsiteX1" fmla="*/ 2006756 w 2006756"/>
              <a:gd name="connsiteY1" fmla="*/ 0 h 1337837"/>
              <a:gd name="connsiteX2" fmla="*/ 2006756 w 2006756"/>
              <a:gd name="connsiteY2" fmla="*/ 1337837 h 1337837"/>
              <a:gd name="connsiteX3" fmla="*/ 0 w 2006756"/>
              <a:gd name="connsiteY3" fmla="*/ 1337837 h 1337837"/>
              <a:gd name="connsiteX4" fmla="*/ 0 w 2006756"/>
              <a:gd name="connsiteY4" fmla="*/ 0 h 1337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6756" h="1337837">
                <a:moveTo>
                  <a:pt x="0" y="0"/>
                </a:moveTo>
                <a:lnTo>
                  <a:pt x="2006756" y="0"/>
                </a:lnTo>
                <a:lnTo>
                  <a:pt x="2006756" y="1337837"/>
                </a:lnTo>
                <a:lnTo>
                  <a:pt x="0" y="1337837"/>
                </a:lnTo>
                <a:lnTo>
                  <a:pt x="0" y="0"/>
                </a:lnTo>
                <a:close/>
              </a:path>
            </a:pathLst>
          </a:cu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844550">
              <a:lnSpc>
                <a:spcPct val="90000"/>
              </a:lnSpc>
              <a:spcBef>
                <a:spcPct val="0"/>
              </a:spcBef>
              <a:spcAft>
                <a:spcPct val="15000"/>
              </a:spcAft>
            </a:pPr>
            <a:r>
              <a:rPr lang="en-US" b="1" kern="1200" dirty="0">
                <a:solidFill>
                  <a:srgbClr val="1B3D66"/>
                </a:solidFill>
                <a:latin typeface="Arial" panose="020B0604020202020204" pitchFamily="34" charset="0"/>
                <a:cs typeface="Arial" panose="020B0604020202020204" pitchFamily="34" charset="0"/>
              </a:rPr>
              <a:t>SUPERFICIAL</a:t>
            </a:r>
          </a:p>
          <a:p>
            <a:pPr marL="0" lvl="1" algn="l" defTabSz="844550">
              <a:lnSpc>
                <a:spcPct val="90000"/>
              </a:lnSpc>
              <a:spcBef>
                <a:spcPct val="0"/>
              </a:spcBef>
              <a:spcAft>
                <a:spcPct val="15000"/>
              </a:spcAft>
            </a:pPr>
            <a:endParaRPr lang="en-US" sz="800" b="1" kern="1200" dirty="0">
              <a:solidFill>
                <a:schemeClr val="bg2">
                  <a:lumMod val="10000"/>
                </a:schemeClr>
              </a:solidFill>
              <a:latin typeface="Arial" panose="020B0604020202020204" pitchFamily="34" charset="0"/>
              <a:cs typeface="Arial" panose="020B0604020202020204" pitchFamily="34" charset="0"/>
            </a:endParaRPr>
          </a:p>
          <a:p>
            <a:pPr marL="285750" lvl="1" indent="-285750" algn="l" defTabSz="844550">
              <a:lnSpc>
                <a:spcPct val="90000"/>
              </a:lnSpc>
              <a:spcBef>
                <a:spcPct val="0"/>
              </a:spcBef>
              <a:spcAft>
                <a:spcPct val="15000"/>
              </a:spcAft>
              <a:buFont typeface="Wingdings" panose="05000000000000000000" pitchFamily="2" charset="2"/>
              <a:buChar char="§"/>
            </a:pPr>
            <a:r>
              <a:rPr lang="en-US" sz="1600" kern="1200" dirty="0">
                <a:solidFill>
                  <a:schemeClr val="bg2">
                    <a:lumMod val="10000"/>
                  </a:schemeClr>
                </a:solidFill>
                <a:latin typeface="Arial" panose="020B0604020202020204" pitchFamily="34" charset="0"/>
                <a:cs typeface="Arial" panose="020B0604020202020204" pitchFamily="34" charset="0"/>
              </a:rPr>
              <a:t>Moderate pain</a:t>
            </a:r>
          </a:p>
          <a:p>
            <a:pPr marL="285750" lvl="1" indent="-285750" algn="l" defTabSz="844550">
              <a:lnSpc>
                <a:spcPct val="90000"/>
              </a:lnSpc>
              <a:spcBef>
                <a:spcPct val="0"/>
              </a:spcBef>
              <a:spcAft>
                <a:spcPct val="15000"/>
              </a:spcAft>
              <a:buFont typeface="Wingdings" panose="05000000000000000000" pitchFamily="2" charset="2"/>
              <a:buChar char="§"/>
            </a:pPr>
            <a:r>
              <a:rPr lang="en-US" sz="1600" kern="1200" dirty="0">
                <a:solidFill>
                  <a:schemeClr val="bg2">
                    <a:lumMod val="10000"/>
                  </a:schemeClr>
                </a:solidFill>
                <a:latin typeface="Arial" panose="020B0604020202020204" pitchFamily="34" charset="0"/>
                <a:cs typeface="Arial" panose="020B0604020202020204" pitchFamily="34" charset="0"/>
              </a:rPr>
              <a:t>Mild swelling</a:t>
            </a:r>
          </a:p>
          <a:p>
            <a:pPr marL="285750" lvl="1" indent="-285750" algn="l" defTabSz="844550">
              <a:lnSpc>
                <a:spcPct val="90000"/>
              </a:lnSpc>
              <a:spcBef>
                <a:spcPct val="0"/>
              </a:spcBef>
              <a:spcAft>
                <a:spcPct val="15000"/>
              </a:spcAft>
              <a:buFont typeface="Wingdings" panose="05000000000000000000" pitchFamily="2" charset="2"/>
              <a:buChar char="§"/>
            </a:pPr>
            <a:r>
              <a:rPr lang="en-US" sz="1600" kern="1200" dirty="0">
                <a:solidFill>
                  <a:schemeClr val="bg2">
                    <a:lumMod val="10000"/>
                  </a:schemeClr>
                </a:solidFill>
                <a:latin typeface="Arial" panose="020B0604020202020204" pitchFamily="34" charset="0"/>
                <a:cs typeface="Arial" panose="020B0604020202020204" pitchFamily="34" charset="0"/>
              </a:rPr>
              <a:t>Skin redness</a:t>
            </a:r>
          </a:p>
        </p:txBody>
      </p:sp>
      <p:sp>
        <p:nvSpPr>
          <p:cNvPr id="3" name="Freeform: Shape 2">
            <a:extLst>
              <a:ext uri="{FF2B5EF4-FFF2-40B4-BE49-F238E27FC236}">
                <a16:creationId xmlns:a16="http://schemas.microsoft.com/office/drawing/2014/main" id="{1F887FC6-6E06-8F22-0563-A3FA35648D4B}"/>
              </a:ext>
            </a:extLst>
          </p:cNvPr>
          <p:cNvSpPr/>
          <p:nvPr/>
        </p:nvSpPr>
        <p:spPr>
          <a:xfrm>
            <a:off x="8246726" y="3208736"/>
            <a:ext cx="2722375" cy="1337837"/>
          </a:xfrm>
          <a:custGeom>
            <a:avLst/>
            <a:gdLst>
              <a:gd name="connsiteX0" fmla="*/ 0 w 2006756"/>
              <a:gd name="connsiteY0" fmla="*/ 0 h 1337837"/>
              <a:gd name="connsiteX1" fmla="*/ 2006756 w 2006756"/>
              <a:gd name="connsiteY1" fmla="*/ 0 h 1337837"/>
              <a:gd name="connsiteX2" fmla="*/ 2006756 w 2006756"/>
              <a:gd name="connsiteY2" fmla="*/ 1337837 h 1337837"/>
              <a:gd name="connsiteX3" fmla="*/ 0 w 2006756"/>
              <a:gd name="connsiteY3" fmla="*/ 1337837 h 1337837"/>
              <a:gd name="connsiteX4" fmla="*/ 0 w 2006756"/>
              <a:gd name="connsiteY4" fmla="*/ 0 h 1337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6756" h="1337837">
                <a:moveTo>
                  <a:pt x="0" y="0"/>
                </a:moveTo>
                <a:lnTo>
                  <a:pt x="2006756" y="0"/>
                </a:lnTo>
                <a:lnTo>
                  <a:pt x="2006756" y="1337837"/>
                </a:lnTo>
                <a:lnTo>
                  <a:pt x="0" y="1337837"/>
                </a:lnTo>
                <a:lnTo>
                  <a:pt x="0" y="0"/>
                </a:lnTo>
                <a:close/>
              </a:path>
            </a:pathLst>
          </a:cu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755650">
              <a:lnSpc>
                <a:spcPct val="90000"/>
              </a:lnSpc>
              <a:spcBef>
                <a:spcPct val="0"/>
              </a:spcBef>
              <a:spcAft>
                <a:spcPct val="15000"/>
              </a:spcAft>
            </a:pPr>
            <a:r>
              <a:rPr lang="en-US" b="1" kern="1200" dirty="0">
                <a:solidFill>
                  <a:srgbClr val="0E828E"/>
                </a:solidFill>
                <a:latin typeface="Arial" panose="020B0604020202020204" pitchFamily="34" charset="0"/>
                <a:cs typeface="Arial" panose="020B0604020202020204" pitchFamily="34" charset="0"/>
              </a:rPr>
              <a:t>PARTIAL THICKNESS</a:t>
            </a:r>
          </a:p>
          <a:p>
            <a:pPr marL="0" lvl="1" algn="l" defTabSz="755650">
              <a:lnSpc>
                <a:spcPct val="90000"/>
              </a:lnSpc>
              <a:spcBef>
                <a:spcPct val="0"/>
              </a:spcBef>
              <a:spcAft>
                <a:spcPct val="15000"/>
              </a:spcAft>
            </a:pPr>
            <a:endParaRPr lang="en-US" sz="800" b="1" kern="1200" dirty="0">
              <a:solidFill>
                <a:schemeClr val="bg2">
                  <a:lumMod val="10000"/>
                </a:schemeClr>
              </a:solidFill>
              <a:latin typeface="Arial" panose="020B0604020202020204" pitchFamily="34" charset="0"/>
              <a:cs typeface="Arial" panose="020B0604020202020204" pitchFamily="34" charset="0"/>
            </a:endParaRPr>
          </a:p>
          <a:p>
            <a:pPr marL="285750" lvl="1" indent="-285750" algn="l" defTabSz="755650">
              <a:lnSpc>
                <a:spcPct val="90000"/>
              </a:lnSpc>
              <a:spcBef>
                <a:spcPct val="0"/>
              </a:spcBef>
              <a:spcAft>
                <a:spcPct val="15000"/>
              </a:spcAft>
              <a:buFont typeface="Wingdings" panose="05000000000000000000" pitchFamily="2" charset="2"/>
              <a:buChar char="§"/>
            </a:pPr>
            <a:r>
              <a:rPr lang="en-US" sz="1600" kern="1200" dirty="0">
                <a:solidFill>
                  <a:schemeClr val="bg2">
                    <a:lumMod val="10000"/>
                  </a:schemeClr>
                </a:solidFill>
                <a:latin typeface="Arial" panose="020B0604020202020204" pitchFamily="34" charset="0"/>
                <a:cs typeface="Arial" panose="020B0604020202020204" pitchFamily="34" charset="0"/>
              </a:rPr>
              <a:t>Severe pain</a:t>
            </a:r>
          </a:p>
          <a:p>
            <a:pPr marL="285750" lvl="1" indent="-285750" algn="l" defTabSz="755650">
              <a:lnSpc>
                <a:spcPct val="90000"/>
              </a:lnSpc>
              <a:spcBef>
                <a:spcPct val="0"/>
              </a:spcBef>
              <a:spcAft>
                <a:spcPct val="15000"/>
              </a:spcAft>
              <a:buFont typeface="Wingdings" panose="05000000000000000000" pitchFamily="2" charset="2"/>
              <a:buChar char="§"/>
            </a:pPr>
            <a:r>
              <a:rPr lang="en-US" sz="1600" kern="1200" dirty="0">
                <a:solidFill>
                  <a:schemeClr val="bg2">
                    <a:lumMod val="10000"/>
                  </a:schemeClr>
                </a:solidFill>
                <a:latin typeface="Arial" panose="020B0604020202020204" pitchFamily="34" charset="0"/>
                <a:cs typeface="Arial" panose="020B0604020202020204" pitchFamily="34" charset="0"/>
              </a:rPr>
              <a:t>Skin redness &amp; swelling</a:t>
            </a:r>
          </a:p>
          <a:p>
            <a:pPr marL="285750" lvl="1" indent="-285750" algn="l" defTabSz="755650">
              <a:lnSpc>
                <a:spcPct val="90000"/>
              </a:lnSpc>
              <a:spcBef>
                <a:spcPct val="0"/>
              </a:spcBef>
              <a:spcAft>
                <a:spcPct val="15000"/>
              </a:spcAft>
              <a:buFont typeface="Wingdings" panose="05000000000000000000" pitchFamily="2" charset="2"/>
              <a:buChar char="§"/>
            </a:pPr>
            <a:r>
              <a:rPr lang="en-US" sz="1600" kern="1200" dirty="0">
                <a:solidFill>
                  <a:schemeClr val="bg2">
                    <a:lumMod val="10000"/>
                  </a:schemeClr>
                </a:solidFill>
                <a:latin typeface="Arial" panose="020B0604020202020204" pitchFamily="34" charset="0"/>
                <a:cs typeface="Arial" panose="020B0604020202020204" pitchFamily="34" charset="0"/>
              </a:rPr>
              <a:t>Blister formation</a:t>
            </a:r>
          </a:p>
        </p:txBody>
      </p:sp>
      <p:sp>
        <p:nvSpPr>
          <p:cNvPr id="4" name="Freeform: Shape 3">
            <a:extLst>
              <a:ext uri="{FF2B5EF4-FFF2-40B4-BE49-F238E27FC236}">
                <a16:creationId xmlns:a16="http://schemas.microsoft.com/office/drawing/2014/main" id="{50DC9448-8CFD-0D01-C0D5-B16EEF6C4FB5}"/>
              </a:ext>
            </a:extLst>
          </p:cNvPr>
          <p:cNvSpPr/>
          <p:nvPr/>
        </p:nvSpPr>
        <p:spPr>
          <a:xfrm>
            <a:off x="1222900" y="3208735"/>
            <a:ext cx="2722374" cy="1337837"/>
          </a:xfrm>
          <a:custGeom>
            <a:avLst/>
            <a:gdLst>
              <a:gd name="connsiteX0" fmla="*/ 0 w 2006756"/>
              <a:gd name="connsiteY0" fmla="*/ 0 h 1337837"/>
              <a:gd name="connsiteX1" fmla="*/ 2006756 w 2006756"/>
              <a:gd name="connsiteY1" fmla="*/ 0 h 1337837"/>
              <a:gd name="connsiteX2" fmla="*/ 2006756 w 2006756"/>
              <a:gd name="connsiteY2" fmla="*/ 1337837 h 1337837"/>
              <a:gd name="connsiteX3" fmla="*/ 0 w 2006756"/>
              <a:gd name="connsiteY3" fmla="*/ 1337837 h 1337837"/>
              <a:gd name="connsiteX4" fmla="*/ 0 w 2006756"/>
              <a:gd name="connsiteY4" fmla="*/ 0 h 1337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6756" h="1337837">
                <a:moveTo>
                  <a:pt x="0" y="0"/>
                </a:moveTo>
                <a:lnTo>
                  <a:pt x="2006756" y="0"/>
                </a:lnTo>
                <a:lnTo>
                  <a:pt x="2006756" y="1337837"/>
                </a:lnTo>
                <a:lnTo>
                  <a:pt x="0" y="1337837"/>
                </a:lnTo>
                <a:lnTo>
                  <a:pt x="0" y="0"/>
                </a:lnTo>
                <a:close/>
              </a:path>
            </a:pathLst>
          </a:cu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755650">
              <a:lnSpc>
                <a:spcPct val="90000"/>
              </a:lnSpc>
              <a:spcBef>
                <a:spcPct val="0"/>
              </a:spcBef>
              <a:spcAft>
                <a:spcPct val="15000"/>
              </a:spcAft>
            </a:pPr>
            <a:r>
              <a:rPr lang="en-US" b="1" kern="1200" dirty="0">
                <a:solidFill>
                  <a:srgbClr val="0FB7CE"/>
                </a:solidFill>
                <a:latin typeface="Arial" panose="020B0604020202020204" pitchFamily="34" charset="0"/>
                <a:cs typeface="Arial" panose="020B0604020202020204" pitchFamily="34" charset="0"/>
              </a:rPr>
              <a:t>FULL THICKNESS</a:t>
            </a:r>
          </a:p>
          <a:p>
            <a:pPr marL="0" lvl="1" algn="l" defTabSz="755650">
              <a:lnSpc>
                <a:spcPct val="90000"/>
              </a:lnSpc>
              <a:spcBef>
                <a:spcPct val="0"/>
              </a:spcBef>
              <a:spcAft>
                <a:spcPct val="15000"/>
              </a:spcAft>
            </a:pPr>
            <a:endParaRPr lang="en-US" sz="800" b="1" kern="1200" dirty="0">
              <a:solidFill>
                <a:schemeClr val="bg2">
                  <a:lumMod val="10000"/>
                </a:schemeClr>
              </a:solidFill>
              <a:latin typeface="Arial" panose="020B0604020202020204" pitchFamily="34" charset="0"/>
              <a:cs typeface="Arial" panose="020B0604020202020204" pitchFamily="34" charset="0"/>
            </a:endParaRPr>
          </a:p>
          <a:p>
            <a:pPr marL="285750" lvl="1" indent="-285750" algn="l" defTabSz="755650">
              <a:lnSpc>
                <a:spcPct val="90000"/>
              </a:lnSpc>
              <a:spcBef>
                <a:spcPct val="0"/>
              </a:spcBef>
              <a:spcAft>
                <a:spcPct val="15000"/>
              </a:spcAft>
              <a:buFont typeface="Wingdings" panose="05000000000000000000" pitchFamily="2" charset="2"/>
              <a:buChar char="§"/>
            </a:pPr>
            <a:r>
              <a:rPr lang="en-US" sz="1600" kern="1200" dirty="0">
                <a:solidFill>
                  <a:schemeClr val="bg2">
                    <a:lumMod val="10000"/>
                  </a:schemeClr>
                </a:solidFill>
                <a:latin typeface="Arial" panose="020B0604020202020204" pitchFamily="34" charset="0"/>
                <a:cs typeface="Arial" panose="020B0604020202020204" pitchFamily="34" charset="0"/>
              </a:rPr>
              <a:t>No feeling of pain</a:t>
            </a:r>
          </a:p>
          <a:p>
            <a:pPr marL="285750" lvl="1" indent="-285750" algn="l" defTabSz="755650">
              <a:lnSpc>
                <a:spcPct val="90000"/>
              </a:lnSpc>
              <a:spcBef>
                <a:spcPct val="0"/>
              </a:spcBef>
              <a:spcAft>
                <a:spcPct val="15000"/>
              </a:spcAft>
              <a:buFont typeface="Wingdings" panose="05000000000000000000" pitchFamily="2" charset="2"/>
              <a:buChar char="§"/>
            </a:pPr>
            <a:r>
              <a:rPr lang="en-US" sz="1600" kern="1200" dirty="0">
                <a:solidFill>
                  <a:schemeClr val="bg2">
                    <a:lumMod val="10000"/>
                  </a:schemeClr>
                </a:solidFill>
                <a:latin typeface="Arial" panose="020B0604020202020204" pitchFamily="34" charset="0"/>
                <a:cs typeface="Arial" panose="020B0604020202020204" pitchFamily="34" charset="0"/>
              </a:rPr>
              <a:t>Skin is dry, lathery, waxy, pale, white </a:t>
            </a:r>
          </a:p>
          <a:p>
            <a:pPr marL="285750" lvl="1" indent="-285750" algn="l" defTabSz="755650">
              <a:lnSpc>
                <a:spcPct val="90000"/>
              </a:lnSpc>
              <a:spcBef>
                <a:spcPct val="0"/>
              </a:spcBef>
              <a:spcAft>
                <a:spcPct val="15000"/>
              </a:spcAft>
              <a:buFont typeface="Wingdings" panose="05000000000000000000" pitchFamily="2" charset="2"/>
              <a:buChar char="§"/>
            </a:pPr>
            <a:r>
              <a:rPr lang="en-US" sz="1600" kern="1200" dirty="0">
                <a:solidFill>
                  <a:schemeClr val="bg2">
                    <a:lumMod val="10000"/>
                  </a:schemeClr>
                </a:solidFill>
                <a:latin typeface="Arial" panose="020B0604020202020204" pitchFamily="34" charset="0"/>
                <a:cs typeface="Arial" panose="020B0604020202020204" pitchFamily="34" charset="0"/>
              </a:rPr>
              <a:t>Swelling </a:t>
            </a:r>
          </a:p>
        </p:txBody>
      </p:sp>
      <p:sp>
        <p:nvSpPr>
          <p:cNvPr id="5" name="Rectangle 4">
            <a:extLst>
              <a:ext uri="{FF2B5EF4-FFF2-40B4-BE49-F238E27FC236}">
                <a16:creationId xmlns:a16="http://schemas.microsoft.com/office/drawing/2014/main" id="{991A95EA-5DCD-5A89-A775-53AC2AA5F904}"/>
              </a:ext>
            </a:extLst>
          </p:cNvPr>
          <p:cNvSpPr/>
          <p:nvPr/>
        </p:nvSpPr>
        <p:spPr>
          <a:xfrm>
            <a:off x="8615909" y="4713015"/>
            <a:ext cx="1649041" cy="1649041"/>
          </a:xfrm>
          <a:prstGeom prst="rect">
            <a:avLst/>
          </a:prstGeom>
          <a:blipFill>
            <a:blip r:embed="rId2"/>
            <a:stretch>
              <a:fillRect l="-1850" r="-1850"/>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33EFE2B2-AAD8-0693-7F51-7E9EBC95F8B5}"/>
              </a:ext>
            </a:extLst>
          </p:cNvPr>
          <p:cNvSpPr/>
          <p:nvPr/>
        </p:nvSpPr>
        <p:spPr>
          <a:xfrm>
            <a:off x="6596447" y="647138"/>
            <a:ext cx="1649041" cy="1649041"/>
          </a:xfrm>
          <a:prstGeom prst="rect">
            <a:avLst/>
          </a:prstGeom>
          <a:blipFill>
            <a:blip r:embed="rId3"/>
            <a:stretch>
              <a:fillRect l="-1850" r="-1850"/>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2D25568E-7A80-241E-57A0-C3A6F08D828B}"/>
              </a:ext>
            </a:extLst>
          </p:cNvPr>
          <p:cNvSpPr/>
          <p:nvPr/>
        </p:nvSpPr>
        <p:spPr>
          <a:xfrm>
            <a:off x="1547614" y="4713014"/>
            <a:ext cx="1649041" cy="1649041"/>
          </a:xfrm>
          <a:prstGeom prst="rect">
            <a:avLst/>
          </a:prstGeom>
          <a:blipFill>
            <a:blip r:embed="rId4"/>
            <a:stretch>
              <a:fillRect l="-1850" r="-1850"/>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Circle: Hollow 7">
            <a:extLst>
              <a:ext uri="{FF2B5EF4-FFF2-40B4-BE49-F238E27FC236}">
                <a16:creationId xmlns:a16="http://schemas.microsoft.com/office/drawing/2014/main" id="{F00DA35D-904B-42A9-29F0-E3905FA320E4}"/>
              </a:ext>
            </a:extLst>
          </p:cNvPr>
          <p:cNvSpPr/>
          <p:nvPr/>
        </p:nvSpPr>
        <p:spPr>
          <a:xfrm>
            <a:off x="4384186" y="2453026"/>
            <a:ext cx="3423628" cy="3423629"/>
          </a:xfrm>
          <a:prstGeom prst="donut">
            <a:avLst>
              <a:gd name="adj" fmla="val 19594"/>
            </a:avLst>
          </a:prstGeom>
          <a:solidFill>
            <a:srgbClr val="CED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solidFill>
                <a:schemeClr val="tx1"/>
              </a:solidFill>
            </a:endParaRPr>
          </a:p>
        </p:txBody>
      </p:sp>
      <p:sp>
        <p:nvSpPr>
          <p:cNvPr id="9" name="Oval 8">
            <a:extLst>
              <a:ext uri="{FF2B5EF4-FFF2-40B4-BE49-F238E27FC236}">
                <a16:creationId xmlns:a16="http://schemas.microsoft.com/office/drawing/2014/main" id="{D09D285E-F06D-650B-E813-EB2803BCDDE4}"/>
              </a:ext>
            </a:extLst>
          </p:cNvPr>
          <p:cNvSpPr/>
          <p:nvPr/>
        </p:nvSpPr>
        <p:spPr>
          <a:xfrm>
            <a:off x="5051899" y="3121860"/>
            <a:ext cx="2088034" cy="2088034"/>
          </a:xfrm>
          <a:prstGeom prst="ellipse">
            <a:avLst/>
          </a:prstGeom>
          <a:blipFill>
            <a:blip r:embed="rId5"/>
            <a:stretch>
              <a:fillRect/>
            </a:stretch>
          </a:blip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10" name="Group 9">
            <a:extLst>
              <a:ext uri="{FF2B5EF4-FFF2-40B4-BE49-F238E27FC236}">
                <a16:creationId xmlns:a16="http://schemas.microsoft.com/office/drawing/2014/main" id="{FD7962DF-373B-601D-75FE-C8A16FB7EF28}"/>
              </a:ext>
            </a:extLst>
          </p:cNvPr>
          <p:cNvGrpSpPr/>
          <p:nvPr/>
        </p:nvGrpSpPr>
        <p:grpSpPr>
          <a:xfrm>
            <a:off x="5054649" y="2271563"/>
            <a:ext cx="2082701" cy="1227124"/>
            <a:chOff x="5054649" y="2585888"/>
            <a:chExt cx="2082701" cy="1227124"/>
          </a:xfrm>
        </p:grpSpPr>
        <p:sp>
          <p:nvSpPr>
            <p:cNvPr id="11" name="Freeform: Shape 10">
              <a:extLst>
                <a:ext uri="{FF2B5EF4-FFF2-40B4-BE49-F238E27FC236}">
                  <a16:creationId xmlns:a16="http://schemas.microsoft.com/office/drawing/2014/main" id="{C9254A6D-EDF1-1173-177A-F6CB58EA7CCF}"/>
                </a:ext>
              </a:extLst>
            </p:cNvPr>
            <p:cNvSpPr/>
            <p:nvPr/>
          </p:nvSpPr>
          <p:spPr>
            <a:xfrm>
              <a:off x="5054649" y="2585888"/>
              <a:ext cx="2082701" cy="1227124"/>
            </a:xfrm>
            <a:custGeom>
              <a:avLst/>
              <a:gdLst>
                <a:gd name="connsiteX0" fmla="*/ 1357947 w 2715894"/>
                <a:gd name="connsiteY0" fmla="*/ 0 h 1600200"/>
                <a:gd name="connsiteX1" fmla="*/ 2534762 w 2715894"/>
                <a:gd name="connsiteY1" fmla="*/ 297980 h 1600200"/>
                <a:gd name="connsiteX2" fmla="*/ 2668015 w 2715894"/>
                <a:gd name="connsiteY2" fmla="*/ 378933 h 1600200"/>
                <a:gd name="connsiteX3" fmla="*/ 2688305 w 2715894"/>
                <a:gd name="connsiteY3" fmla="*/ 457846 h 1600200"/>
                <a:gd name="connsiteX4" fmla="*/ 2715894 w 2715894"/>
                <a:gd name="connsiteY4" fmla="*/ 731520 h 1600200"/>
                <a:gd name="connsiteX5" fmla="*/ 2405805 w 2715894"/>
                <a:gd name="connsiteY5" fmla="*/ 1595300 h 1600200"/>
                <a:gd name="connsiteX6" fmla="*/ 2401352 w 2715894"/>
                <a:gd name="connsiteY6" fmla="*/ 1600200 h 1600200"/>
                <a:gd name="connsiteX7" fmla="*/ 2318160 w 2715894"/>
                <a:gd name="connsiteY7" fmla="*/ 1508667 h 1600200"/>
                <a:gd name="connsiteX8" fmla="*/ 1357947 w 2715894"/>
                <a:gd name="connsiteY8" fmla="*/ 1110933 h 1600200"/>
                <a:gd name="connsiteX9" fmla="*/ 397734 w 2715894"/>
                <a:gd name="connsiteY9" fmla="*/ 1508667 h 1600200"/>
                <a:gd name="connsiteX10" fmla="*/ 314543 w 2715894"/>
                <a:gd name="connsiteY10" fmla="*/ 1600200 h 1600200"/>
                <a:gd name="connsiteX11" fmla="*/ 310089 w 2715894"/>
                <a:gd name="connsiteY11" fmla="*/ 1595300 h 1600200"/>
                <a:gd name="connsiteX12" fmla="*/ 0 w 2715894"/>
                <a:gd name="connsiteY12" fmla="*/ 731520 h 1600200"/>
                <a:gd name="connsiteX13" fmla="*/ 27589 w 2715894"/>
                <a:gd name="connsiteY13" fmla="*/ 457846 h 1600200"/>
                <a:gd name="connsiteX14" fmla="*/ 47880 w 2715894"/>
                <a:gd name="connsiteY14" fmla="*/ 378933 h 1600200"/>
                <a:gd name="connsiteX15" fmla="*/ 181132 w 2715894"/>
                <a:gd name="connsiteY15" fmla="*/ 297980 h 1600200"/>
                <a:gd name="connsiteX16" fmla="*/ 1357947 w 2715894"/>
                <a:gd name="connsiteY16" fmla="*/ 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5894" h="1600200">
                  <a:moveTo>
                    <a:pt x="1357947" y="0"/>
                  </a:moveTo>
                  <a:cubicBezTo>
                    <a:pt x="1784049" y="0"/>
                    <a:pt x="2184938" y="107945"/>
                    <a:pt x="2534762" y="297980"/>
                  </a:cubicBezTo>
                  <a:lnTo>
                    <a:pt x="2668015" y="378933"/>
                  </a:lnTo>
                  <a:lnTo>
                    <a:pt x="2688305" y="457846"/>
                  </a:lnTo>
                  <a:cubicBezTo>
                    <a:pt x="2706395" y="546245"/>
                    <a:pt x="2715894" y="637773"/>
                    <a:pt x="2715894" y="731520"/>
                  </a:cubicBezTo>
                  <a:cubicBezTo>
                    <a:pt x="2715894" y="1059633"/>
                    <a:pt x="2599524" y="1360567"/>
                    <a:pt x="2405805" y="1595300"/>
                  </a:cubicBezTo>
                  <a:lnTo>
                    <a:pt x="2401352" y="1600200"/>
                  </a:lnTo>
                  <a:lnTo>
                    <a:pt x="2318160" y="1508667"/>
                  </a:lnTo>
                  <a:cubicBezTo>
                    <a:pt x="2072420" y="1262926"/>
                    <a:pt x="1732934" y="1110933"/>
                    <a:pt x="1357947" y="1110933"/>
                  </a:cubicBezTo>
                  <a:cubicBezTo>
                    <a:pt x="982961" y="1110933"/>
                    <a:pt x="643474" y="1262926"/>
                    <a:pt x="397734" y="1508667"/>
                  </a:cubicBezTo>
                  <a:lnTo>
                    <a:pt x="314543" y="1600200"/>
                  </a:lnTo>
                  <a:lnTo>
                    <a:pt x="310089" y="1595300"/>
                  </a:lnTo>
                  <a:cubicBezTo>
                    <a:pt x="116370" y="1360567"/>
                    <a:pt x="0" y="1059633"/>
                    <a:pt x="0" y="731520"/>
                  </a:cubicBezTo>
                  <a:cubicBezTo>
                    <a:pt x="0" y="637773"/>
                    <a:pt x="9500" y="546245"/>
                    <a:pt x="27589" y="457846"/>
                  </a:cubicBezTo>
                  <a:lnTo>
                    <a:pt x="47880" y="378933"/>
                  </a:lnTo>
                  <a:lnTo>
                    <a:pt x="181132" y="297980"/>
                  </a:lnTo>
                  <a:cubicBezTo>
                    <a:pt x="530956" y="107945"/>
                    <a:pt x="931846" y="0"/>
                    <a:pt x="1357947" y="0"/>
                  </a:cubicBezTo>
                  <a:close/>
                </a:path>
              </a:pathLst>
            </a:custGeom>
            <a:solidFill>
              <a:srgbClr val="1B3D6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dirty="0"/>
            </a:p>
          </p:txBody>
        </p:sp>
        <p:sp>
          <p:nvSpPr>
            <p:cNvPr id="12" name="TextBox 11">
              <a:extLst>
                <a:ext uri="{FF2B5EF4-FFF2-40B4-BE49-F238E27FC236}">
                  <a16:creationId xmlns:a16="http://schemas.microsoft.com/office/drawing/2014/main" id="{CEE65EF3-87CF-06B5-9CDA-2D88F55B618F}"/>
                </a:ext>
              </a:extLst>
            </p:cNvPr>
            <p:cNvSpPr txBox="1"/>
            <p:nvPr/>
          </p:nvSpPr>
          <p:spPr>
            <a:xfrm>
              <a:off x="5766893" y="2737623"/>
              <a:ext cx="624049" cy="523220"/>
            </a:xfrm>
            <a:prstGeom prst="rect">
              <a:avLst/>
            </a:prstGeom>
            <a:noFill/>
          </p:spPr>
          <p:txBody>
            <a:bodyPr wrap="square" rtlCol="0">
              <a:spAutoFit/>
            </a:bodyPr>
            <a:lstStyle/>
            <a:p>
              <a:pPr algn="ctr"/>
              <a:r>
                <a:rPr lang="en-MY" sz="2800" b="1" dirty="0">
                  <a:solidFill>
                    <a:schemeClr val="bg1">
                      <a:lumMod val="95000"/>
                    </a:schemeClr>
                  </a:solidFill>
                  <a:latin typeface="Daytona Condensed" panose="020B0506030503040204" pitchFamily="34" charset="0"/>
                  <a:cs typeface="Arial" panose="020B0604020202020204" pitchFamily="34" charset="0"/>
                </a:rPr>
                <a:t>1</a:t>
              </a:r>
            </a:p>
          </p:txBody>
        </p:sp>
      </p:grpSp>
      <p:grpSp>
        <p:nvGrpSpPr>
          <p:cNvPr id="13" name="Group 12">
            <a:extLst>
              <a:ext uri="{FF2B5EF4-FFF2-40B4-BE49-F238E27FC236}">
                <a16:creationId xmlns:a16="http://schemas.microsoft.com/office/drawing/2014/main" id="{71EDBB8E-B77C-57AC-A0CB-7732DED3FB91}"/>
              </a:ext>
            </a:extLst>
          </p:cNvPr>
          <p:cNvGrpSpPr/>
          <p:nvPr/>
        </p:nvGrpSpPr>
        <p:grpSpPr>
          <a:xfrm>
            <a:off x="6267610" y="3797191"/>
            <a:ext cx="1711728" cy="2043244"/>
            <a:chOff x="6277549" y="4111516"/>
            <a:chExt cx="1711728" cy="2043244"/>
          </a:xfrm>
        </p:grpSpPr>
        <p:sp>
          <p:nvSpPr>
            <p:cNvPr id="14" name="Freeform: Shape 13">
              <a:extLst>
                <a:ext uri="{FF2B5EF4-FFF2-40B4-BE49-F238E27FC236}">
                  <a16:creationId xmlns:a16="http://schemas.microsoft.com/office/drawing/2014/main" id="{ED742FA9-B0E0-AD3B-4AA0-57A18B74101B}"/>
                </a:ext>
              </a:extLst>
            </p:cNvPr>
            <p:cNvSpPr/>
            <p:nvPr/>
          </p:nvSpPr>
          <p:spPr>
            <a:xfrm>
              <a:off x="6277549" y="4111516"/>
              <a:ext cx="1711728" cy="2043244"/>
            </a:xfrm>
            <a:custGeom>
              <a:avLst/>
              <a:gdLst>
                <a:gd name="connsiteX0" fmla="*/ 1277256 w 2232136"/>
                <a:gd name="connsiteY0" fmla="*/ 0 h 2664440"/>
                <a:gd name="connsiteX1" fmla="*/ 2141036 w 2232136"/>
                <a:gd name="connsiteY1" fmla="*/ 310089 h 2664440"/>
                <a:gd name="connsiteX2" fmla="*/ 2227556 w 2232136"/>
                <a:gd name="connsiteY2" fmla="*/ 388724 h 2664440"/>
                <a:gd name="connsiteX3" fmla="*/ 2232136 w 2232136"/>
                <a:gd name="connsiteY3" fmla="*/ 479424 h 2664440"/>
                <a:gd name="connsiteX4" fmla="*/ 940071 w 2232136"/>
                <a:gd name="connsiteY4" fmla="*/ 2650324 h 2664440"/>
                <a:gd name="connsiteX5" fmla="*/ 910768 w 2232136"/>
                <a:gd name="connsiteY5" fmla="*/ 2664440 h 2664440"/>
                <a:gd name="connsiteX6" fmla="*/ 873444 w 2232136"/>
                <a:gd name="connsiteY6" fmla="*/ 2654843 h 2664440"/>
                <a:gd name="connsiteX7" fmla="*/ 26023 w 2232136"/>
                <a:gd name="connsiteY7" fmla="*/ 1886521 h 2664440"/>
                <a:gd name="connsiteX8" fmla="*/ 0 w 2232136"/>
                <a:gd name="connsiteY8" fmla="*/ 1815419 h 2664440"/>
                <a:gd name="connsiteX9" fmla="*/ 36930 w 2232136"/>
                <a:gd name="connsiteY9" fmla="*/ 1809782 h 2664440"/>
                <a:gd name="connsiteX10" fmla="*/ 1121203 w 2232136"/>
                <a:gd name="connsiteY10" fmla="*/ 479424 h 2664440"/>
                <a:gd name="connsiteX11" fmla="*/ 1060152 w 2232136"/>
                <a:gd name="connsiteY11" fmla="*/ 75612 h 2664440"/>
                <a:gd name="connsiteX12" fmla="*/ 1040513 w 2232136"/>
                <a:gd name="connsiteY12" fmla="*/ 21953 h 2664440"/>
                <a:gd name="connsiteX13" fmla="*/ 1138414 w 2232136"/>
                <a:gd name="connsiteY13" fmla="*/ 7011 h 2664440"/>
                <a:gd name="connsiteX14" fmla="*/ 1277256 w 2232136"/>
                <a:gd name="connsiteY14" fmla="*/ 0 h 266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32136" h="2664440">
                  <a:moveTo>
                    <a:pt x="1277256" y="0"/>
                  </a:moveTo>
                  <a:cubicBezTo>
                    <a:pt x="1605369" y="0"/>
                    <a:pt x="1906303" y="116370"/>
                    <a:pt x="2141036" y="310089"/>
                  </a:cubicBezTo>
                  <a:lnTo>
                    <a:pt x="2227556" y="388724"/>
                  </a:lnTo>
                  <a:lnTo>
                    <a:pt x="2232136" y="479424"/>
                  </a:lnTo>
                  <a:cubicBezTo>
                    <a:pt x="2232136" y="1416848"/>
                    <a:pt x="1709683" y="2232245"/>
                    <a:pt x="940071" y="2650324"/>
                  </a:cubicBezTo>
                  <a:lnTo>
                    <a:pt x="910768" y="2664440"/>
                  </a:lnTo>
                  <a:lnTo>
                    <a:pt x="873444" y="2654843"/>
                  </a:lnTo>
                  <a:cubicBezTo>
                    <a:pt x="490752" y="2535814"/>
                    <a:pt x="180634" y="2252062"/>
                    <a:pt x="26023" y="1886521"/>
                  </a:cubicBezTo>
                  <a:lnTo>
                    <a:pt x="0" y="1815419"/>
                  </a:lnTo>
                  <a:lnTo>
                    <a:pt x="36930" y="1809782"/>
                  </a:lnTo>
                  <a:cubicBezTo>
                    <a:pt x="655723" y="1683159"/>
                    <a:pt x="1121203" y="1135651"/>
                    <a:pt x="1121203" y="479424"/>
                  </a:cubicBezTo>
                  <a:cubicBezTo>
                    <a:pt x="1121203" y="338804"/>
                    <a:pt x="1099829" y="203176"/>
                    <a:pt x="1060152" y="75612"/>
                  </a:cubicBezTo>
                  <a:lnTo>
                    <a:pt x="1040513" y="21953"/>
                  </a:lnTo>
                  <a:lnTo>
                    <a:pt x="1138414" y="7011"/>
                  </a:lnTo>
                  <a:cubicBezTo>
                    <a:pt x="1184064" y="2375"/>
                    <a:pt x="1230383" y="0"/>
                    <a:pt x="1277256" y="0"/>
                  </a:cubicBezTo>
                  <a:close/>
                </a:path>
              </a:pathLst>
            </a:custGeom>
            <a:solidFill>
              <a:srgbClr val="0E82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5" name="TextBox 14">
              <a:extLst>
                <a:ext uri="{FF2B5EF4-FFF2-40B4-BE49-F238E27FC236}">
                  <a16:creationId xmlns:a16="http://schemas.microsoft.com/office/drawing/2014/main" id="{12F98243-E03E-82F2-C50B-BA239CF17804}"/>
                </a:ext>
              </a:extLst>
            </p:cNvPr>
            <p:cNvSpPr txBox="1"/>
            <p:nvPr/>
          </p:nvSpPr>
          <p:spPr>
            <a:xfrm>
              <a:off x="7037507" y="4940095"/>
              <a:ext cx="624049" cy="523220"/>
            </a:xfrm>
            <a:prstGeom prst="rect">
              <a:avLst/>
            </a:prstGeom>
            <a:noFill/>
          </p:spPr>
          <p:txBody>
            <a:bodyPr wrap="square" rtlCol="0">
              <a:spAutoFit/>
            </a:bodyPr>
            <a:lstStyle/>
            <a:p>
              <a:pPr algn="ctr"/>
              <a:r>
                <a:rPr lang="en-MY" sz="2800" b="1" dirty="0">
                  <a:solidFill>
                    <a:schemeClr val="bg1">
                      <a:lumMod val="95000"/>
                    </a:schemeClr>
                  </a:solidFill>
                  <a:latin typeface="Daytona Condensed" panose="020B0506030503040204" pitchFamily="34" charset="0"/>
                  <a:cs typeface="Arial" panose="020B0604020202020204" pitchFamily="34" charset="0"/>
                </a:rPr>
                <a:t>2</a:t>
              </a:r>
            </a:p>
          </p:txBody>
        </p:sp>
      </p:grpSp>
      <p:grpSp>
        <p:nvGrpSpPr>
          <p:cNvPr id="16" name="Group 15">
            <a:extLst>
              <a:ext uri="{FF2B5EF4-FFF2-40B4-BE49-F238E27FC236}">
                <a16:creationId xmlns:a16="http://schemas.microsoft.com/office/drawing/2014/main" id="{1A7B26CF-AB0C-310A-D053-85E2FC1AB779}"/>
              </a:ext>
            </a:extLst>
          </p:cNvPr>
          <p:cNvGrpSpPr/>
          <p:nvPr/>
        </p:nvGrpSpPr>
        <p:grpSpPr>
          <a:xfrm>
            <a:off x="4202723" y="3797191"/>
            <a:ext cx="1711730" cy="2043244"/>
            <a:chOff x="4202723" y="4111516"/>
            <a:chExt cx="1711730" cy="2043244"/>
          </a:xfrm>
        </p:grpSpPr>
        <p:sp>
          <p:nvSpPr>
            <p:cNvPr id="17" name="Freeform: Shape 16">
              <a:extLst>
                <a:ext uri="{FF2B5EF4-FFF2-40B4-BE49-F238E27FC236}">
                  <a16:creationId xmlns:a16="http://schemas.microsoft.com/office/drawing/2014/main" id="{EAB78807-F978-6809-79B4-F0FBA904C7A0}"/>
                </a:ext>
              </a:extLst>
            </p:cNvPr>
            <p:cNvSpPr/>
            <p:nvPr/>
          </p:nvSpPr>
          <p:spPr>
            <a:xfrm>
              <a:off x="4202723" y="4111516"/>
              <a:ext cx="1711730" cy="2043244"/>
            </a:xfrm>
            <a:custGeom>
              <a:avLst/>
              <a:gdLst>
                <a:gd name="connsiteX0" fmla="*/ 954881 w 2232138"/>
                <a:gd name="connsiteY0" fmla="*/ 0 h 2664440"/>
                <a:gd name="connsiteX1" fmla="*/ 1093723 w 2232138"/>
                <a:gd name="connsiteY1" fmla="*/ 7011 h 2664440"/>
                <a:gd name="connsiteX2" fmla="*/ 1191624 w 2232138"/>
                <a:gd name="connsiteY2" fmla="*/ 21953 h 2664440"/>
                <a:gd name="connsiteX3" fmla="*/ 1171984 w 2232138"/>
                <a:gd name="connsiteY3" fmla="*/ 75612 h 2664440"/>
                <a:gd name="connsiteX4" fmla="*/ 1110933 w 2232138"/>
                <a:gd name="connsiteY4" fmla="*/ 479424 h 2664440"/>
                <a:gd name="connsiteX5" fmla="*/ 2195206 w 2232138"/>
                <a:gd name="connsiteY5" fmla="*/ 1809782 h 2664440"/>
                <a:gd name="connsiteX6" fmla="*/ 2232138 w 2232138"/>
                <a:gd name="connsiteY6" fmla="*/ 1815419 h 2664440"/>
                <a:gd name="connsiteX7" fmla="*/ 2206114 w 2232138"/>
                <a:gd name="connsiteY7" fmla="*/ 1886521 h 2664440"/>
                <a:gd name="connsiteX8" fmla="*/ 1358693 w 2232138"/>
                <a:gd name="connsiteY8" fmla="*/ 2654843 h 2664440"/>
                <a:gd name="connsiteX9" fmla="*/ 1321369 w 2232138"/>
                <a:gd name="connsiteY9" fmla="*/ 2664440 h 2664440"/>
                <a:gd name="connsiteX10" fmla="*/ 1292065 w 2232138"/>
                <a:gd name="connsiteY10" fmla="*/ 2650324 h 2664440"/>
                <a:gd name="connsiteX11" fmla="*/ 0 w 2232138"/>
                <a:gd name="connsiteY11" fmla="*/ 479424 h 2664440"/>
                <a:gd name="connsiteX12" fmla="*/ 4580 w 2232138"/>
                <a:gd name="connsiteY12" fmla="*/ 388725 h 2664440"/>
                <a:gd name="connsiteX13" fmla="*/ 91101 w 2232138"/>
                <a:gd name="connsiteY13" fmla="*/ 310089 h 2664440"/>
                <a:gd name="connsiteX14" fmla="*/ 954881 w 2232138"/>
                <a:gd name="connsiteY14" fmla="*/ 0 h 266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32138" h="2664440">
                  <a:moveTo>
                    <a:pt x="954881" y="0"/>
                  </a:moveTo>
                  <a:cubicBezTo>
                    <a:pt x="1001755" y="0"/>
                    <a:pt x="1048073" y="2375"/>
                    <a:pt x="1093723" y="7011"/>
                  </a:cubicBezTo>
                  <a:lnTo>
                    <a:pt x="1191624" y="21953"/>
                  </a:lnTo>
                  <a:lnTo>
                    <a:pt x="1171984" y="75612"/>
                  </a:lnTo>
                  <a:cubicBezTo>
                    <a:pt x="1132307" y="203176"/>
                    <a:pt x="1110933" y="338804"/>
                    <a:pt x="1110933" y="479424"/>
                  </a:cubicBezTo>
                  <a:cubicBezTo>
                    <a:pt x="1110933" y="1135651"/>
                    <a:pt x="1576413" y="1683159"/>
                    <a:pt x="2195206" y="1809782"/>
                  </a:cubicBezTo>
                  <a:lnTo>
                    <a:pt x="2232138" y="1815419"/>
                  </a:lnTo>
                  <a:lnTo>
                    <a:pt x="2206114" y="1886521"/>
                  </a:lnTo>
                  <a:cubicBezTo>
                    <a:pt x="2051503" y="2252062"/>
                    <a:pt x="1741385" y="2535814"/>
                    <a:pt x="1358693" y="2654843"/>
                  </a:cubicBezTo>
                  <a:lnTo>
                    <a:pt x="1321369" y="2664440"/>
                  </a:lnTo>
                  <a:lnTo>
                    <a:pt x="1292065" y="2650324"/>
                  </a:lnTo>
                  <a:cubicBezTo>
                    <a:pt x="522453" y="2232245"/>
                    <a:pt x="0" y="1416848"/>
                    <a:pt x="0" y="479424"/>
                  </a:cubicBezTo>
                  <a:lnTo>
                    <a:pt x="4580" y="388725"/>
                  </a:lnTo>
                  <a:lnTo>
                    <a:pt x="91101" y="310089"/>
                  </a:lnTo>
                  <a:cubicBezTo>
                    <a:pt x="325834" y="116370"/>
                    <a:pt x="626768" y="0"/>
                    <a:pt x="954881" y="0"/>
                  </a:cubicBezTo>
                  <a:close/>
                </a:path>
              </a:pathLst>
            </a:custGeom>
            <a:solidFill>
              <a:srgbClr val="0FB7C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8" name="TextBox 17">
              <a:extLst>
                <a:ext uri="{FF2B5EF4-FFF2-40B4-BE49-F238E27FC236}">
                  <a16:creationId xmlns:a16="http://schemas.microsoft.com/office/drawing/2014/main" id="{39910098-2457-1AE1-539D-F56D81394A72}"/>
                </a:ext>
              </a:extLst>
            </p:cNvPr>
            <p:cNvSpPr txBox="1"/>
            <p:nvPr/>
          </p:nvSpPr>
          <p:spPr>
            <a:xfrm>
              <a:off x="4558411" y="4940095"/>
              <a:ext cx="624049" cy="523220"/>
            </a:xfrm>
            <a:prstGeom prst="rect">
              <a:avLst/>
            </a:prstGeom>
            <a:noFill/>
          </p:spPr>
          <p:txBody>
            <a:bodyPr wrap="square" rtlCol="0">
              <a:spAutoFit/>
            </a:bodyPr>
            <a:lstStyle/>
            <a:p>
              <a:pPr algn="ctr"/>
              <a:r>
                <a:rPr lang="en-MY" sz="2800" b="1" dirty="0">
                  <a:solidFill>
                    <a:schemeClr val="bg1">
                      <a:lumMod val="95000"/>
                    </a:schemeClr>
                  </a:solidFill>
                  <a:latin typeface="Daytona Condensed" panose="020B0506030503040204" pitchFamily="34" charset="0"/>
                  <a:cs typeface="Arial" panose="020B0604020202020204" pitchFamily="34" charset="0"/>
                </a:rPr>
                <a:t>3</a:t>
              </a:r>
            </a:p>
          </p:txBody>
        </p:sp>
      </p:grpSp>
    </p:spTree>
    <p:extLst>
      <p:ext uri="{BB962C8B-B14F-4D97-AF65-F5344CB8AC3E}">
        <p14:creationId xmlns:p14="http://schemas.microsoft.com/office/powerpoint/2010/main" val="77925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2" presetClass="entr" presetSubtype="8" fill="hold" grpId="0" nodeType="after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250"/>
                            </p:stCondLst>
                            <p:childTnLst>
                              <p:par>
                                <p:cTn id="13" presetID="10" presetClass="entr" presetSubtype="0" fill="hold" grpId="0" nodeType="after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par>
                          <p:cTn id="21" fill="hold">
                            <p:stCondLst>
                              <p:cond delay="500"/>
                            </p:stCondLst>
                            <p:childTnLst>
                              <p:par>
                                <p:cTn id="22" presetID="22" presetClass="entr" presetSubtype="8" fill="hold" grpId="0" nodeType="afterEffect">
                                  <p:stCondLst>
                                    <p:cond delay="25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par>
                          <p:cTn id="25" fill="hold">
                            <p:stCondLst>
                              <p:cond delay="1250"/>
                            </p:stCondLst>
                            <p:childTnLst>
                              <p:par>
                                <p:cTn id="26" presetID="10" presetClass="entr" presetSubtype="0" fill="hold" grpId="0" nodeType="afterEffect">
                                  <p:stCondLst>
                                    <p:cond delay="50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par>
                          <p:cTn id="34" fill="hold">
                            <p:stCondLst>
                              <p:cond delay="500"/>
                            </p:stCondLst>
                            <p:childTnLst>
                              <p:par>
                                <p:cTn id="35" presetID="22" presetClass="entr" presetSubtype="8" fill="hold" grpId="0" nodeType="afterEffect">
                                  <p:stCondLst>
                                    <p:cond delay="25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par>
                          <p:cTn id="38" fill="hold">
                            <p:stCondLst>
                              <p:cond delay="1250"/>
                            </p:stCondLst>
                            <p:childTnLst>
                              <p:par>
                                <p:cTn id="39" presetID="10" presetClass="entr" presetSubtype="0" fill="hold" grpId="0" nodeType="afterEffect">
                                  <p:stCondLst>
                                    <p:cond delay="50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ircle: Hollow 3">
            <a:extLst>
              <a:ext uri="{FF2B5EF4-FFF2-40B4-BE49-F238E27FC236}">
                <a16:creationId xmlns:a16="http://schemas.microsoft.com/office/drawing/2014/main" id="{4A6D90B9-FECD-8B82-DD73-A4A20E2D419A}"/>
              </a:ext>
            </a:extLst>
          </p:cNvPr>
          <p:cNvSpPr/>
          <p:nvPr/>
        </p:nvSpPr>
        <p:spPr>
          <a:xfrm>
            <a:off x="4327816" y="1663517"/>
            <a:ext cx="3554842" cy="3554842"/>
          </a:xfrm>
          <a:prstGeom prst="donut">
            <a:avLst>
              <a:gd name="adj" fmla="val 22507"/>
            </a:avLst>
          </a:prstGeom>
          <a:solidFill>
            <a:schemeClr val="bg1">
              <a:lumMod val="85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solidFill>
                <a:schemeClr val="tx1"/>
              </a:solidFill>
            </a:endParaRPr>
          </a:p>
        </p:txBody>
      </p:sp>
      <p:sp>
        <p:nvSpPr>
          <p:cNvPr id="5" name="TextBox 4">
            <a:extLst>
              <a:ext uri="{FF2B5EF4-FFF2-40B4-BE49-F238E27FC236}">
                <a16:creationId xmlns:a16="http://schemas.microsoft.com/office/drawing/2014/main" id="{1CC7FC0C-8F26-C1D0-CD9D-5C1C9B4231F4}"/>
              </a:ext>
            </a:extLst>
          </p:cNvPr>
          <p:cNvSpPr txBox="1"/>
          <p:nvPr/>
        </p:nvSpPr>
        <p:spPr>
          <a:xfrm>
            <a:off x="5239136" y="794620"/>
            <a:ext cx="2643522" cy="646331"/>
          </a:xfrm>
          <a:prstGeom prst="rect">
            <a:avLst/>
          </a:prstGeom>
          <a:noFill/>
        </p:spPr>
        <p:txBody>
          <a:bodyPr wrap="square">
            <a:spAutoFit/>
          </a:bodyPr>
          <a:lstStyle/>
          <a:p>
            <a:r>
              <a:rPr lang="en-US" sz="1800" dirty="0">
                <a:solidFill>
                  <a:schemeClr val="bg2">
                    <a:lumMod val="10000"/>
                  </a:schemeClr>
                </a:solidFill>
                <a:latin typeface="Open Sans" pitchFamily="2" charset="0"/>
                <a:ea typeface="Open Sans" pitchFamily="2" charset="0"/>
                <a:cs typeface="Open Sans" pitchFamily="2" charset="0"/>
              </a:rPr>
              <a:t>Focusing on environmental impact </a:t>
            </a:r>
          </a:p>
        </p:txBody>
      </p:sp>
      <p:sp>
        <p:nvSpPr>
          <p:cNvPr id="6" name="TextBox 5">
            <a:extLst>
              <a:ext uri="{FF2B5EF4-FFF2-40B4-BE49-F238E27FC236}">
                <a16:creationId xmlns:a16="http://schemas.microsoft.com/office/drawing/2014/main" id="{65F9CC21-3F8F-94CC-4CDD-7BDA341C5201}"/>
              </a:ext>
            </a:extLst>
          </p:cNvPr>
          <p:cNvSpPr txBox="1"/>
          <p:nvPr/>
        </p:nvSpPr>
        <p:spPr>
          <a:xfrm>
            <a:off x="8199621" y="3840660"/>
            <a:ext cx="2561889" cy="923330"/>
          </a:xfrm>
          <a:prstGeom prst="rect">
            <a:avLst/>
          </a:prstGeom>
          <a:noFill/>
        </p:spPr>
        <p:txBody>
          <a:bodyPr wrap="square">
            <a:spAutoFit/>
          </a:bodyPr>
          <a:lstStyle/>
          <a:p>
            <a:r>
              <a:rPr lang="en-US" sz="1800" dirty="0">
                <a:solidFill>
                  <a:schemeClr val="tx1"/>
                </a:solidFill>
                <a:latin typeface="Open Sans" pitchFamily="2" charset="0"/>
                <a:ea typeface="Open Sans" pitchFamily="2" charset="0"/>
                <a:cs typeface="Open Sans" pitchFamily="2" charset="0"/>
              </a:rPr>
              <a:t>Emphasizing human rights and community engagement</a:t>
            </a:r>
            <a:r>
              <a:rPr lang="en-US" sz="1800" b="1" dirty="0">
                <a:solidFill>
                  <a:schemeClr val="accent6">
                    <a:lumMod val="75000"/>
                  </a:schemeClr>
                </a:solidFill>
                <a:latin typeface="Open Sans" pitchFamily="2" charset="0"/>
                <a:ea typeface="Open Sans" pitchFamily="2" charset="0"/>
                <a:cs typeface="Open Sans" pitchFamily="2" charset="0"/>
              </a:rPr>
              <a:t> </a:t>
            </a:r>
          </a:p>
        </p:txBody>
      </p:sp>
      <p:sp>
        <p:nvSpPr>
          <p:cNvPr id="7" name="TextBox 6">
            <a:extLst>
              <a:ext uri="{FF2B5EF4-FFF2-40B4-BE49-F238E27FC236}">
                <a16:creationId xmlns:a16="http://schemas.microsoft.com/office/drawing/2014/main" id="{7F920374-F3C6-2C37-236C-E60E8B895088}"/>
              </a:ext>
            </a:extLst>
          </p:cNvPr>
          <p:cNvSpPr txBox="1"/>
          <p:nvPr/>
        </p:nvSpPr>
        <p:spPr>
          <a:xfrm>
            <a:off x="2045838" y="3840660"/>
            <a:ext cx="2377030" cy="923330"/>
          </a:xfrm>
          <a:prstGeom prst="rect">
            <a:avLst/>
          </a:prstGeom>
          <a:noFill/>
        </p:spPr>
        <p:txBody>
          <a:bodyPr wrap="square">
            <a:spAutoFit/>
          </a:bodyPr>
          <a:lstStyle/>
          <a:p>
            <a:r>
              <a:rPr lang="en-US" sz="1800" dirty="0">
                <a:solidFill>
                  <a:schemeClr val="bg2">
                    <a:lumMod val="10000"/>
                  </a:schemeClr>
                </a:solidFill>
                <a:latin typeface="Open Sans" pitchFamily="2" charset="0"/>
                <a:ea typeface="Open Sans" pitchFamily="2" charset="0"/>
                <a:cs typeface="Open Sans" pitchFamily="2" charset="0"/>
              </a:rPr>
              <a:t>Highlighting ethical leadership and transparency</a:t>
            </a:r>
            <a:endParaRPr lang="en-US" sz="1800" b="1" dirty="0">
              <a:solidFill>
                <a:schemeClr val="bg2">
                  <a:lumMod val="10000"/>
                </a:schemeClr>
              </a:solidFill>
              <a:latin typeface="Open Sans" pitchFamily="2" charset="0"/>
              <a:ea typeface="Open Sans" pitchFamily="2" charset="0"/>
              <a:cs typeface="Open Sans" pitchFamily="2" charset="0"/>
            </a:endParaRPr>
          </a:p>
        </p:txBody>
      </p:sp>
      <p:sp>
        <p:nvSpPr>
          <p:cNvPr id="8" name="Rectangle 7">
            <a:extLst>
              <a:ext uri="{FF2B5EF4-FFF2-40B4-BE49-F238E27FC236}">
                <a16:creationId xmlns:a16="http://schemas.microsoft.com/office/drawing/2014/main" id="{1E0B1EC0-4630-33AC-1214-32B2D1651E20}"/>
              </a:ext>
            </a:extLst>
          </p:cNvPr>
          <p:cNvSpPr/>
          <p:nvPr/>
        </p:nvSpPr>
        <p:spPr>
          <a:xfrm>
            <a:off x="5086736" y="706208"/>
            <a:ext cx="152400" cy="816006"/>
          </a:xfrm>
          <a:prstGeom prst="rect">
            <a:avLst/>
          </a:prstGeom>
          <a:solidFill>
            <a:srgbClr val="01C5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8">
            <a:extLst>
              <a:ext uri="{FF2B5EF4-FFF2-40B4-BE49-F238E27FC236}">
                <a16:creationId xmlns:a16="http://schemas.microsoft.com/office/drawing/2014/main" id="{2EE568E8-00E6-9041-67F8-871CCE78A20D}"/>
              </a:ext>
            </a:extLst>
          </p:cNvPr>
          <p:cNvSpPr/>
          <p:nvPr/>
        </p:nvSpPr>
        <p:spPr>
          <a:xfrm>
            <a:off x="8047221" y="3894322"/>
            <a:ext cx="152400" cy="816006"/>
          </a:xfrm>
          <a:prstGeom prst="rect">
            <a:avLst/>
          </a:prstGeom>
          <a:solidFill>
            <a:srgbClr val="019B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9">
            <a:extLst>
              <a:ext uri="{FF2B5EF4-FFF2-40B4-BE49-F238E27FC236}">
                <a16:creationId xmlns:a16="http://schemas.microsoft.com/office/drawing/2014/main" id="{2367DC71-6BDE-2583-ED11-8220B04BDDEB}"/>
              </a:ext>
            </a:extLst>
          </p:cNvPr>
          <p:cNvSpPr/>
          <p:nvPr/>
        </p:nvSpPr>
        <p:spPr>
          <a:xfrm>
            <a:off x="1898800" y="3894322"/>
            <a:ext cx="152400" cy="816006"/>
          </a:xfrm>
          <a:prstGeom prst="rect">
            <a:avLst/>
          </a:prstGeom>
          <a:solidFill>
            <a:srgbClr val="0167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11" name="Group 10">
            <a:extLst>
              <a:ext uri="{FF2B5EF4-FFF2-40B4-BE49-F238E27FC236}">
                <a16:creationId xmlns:a16="http://schemas.microsoft.com/office/drawing/2014/main" id="{4DD5BFB8-71F0-EAD3-DB82-E31E2295051F}"/>
              </a:ext>
            </a:extLst>
          </p:cNvPr>
          <p:cNvGrpSpPr/>
          <p:nvPr/>
        </p:nvGrpSpPr>
        <p:grpSpPr>
          <a:xfrm>
            <a:off x="5127610" y="1663517"/>
            <a:ext cx="1955254" cy="1504270"/>
            <a:chOff x="5248186" y="2407084"/>
            <a:chExt cx="1955254" cy="1504270"/>
          </a:xfrm>
        </p:grpSpPr>
        <p:grpSp>
          <p:nvGrpSpPr>
            <p:cNvPr id="12" name="Group 11">
              <a:extLst>
                <a:ext uri="{FF2B5EF4-FFF2-40B4-BE49-F238E27FC236}">
                  <a16:creationId xmlns:a16="http://schemas.microsoft.com/office/drawing/2014/main" id="{3AA23CF3-DF2B-00C5-8364-E522F1D7D319}"/>
                </a:ext>
              </a:extLst>
            </p:cNvPr>
            <p:cNvGrpSpPr/>
            <p:nvPr/>
          </p:nvGrpSpPr>
          <p:grpSpPr>
            <a:xfrm>
              <a:off x="5248186" y="2407084"/>
              <a:ext cx="1955254" cy="1504270"/>
              <a:chOff x="5121186" y="2407084"/>
              <a:chExt cx="1955254" cy="1504270"/>
            </a:xfrm>
          </p:grpSpPr>
          <p:sp>
            <p:nvSpPr>
              <p:cNvPr id="14" name="Freeform: Shape 13">
                <a:extLst>
                  <a:ext uri="{FF2B5EF4-FFF2-40B4-BE49-F238E27FC236}">
                    <a16:creationId xmlns:a16="http://schemas.microsoft.com/office/drawing/2014/main" id="{1D7E6AFC-9A28-9BEA-658D-6EC8A93AFEBF}"/>
                  </a:ext>
                </a:extLst>
              </p:cNvPr>
              <p:cNvSpPr/>
              <p:nvPr/>
            </p:nvSpPr>
            <p:spPr>
              <a:xfrm>
                <a:off x="5121186" y="2407084"/>
                <a:ext cx="1955254" cy="1152032"/>
              </a:xfrm>
              <a:custGeom>
                <a:avLst/>
                <a:gdLst>
                  <a:gd name="connsiteX0" fmla="*/ 1357947 w 2715894"/>
                  <a:gd name="connsiteY0" fmla="*/ 0 h 1600200"/>
                  <a:gd name="connsiteX1" fmla="*/ 2534762 w 2715894"/>
                  <a:gd name="connsiteY1" fmla="*/ 297980 h 1600200"/>
                  <a:gd name="connsiteX2" fmla="*/ 2668015 w 2715894"/>
                  <a:gd name="connsiteY2" fmla="*/ 378933 h 1600200"/>
                  <a:gd name="connsiteX3" fmla="*/ 2688305 w 2715894"/>
                  <a:gd name="connsiteY3" fmla="*/ 457846 h 1600200"/>
                  <a:gd name="connsiteX4" fmla="*/ 2715894 w 2715894"/>
                  <a:gd name="connsiteY4" fmla="*/ 731520 h 1600200"/>
                  <a:gd name="connsiteX5" fmla="*/ 2405805 w 2715894"/>
                  <a:gd name="connsiteY5" fmla="*/ 1595300 h 1600200"/>
                  <a:gd name="connsiteX6" fmla="*/ 2401352 w 2715894"/>
                  <a:gd name="connsiteY6" fmla="*/ 1600200 h 1600200"/>
                  <a:gd name="connsiteX7" fmla="*/ 2318160 w 2715894"/>
                  <a:gd name="connsiteY7" fmla="*/ 1508667 h 1600200"/>
                  <a:gd name="connsiteX8" fmla="*/ 1357947 w 2715894"/>
                  <a:gd name="connsiteY8" fmla="*/ 1110933 h 1600200"/>
                  <a:gd name="connsiteX9" fmla="*/ 397734 w 2715894"/>
                  <a:gd name="connsiteY9" fmla="*/ 1508667 h 1600200"/>
                  <a:gd name="connsiteX10" fmla="*/ 314543 w 2715894"/>
                  <a:gd name="connsiteY10" fmla="*/ 1600200 h 1600200"/>
                  <a:gd name="connsiteX11" fmla="*/ 310089 w 2715894"/>
                  <a:gd name="connsiteY11" fmla="*/ 1595300 h 1600200"/>
                  <a:gd name="connsiteX12" fmla="*/ 0 w 2715894"/>
                  <a:gd name="connsiteY12" fmla="*/ 731520 h 1600200"/>
                  <a:gd name="connsiteX13" fmla="*/ 27589 w 2715894"/>
                  <a:gd name="connsiteY13" fmla="*/ 457846 h 1600200"/>
                  <a:gd name="connsiteX14" fmla="*/ 47880 w 2715894"/>
                  <a:gd name="connsiteY14" fmla="*/ 378933 h 1600200"/>
                  <a:gd name="connsiteX15" fmla="*/ 181132 w 2715894"/>
                  <a:gd name="connsiteY15" fmla="*/ 297980 h 1600200"/>
                  <a:gd name="connsiteX16" fmla="*/ 1357947 w 2715894"/>
                  <a:gd name="connsiteY16" fmla="*/ 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5894" h="1600200">
                    <a:moveTo>
                      <a:pt x="1357947" y="0"/>
                    </a:moveTo>
                    <a:cubicBezTo>
                      <a:pt x="1784049" y="0"/>
                      <a:pt x="2184938" y="107945"/>
                      <a:pt x="2534762" y="297980"/>
                    </a:cubicBezTo>
                    <a:lnTo>
                      <a:pt x="2668015" y="378933"/>
                    </a:lnTo>
                    <a:lnTo>
                      <a:pt x="2688305" y="457846"/>
                    </a:lnTo>
                    <a:cubicBezTo>
                      <a:pt x="2706395" y="546245"/>
                      <a:pt x="2715894" y="637773"/>
                      <a:pt x="2715894" y="731520"/>
                    </a:cubicBezTo>
                    <a:cubicBezTo>
                      <a:pt x="2715894" y="1059633"/>
                      <a:pt x="2599524" y="1360567"/>
                      <a:pt x="2405805" y="1595300"/>
                    </a:cubicBezTo>
                    <a:lnTo>
                      <a:pt x="2401352" y="1600200"/>
                    </a:lnTo>
                    <a:lnTo>
                      <a:pt x="2318160" y="1508667"/>
                    </a:lnTo>
                    <a:cubicBezTo>
                      <a:pt x="2072420" y="1262926"/>
                      <a:pt x="1732934" y="1110933"/>
                      <a:pt x="1357947" y="1110933"/>
                    </a:cubicBezTo>
                    <a:cubicBezTo>
                      <a:pt x="982961" y="1110933"/>
                      <a:pt x="643474" y="1262926"/>
                      <a:pt x="397734" y="1508667"/>
                    </a:cubicBezTo>
                    <a:lnTo>
                      <a:pt x="314543" y="1600200"/>
                    </a:lnTo>
                    <a:lnTo>
                      <a:pt x="310089" y="1595300"/>
                    </a:lnTo>
                    <a:cubicBezTo>
                      <a:pt x="116370" y="1360567"/>
                      <a:pt x="0" y="1059633"/>
                      <a:pt x="0" y="731520"/>
                    </a:cubicBezTo>
                    <a:cubicBezTo>
                      <a:pt x="0" y="637773"/>
                      <a:pt x="9500" y="546245"/>
                      <a:pt x="27589" y="457846"/>
                    </a:cubicBezTo>
                    <a:lnTo>
                      <a:pt x="47880" y="378933"/>
                    </a:lnTo>
                    <a:lnTo>
                      <a:pt x="181132" y="297980"/>
                    </a:lnTo>
                    <a:cubicBezTo>
                      <a:pt x="530956" y="107945"/>
                      <a:pt x="931846" y="0"/>
                      <a:pt x="1357947" y="0"/>
                    </a:cubicBezTo>
                    <a:close/>
                  </a:path>
                </a:pathLst>
              </a:custGeom>
              <a:solidFill>
                <a:srgbClr val="01C5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nvGrpSpPr>
              <p:cNvPr id="15" name="Group 14">
                <a:extLst>
                  <a:ext uri="{FF2B5EF4-FFF2-40B4-BE49-F238E27FC236}">
                    <a16:creationId xmlns:a16="http://schemas.microsoft.com/office/drawing/2014/main" id="{BB823AD0-1A83-14C3-DEC3-27BB22B785B8}"/>
                  </a:ext>
                </a:extLst>
              </p:cNvPr>
              <p:cNvGrpSpPr/>
              <p:nvPr/>
            </p:nvGrpSpPr>
            <p:grpSpPr>
              <a:xfrm>
                <a:off x="5347636" y="3206878"/>
                <a:ext cx="1502357" cy="704476"/>
                <a:chOff x="5347636" y="3206878"/>
                <a:chExt cx="1502357" cy="704476"/>
              </a:xfrm>
            </p:grpSpPr>
            <p:sp>
              <p:nvSpPr>
                <p:cNvPr id="16" name="Freeform: Shape 15">
                  <a:extLst>
                    <a:ext uri="{FF2B5EF4-FFF2-40B4-BE49-F238E27FC236}">
                      <a16:creationId xmlns:a16="http://schemas.microsoft.com/office/drawing/2014/main" id="{23B6BDA8-A984-A046-1CA2-A1D4B4A58D1F}"/>
                    </a:ext>
                  </a:extLst>
                </p:cNvPr>
                <p:cNvSpPr/>
                <p:nvPr/>
              </p:nvSpPr>
              <p:spPr>
                <a:xfrm>
                  <a:off x="5347636" y="3206878"/>
                  <a:ext cx="1502357" cy="704476"/>
                </a:xfrm>
                <a:custGeom>
                  <a:avLst/>
                  <a:gdLst>
                    <a:gd name="connsiteX0" fmla="*/ 1043404 w 2086809"/>
                    <a:gd name="connsiteY0" fmla="*/ 0 h 978534"/>
                    <a:gd name="connsiteX1" fmla="*/ 2003617 w 2086809"/>
                    <a:gd name="connsiteY1" fmla="*/ 397734 h 978534"/>
                    <a:gd name="connsiteX2" fmla="*/ 2086809 w 2086809"/>
                    <a:gd name="connsiteY2" fmla="*/ 489267 h 978534"/>
                    <a:gd name="connsiteX3" fmla="*/ 2003617 w 2086809"/>
                    <a:gd name="connsiteY3" fmla="*/ 580800 h 978534"/>
                    <a:gd name="connsiteX4" fmla="*/ 1043404 w 2086809"/>
                    <a:gd name="connsiteY4" fmla="*/ 978534 h 978534"/>
                    <a:gd name="connsiteX5" fmla="*/ 83191 w 2086809"/>
                    <a:gd name="connsiteY5" fmla="*/ 580800 h 978534"/>
                    <a:gd name="connsiteX6" fmla="*/ 0 w 2086809"/>
                    <a:gd name="connsiteY6" fmla="*/ 489267 h 978534"/>
                    <a:gd name="connsiteX7" fmla="*/ 83191 w 2086809"/>
                    <a:gd name="connsiteY7" fmla="*/ 397734 h 978534"/>
                    <a:gd name="connsiteX8" fmla="*/ 1043404 w 2086809"/>
                    <a:gd name="connsiteY8" fmla="*/ 0 h 9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6809" h="978534">
                      <a:moveTo>
                        <a:pt x="1043404" y="0"/>
                      </a:moveTo>
                      <a:cubicBezTo>
                        <a:pt x="1418391" y="0"/>
                        <a:pt x="1757877" y="151993"/>
                        <a:pt x="2003617" y="397734"/>
                      </a:cubicBezTo>
                      <a:lnTo>
                        <a:pt x="2086809" y="489267"/>
                      </a:lnTo>
                      <a:lnTo>
                        <a:pt x="2003617" y="580800"/>
                      </a:lnTo>
                      <a:cubicBezTo>
                        <a:pt x="1757877" y="826540"/>
                        <a:pt x="1418391" y="978534"/>
                        <a:pt x="1043404" y="978534"/>
                      </a:cubicBezTo>
                      <a:cubicBezTo>
                        <a:pt x="668418" y="978534"/>
                        <a:pt x="328931" y="826540"/>
                        <a:pt x="83191" y="580800"/>
                      </a:cubicBezTo>
                      <a:lnTo>
                        <a:pt x="0" y="489267"/>
                      </a:lnTo>
                      <a:lnTo>
                        <a:pt x="83191" y="397734"/>
                      </a:lnTo>
                      <a:cubicBezTo>
                        <a:pt x="328931" y="151993"/>
                        <a:pt x="668418" y="0"/>
                        <a:pt x="1043404" y="0"/>
                      </a:cubicBezTo>
                      <a:close/>
                    </a:path>
                  </a:pathLst>
                </a:custGeom>
                <a:solidFill>
                  <a:srgbClr val="01C5CF"/>
                </a:solidFill>
                <a:ln>
                  <a:noFill/>
                </a:ln>
                <a:effectLst>
                  <a:innerShdw blurRad="63500" dist="50800" dir="162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7" name="TextBox 16">
                  <a:extLst>
                    <a:ext uri="{FF2B5EF4-FFF2-40B4-BE49-F238E27FC236}">
                      <a16:creationId xmlns:a16="http://schemas.microsoft.com/office/drawing/2014/main" id="{048B61A6-8E53-BC98-99C6-A38B8794E031}"/>
                    </a:ext>
                  </a:extLst>
                </p:cNvPr>
                <p:cNvSpPr txBox="1"/>
                <p:nvPr/>
              </p:nvSpPr>
              <p:spPr>
                <a:xfrm>
                  <a:off x="5875182" y="3327224"/>
                  <a:ext cx="447261" cy="461665"/>
                </a:xfrm>
                <a:prstGeom prst="rect">
                  <a:avLst/>
                </a:prstGeom>
                <a:noFill/>
              </p:spPr>
              <p:txBody>
                <a:bodyPr wrap="square" rtlCol="0">
                  <a:spAutoFit/>
                </a:bodyPr>
                <a:lstStyle/>
                <a:p>
                  <a:pPr algn="ctr"/>
                  <a:r>
                    <a:rPr lang="en-MY" sz="2400" b="1" dirty="0">
                      <a:solidFill>
                        <a:schemeClr val="bg1"/>
                      </a:solidFill>
                      <a:latin typeface="Daytona" panose="020B0604030500040204" pitchFamily="34" charset="0"/>
                    </a:rPr>
                    <a:t>E</a:t>
                  </a:r>
                </a:p>
              </p:txBody>
            </p:sp>
          </p:grpSp>
        </p:grpSp>
        <p:sp>
          <p:nvSpPr>
            <p:cNvPr id="13" name="TextBox 12">
              <a:extLst>
                <a:ext uri="{FF2B5EF4-FFF2-40B4-BE49-F238E27FC236}">
                  <a16:creationId xmlns:a16="http://schemas.microsoft.com/office/drawing/2014/main" id="{B0F21E7B-AB97-175F-6ABF-73F55C4CD820}"/>
                </a:ext>
              </a:extLst>
            </p:cNvPr>
            <p:cNvSpPr txBox="1"/>
            <p:nvPr/>
          </p:nvSpPr>
          <p:spPr>
            <a:xfrm>
              <a:off x="5361411" y="2741559"/>
              <a:ext cx="1728804" cy="338554"/>
            </a:xfrm>
            <a:prstGeom prst="rect">
              <a:avLst/>
            </a:prstGeom>
            <a:noFill/>
          </p:spPr>
          <p:txBody>
            <a:bodyPr wrap="square" rtlCol="0">
              <a:spAutoFit/>
            </a:bodyPr>
            <a:lstStyle/>
            <a:p>
              <a:pPr algn="ctr"/>
              <a:r>
                <a:rPr lang="en-MY" sz="1600" b="1" dirty="0">
                  <a:solidFill>
                    <a:schemeClr val="bg1"/>
                  </a:solidFill>
                  <a:latin typeface="Open Sans" pitchFamily="2" charset="0"/>
                  <a:ea typeface="Open Sans" pitchFamily="2" charset="0"/>
                  <a:cs typeface="Open Sans" pitchFamily="2" charset="0"/>
                </a:rPr>
                <a:t>Environment</a:t>
              </a:r>
            </a:p>
          </p:txBody>
        </p:sp>
      </p:grpSp>
      <p:grpSp>
        <p:nvGrpSpPr>
          <p:cNvPr id="18" name="Group 17">
            <a:extLst>
              <a:ext uri="{FF2B5EF4-FFF2-40B4-BE49-F238E27FC236}">
                <a16:creationId xmlns:a16="http://schemas.microsoft.com/office/drawing/2014/main" id="{08EC8D6E-3DF0-8178-2907-15D6A1F75F54}"/>
              </a:ext>
            </a:extLst>
          </p:cNvPr>
          <p:cNvGrpSpPr/>
          <p:nvPr/>
        </p:nvGrpSpPr>
        <p:grpSpPr>
          <a:xfrm>
            <a:off x="6217584" y="3095786"/>
            <a:ext cx="1665074" cy="1918211"/>
            <a:chOff x="6338160" y="3839353"/>
            <a:chExt cx="1665074" cy="1918211"/>
          </a:xfrm>
          <a:solidFill>
            <a:srgbClr val="019BA3"/>
          </a:solidFill>
        </p:grpSpPr>
        <p:grpSp>
          <p:nvGrpSpPr>
            <p:cNvPr id="19" name="Group 18">
              <a:extLst>
                <a:ext uri="{FF2B5EF4-FFF2-40B4-BE49-F238E27FC236}">
                  <a16:creationId xmlns:a16="http://schemas.microsoft.com/office/drawing/2014/main" id="{8980767A-87F4-2B28-E31D-232996DBDA09}"/>
                </a:ext>
              </a:extLst>
            </p:cNvPr>
            <p:cNvGrpSpPr/>
            <p:nvPr/>
          </p:nvGrpSpPr>
          <p:grpSpPr>
            <a:xfrm>
              <a:off x="6338160" y="3839353"/>
              <a:ext cx="1665074" cy="1918211"/>
              <a:chOff x="6211160" y="3839353"/>
              <a:chExt cx="1665074" cy="1918211"/>
            </a:xfrm>
            <a:grpFill/>
          </p:grpSpPr>
          <p:sp>
            <p:nvSpPr>
              <p:cNvPr id="21" name="Freeform: Shape 20">
                <a:extLst>
                  <a:ext uri="{FF2B5EF4-FFF2-40B4-BE49-F238E27FC236}">
                    <a16:creationId xmlns:a16="http://schemas.microsoft.com/office/drawing/2014/main" id="{D8E850AA-26B8-B2C5-2A78-7D12C729967B}"/>
                  </a:ext>
                </a:extLst>
              </p:cNvPr>
              <p:cNvSpPr/>
              <p:nvPr/>
            </p:nvSpPr>
            <p:spPr>
              <a:xfrm>
                <a:off x="6269252" y="3839353"/>
                <a:ext cx="1606982" cy="1918211"/>
              </a:xfrm>
              <a:custGeom>
                <a:avLst/>
                <a:gdLst>
                  <a:gd name="connsiteX0" fmla="*/ 1277256 w 2232136"/>
                  <a:gd name="connsiteY0" fmla="*/ 0 h 2664440"/>
                  <a:gd name="connsiteX1" fmla="*/ 2141036 w 2232136"/>
                  <a:gd name="connsiteY1" fmla="*/ 310089 h 2664440"/>
                  <a:gd name="connsiteX2" fmla="*/ 2227556 w 2232136"/>
                  <a:gd name="connsiteY2" fmla="*/ 388724 h 2664440"/>
                  <a:gd name="connsiteX3" fmla="*/ 2232136 w 2232136"/>
                  <a:gd name="connsiteY3" fmla="*/ 479424 h 2664440"/>
                  <a:gd name="connsiteX4" fmla="*/ 940071 w 2232136"/>
                  <a:gd name="connsiteY4" fmla="*/ 2650324 h 2664440"/>
                  <a:gd name="connsiteX5" fmla="*/ 910768 w 2232136"/>
                  <a:gd name="connsiteY5" fmla="*/ 2664440 h 2664440"/>
                  <a:gd name="connsiteX6" fmla="*/ 873444 w 2232136"/>
                  <a:gd name="connsiteY6" fmla="*/ 2654843 h 2664440"/>
                  <a:gd name="connsiteX7" fmla="*/ 26023 w 2232136"/>
                  <a:gd name="connsiteY7" fmla="*/ 1886521 h 2664440"/>
                  <a:gd name="connsiteX8" fmla="*/ 0 w 2232136"/>
                  <a:gd name="connsiteY8" fmla="*/ 1815419 h 2664440"/>
                  <a:gd name="connsiteX9" fmla="*/ 36930 w 2232136"/>
                  <a:gd name="connsiteY9" fmla="*/ 1809782 h 2664440"/>
                  <a:gd name="connsiteX10" fmla="*/ 1121203 w 2232136"/>
                  <a:gd name="connsiteY10" fmla="*/ 479424 h 2664440"/>
                  <a:gd name="connsiteX11" fmla="*/ 1060152 w 2232136"/>
                  <a:gd name="connsiteY11" fmla="*/ 75612 h 2664440"/>
                  <a:gd name="connsiteX12" fmla="*/ 1040513 w 2232136"/>
                  <a:gd name="connsiteY12" fmla="*/ 21953 h 2664440"/>
                  <a:gd name="connsiteX13" fmla="*/ 1138414 w 2232136"/>
                  <a:gd name="connsiteY13" fmla="*/ 7011 h 2664440"/>
                  <a:gd name="connsiteX14" fmla="*/ 1277256 w 2232136"/>
                  <a:gd name="connsiteY14" fmla="*/ 0 h 266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32136" h="2664440">
                    <a:moveTo>
                      <a:pt x="1277256" y="0"/>
                    </a:moveTo>
                    <a:cubicBezTo>
                      <a:pt x="1605369" y="0"/>
                      <a:pt x="1906303" y="116370"/>
                      <a:pt x="2141036" y="310089"/>
                    </a:cubicBezTo>
                    <a:lnTo>
                      <a:pt x="2227556" y="388724"/>
                    </a:lnTo>
                    <a:lnTo>
                      <a:pt x="2232136" y="479424"/>
                    </a:lnTo>
                    <a:cubicBezTo>
                      <a:pt x="2232136" y="1416848"/>
                      <a:pt x="1709683" y="2232245"/>
                      <a:pt x="940071" y="2650324"/>
                    </a:cubicBezTo>
                    <a:lnTo>
                      <a:pt x="910768" y="2664440"/>
                    </a:lnTo>
                    <a:lnTo>
                      <a:pt x="873444" y="2654843"/>
                    </a:lnTo>
                    <a:cubicBezTo>
                      <a:pt x="490752" y="2535814"/>
                      <a:pt x="180634" y="2252062"/>
                      <a:pt x="26023" y="1886521"/>
                    </a:cubicBezTo>
                    <a:lnTo>
                      <a:pt x="0" y="1815419"/>
                    </a:lnTo>
                    <a:lnTo>
                      <a:pt x="36930" y="1809782"/>
                    </a:lnTo>
                    <a:cubicBezTo>
                      <a:pt x="655723" y="1683159"/>
                      <a:pt x="1121203" y="1135651"/>
                      <a:pt x="1121203" y="479424"/>
                    </a:cubicBezTo>
                    <a:cubicBezTo>
                      <a:pt x="1121203" y="338804"/>
                      <a:pt x="1099829" y="203176"/>
                      <a:pt x="1060152" y="75612"/>
                    </a:cubicBezTo>
                    <a:lnTo>
                      <a:pt x="1040513" y="21953"/>
                    </a:lnTo>
                    <a:lnTo>
                      <a:pt x="1138414" y="7011"/>
                    </a:lnTo>
                    <a:cubicBezTo>
                      <a:pt x="1184064" y="2375"/>
                      <a:pt x="1230383" y="0"/>
                      <a:pt x="1277256"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nvGrpSpPr>
              <p:cNvPr id="22" name="Group 21">
                <a:extLst>
                  <a:ext uri="{FF2B5EF4-FFF2-40B4-BE49-F238E27FC236}">
                    <a16:creationId xmlns:a16="http://schemas.microsoft.com/office/drawing/2014/main" id="{F674D73C-7ED8-6D3A-546C-FE7DA6B010FB}"/>
                  </a:ext>
                </a:extLst>
              </p:cNvPr>
              <p:cNvGrpSpPr/>
              <p:nvPr/>
            </p:nvGrpSpPr>
            <p:grpSpPr>
              <a:xfrm>
                <a:off x="6211160" y="3855158"/>
                <a:ext cx="865280" cy="1291170"/>
                <a:chOff x="6211160" y="3855158"/>
                <a:chExt cx="865280" cy="1291170"/>
              </a:xfrm>
              <a:grpFill/>
            </p:grpSpPr>
            <p:sp>
              <p:nvSpPr>
                <p:cNvPr id="23" name="Freeform: Shape 22">
                  <a:extLst>
                    <a:ext uri="{FF2B5EF4-FFF2-40B4-BE49-F238E27FC236}">
                      <a16:creationId xmlns:a16="http://schemas.microsoft.com/office/drawing/2014/main" id="{28B0E780-7223-FD28-5DA4-23E038E9BF50}"/>
                    </a:ext>
                  </a:extLst>
                </p:cNvPr>
                <p:cNvSpPr/>
                <p:nvPr/>
              </p:nvSpPr>
              <p:spPr>
                <a:xfrm>
                  <a:off x="6211160" y="3855158"/>
                  <a:ext cx="865280" cy="1291170"/>
                </a:xfrm>
                <a:custGeom>
                  <a:avLst/>
                  <a:gdLst>
                    <a:gd name="connsiteX0" fmla="*/ 1121204 w 1201894"/>
                    <a:gd name="connsiteY0" fmla="*/ 0 h 1793466"/>
                    <a:gd name="connsiteX1" fmla="*/ 1140843 w 1201894"/>
                    <a:gd name="connsiteY1" fmla="*/ 53659 h 1793466"/>
                    <a:gd name="connsiteX2" fmla="*/ 1201894 w 1201894"/>
                    <a:gd name="connsiteY2" fmla="*/ 457471 h 1793466"/>
                    <a:gd name="connsiteX3" fmla="*/ 117621 w 1201894"/>
                    <a:gd name="connsiteY3" fmla="*/ 1787829 h 1793466"/>
                    <a:gd name="connsiteX4" fmla="*/ 80691 w 1201894"/>
                    <a:gd name="connsiteY4" fmla="*/ 1793466 h 1793466"/>
                    <a:gd name="connsiteX5" fmla="*/ 61051 w 1201894"/>
                    <a:gd name="connsiteY5" fmla="*/ 1739806 h 1793466"/>
                    <a:gd name="connsiteX6" fmla="*/ 0 w 1201894"/>
                    <a:gd name="connsiteY6" fmla="*/ 1335994 h 1793466"/>
                    <a:gd name="connsiteX7" fmla="*/ 1084273 w 1201894"/>
                    <a:gd name="connsiteY7" fmla="*/ 5636 h 1793466"/>
                    <a:gd name="connsiteX8" fmla="*/ 1121204 w 1201894"/>
                    <a:gd name="connsiteY8" fmla="*/ 0 h 179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1894" h="1793466">
                      <a:moveTo>
                        <a:pt x="1121204" y="0"/>
                      </a:moveTo>
                      <a:lnTo>
                        <a:pt x="1140843" y="53659"/>
                      </a:lnTo>
                      <a:cubicBezTo>
                        <a:pt x="1180520" y="181223"/>
                        <a:pt x="1201894" y="316851"/>
                        <a:pt x="1201894" y="457471"/>
                      </a:cubicBezTo>
                      <a:cubicBezTo>
                        <a:pt x="1201894" y="1113698"/>
                        <a:pt x="736414" y="1661206"/>
                        <a:pt x="117621" y="1787829"/>
                      </a:cubicBezTo>
                      <a:lnTo>
                        <a:pt x="80691" y="1793466"/>
                      </a:lnTo>
                      <a:lnTo>
                        <a:pt x="61051" y="1739806"/>
                      </a:lnTo>
                      <a:cubicBezTo>
                        <a:pt x="21374" y="1612242"/>
                        <a:pt x="0" y="1476614"/>
                        <a:pt x="0" y="1335994"/>
                      </a:cubicBezTo>
                      <a:cubicBezTo>
                        <a:pt x="0" y="679768"/>
                        <a:pt x="465480" y="132259"/>
                        <a:pt x="1084273" y="5636"/>
                      </a:cubicBezTo>
                      <a:lnTo>
                        <a:pt x="1121204" y="0"/>
                      </a:lnTo>
                      <a:close/>
                    </a:path>
                  </a:pathLst>
                </a:custGeom>
                <a:grp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4" name="TextBox 23">
                  <a:extLst>
                    <a:ext uri="{FF2B5EF4-FFF2-40B4-BE49-F238E27FC236}">
                      <a16:creationId xmlns:a16="http://schemas.microsoft.com/office/drawing/2014/main" id="{8323D611-91D1-483B-0CEE-6B8AB439E26D}"/>
                    </a:ext>
                  </a:extLst>
                </p:cNvPr>
                <p:cNvSpPr txBox="1"/>
                <p:nvPr/>
              </p:nvSpPr>
              <p:spPr>
                <a:xfrm>
                  <a:off x="6421227" y="4269910"/>
                  <a:ext cx="447261" cy="461665"/>
                </a:xfrm>
                <a:prstGeom prst="rect">
                  <a:avLst/>
                </a:prstGeom>
                <a:noFill/>
              </p:spPr>
              <p:txBody>
                <a:bodyPr wrap="square" rtlCol="0">
                  <a:spAutoFit/>
                </a:bodyPr>
                <a:lstStyle/>
                <a:p>
                  <a:pPr algn="ctr"/>
                  <a:r>
                    <a:rPr lang="en-MY" sz="2400" b="1" dirty="0">
                      <a:solidFill>
                        <a:schemeClr val="bg1"/>
                      </a:solidFill>
                      <a:latin typeface="Daytona" panose="020B0604030500040204" pitchFamily="34" charset="0"/>
                    </a:rPr>
                    <a:t>S</a:t>
                  </a:r>
                </a:p>
              </p:txBody>
            </p:sp>
          </p:grpSp>
        </p:grpSp>
        <p:sp>
          <p:nvSpPr>
            <p:cNvPr id="20" name="TextBox 19">
              <a:extLst>
                <a:ext uri="{FF2B5EF4-FFF2-40B4-BE49-F238E27FC236}">
                  <a16:creationId xmlns:a16="http://schemas.microsoft.com/office/drawing/2014/main" id="{FEA0AB86-70B9-7509-B3F9-09EEEF919103}"/>
                </a:ext>
              </a:extLst>
            </p:cNvPr>
            <p:cNvSpPr txBox="1"/>
            <p:nvPr/>
          </p:nvSpPr>
          <p:spPr>
            <a:xfrm rot="18000000">
              <a:off x="6815581" y="4610556"/>
              <a:ext cx="1215818" cy="338554"/>
            </a:xfrm>
            <a:prstGeom prst="rect">
              <a:avLst/>
            </a:prstGeom>
            <a:grpFill/>
          </p:spPr>
          <p:txBody>
            <a:bodyPr wrap="square" rtlCol="0">
              <a:spAutoFit/>
            </a:bodyPr>
            <a:lstStyle/>
            <a:p>
              <a:pPr algn="ctr"/>
              <a:r>
                <a:rPr lang="en-MY" sz="1600" b="1" dirty="0">
                  <a:solidFill>
                    <a:schemeClr val="bg1"/>
                  </a:solidFill>
                  <a:latin typeface="Open Sans" pitchFamily="2" charset="0"/>
                  <a:ea typeface="Open Sans" pitchFamily="2" charset="0"/>
                  <a:cs typeface="Open Sans" pitchFamily="2" charset="0"/>
                </a:rPr>
                <a:t>Social</a:t>
              </a:r>
            </a:p>
          </p:txBody>
        </p:sp>
      </p:grpSp>
      <p:grpSp>
        <p:nvGrpSpPr>
          <p:cNvPr id="25" name="Group 24">
            <a:extLst>
              <a:ext uri="{FF2B5EF4-FFF2-40B4-BE49-F238E27FC236}">
                <a16:creationId xmlns:a16="http://schemas.microsoft.com/office/drawing/2014/main" id="{952B76D2-1FE8-DB44-6700-35722525BA15}"/>
              </a:ext>
            </a:extLst>
          </p:cNvPr>
          <p:cNvGrpSpPr/>
          <p:nvPr/>
        </p:nvGrpSpPr>
        <p:grpSpPr>
          <a:xfrm>
            <a:off x="4327816" y="3095786"/>
            <a:ext cx="1665075" cy="1918211"/>
            <a:chOff x="4448392" y="3839353"/>
            <a:chExt cx="1665075" cy="1918211"/>
          </a:xfrm>
          <a:solidFill>
            <a:srgbClr val="01676D"/>
          </a:solidFill>
        </p:grpSpPr>
        <p:grpSp>
          <p:nvGrpSpPr>
            <p:cNvPr id="26" name="Group 25">
              <a:extLst>
                <a:ext uri="{FF2B5EF4-FFF2-40B4-BE49-F238E27FC236}">
                  <a16:creationId xmlns:a16="http://schemas.microsoft.com/office/drawing/2014/main" id="{1A6815A5-2081-023E-4931-A6406C0EBA55}"/>
                </a:ext>
              </a:extLst>
            </p:cNvPr>
            <p:cNvGrpSpPr/>
            <p:nvPr/>
          </p:nvGrpSpPr>
          <p:grpSpPr>
            <a:xfrm>
              <a:off x="4448392" y="3839353"/>
              <a:ext cx="1665075" cy="1918211"/>
              <a:chOff x="4321392" y="3839353"/>
              <a:chExt cx="1665075" cy="1918211"/>
            </a:xfrm>
            <a:grpFill/>
          </p:grpSpPr>
          <p:sp>
            <p:nvSpPr>
              <p:cNvPr id="28" name="Freeform: Shape 27">
                <a:extLst>
                  <a:ext uri="{FF2B5EF4-FFF2-40B4-BE49-F238E27FC236}">
                    <a16:creationId xmlns:a16="http://schemas.microsoft.com/office/drawing/2014/main" id="{7BB400D5-692C-098F-ED3E-1ADEE5B9F24D}"/>
                  </a:ext>
                </a:extLst>
              </p:cNvPr>
              <p:cNvSpPr/>
              <p:nvPr/>
            </p:nvSpPr>
            <p:spPr>
              <a:xfrm>
                <a:off x="4321392" y="3839353"/>
                <a:ext cx="1606983" cy="1918211"/>
              </a:xfrm>
              <a:custGeom>
                <a:avLst/>
                <a:gdLst>
                  <a:gd name="connsiteX0" fmla="*/ 954881 w 2232138"/>
                  <a:gd name="connsiteY0" fmla="*/ 0 h 2664440"/>
                  <a:gd name="connsiteX1" fmla="*/ 1093723 w 2232138"/>
                  <a:gd name="connsiteY1" fmla="*/ 7011 h 2664440"/>
                  <a:gd name="connsiteX2" fmla="*/ 1191624 w 2232138"/>
                  <a:gd name="connsiteY2" fmla="*/ 21953 h 2664440"/>
                  <a:gd name="connsiteX3" fmla="*/ 1171984 w 2232138"/>
                  <a:gd name="connsiteY3" fmla="*/ 75612 h 2664440"/>
                  <a:gd name="connsiteX4" fmla="*/ 1110933 w 2232138"/>
                  <a:gd name="connsiteY4" fmla="*/ 479424 h 2664440"/>
                  <a:gd name="connsiteX5" fmla="*/ 2195206 w 2232138"/>
                  <a:gd name="connsiteY5" fmla="*/ 1809782 h 2664440"/>
                  <a:gd name="connsiteX6" fmla="*/ 2232138 w 2232138"/>
                  <a:gd name="connsiteY6" fmla="*/ 1815419 h 2664440"/>
                  <a:gd name="connsiteX7" fmla="*/ 2206114 w 2232138"/>
                  <a:gd name="connsiteY7" fmla="*/ 1886521 h 2664440"/>
                  <a:gd name="connsiteX8" fmla="*/ 1358693 w 2232138"/>
                  <a:gd name="connsiteY8" fmla="*/ 2654843 h 2664440"/>
                  <a:gd name="connsiteX9" fmla="*/ 1321369 w 2232138"/>
                  <a:gd name="connsiteY9" fmla="*/ 2664440 h 2664440"/>
                  <a:gd name="connsiteX10" fmla="*/ 1292065 w 2232138"/>
                  <a:gd name="connsiteY10" fmla="*/ 2650324 h 2664440"/>
                  <a:gd name="connsiteX11" fmla="*/ 0 w 2232138"/>
                  <a:gd name="connsiteY11" fmla="*/ 479424 h 2664440"/>
                  <a:gd name="connsiteX12" fmla="*/ 4580 w 2232138"/>
                  <a:gd name="connsiteY12" fmla="*/ 388725 h 2664440"/>
                  <a:gd name="connsiteX13" fmla="*/ 91101 w 2232138"/>
                  <a:gd name="connsiteY13" fmla="*/ 310089 h 2664440"/>
                  <a:gd name="connsiteX14" fmla="*/ 954881 w 2232138"/>
                  <a:gd name="connsiteY14" fmla="*/ 0 h 266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32138" h="2664440">
                    <a:moveTo>
                      <a:pt x="954881" y="0"/>
                    </a:moveTo>
                    <a:cubicBezTo>
                      <a:pt x="1001755" y="0"/>
                      <a:pt x="1048073" y="2375"/>
                      <a:pt x="1093723" y="7011"/>
                    </a:cubicBezTo>
                    <a:lnTo>
                      <a:pt x="1191624" y="21953"/>
                    </a:lnTo>
                    <a:lnTo>
                      <a:pt x="1171984" y="75612"/>
                    </a:lnTo>
                    <a:cubicBezTo>
                      <a:pt x="1132307" y="203176"/>
                      <a:pt x="1110933" y="338804"/>
                      <a:pt x="1110933" y="479424"/>
                    </a:cubicBezTo>
                    <a:cubicBezTo>
                      <a:pt x="1110933" y="1135651"/>
                      <a:pt x="1576413" y="1683159"/>
                      <a:pt x="2195206" y="1809782"/>
                    </a:cubicBezTo>
                    <a:lnTo>
                      <a:pt x="2232138" y="1815419"/>
                    </a:lnTo>
                    <a:lnTo>
                      <a:pt x="2206114" y="1886521"/>
                    </a:lnTo>
                    <a:cubicBezTo>
                      <a:pt x="2051503" y="2252062"/>
                      <a:pt x="1741385" y="2535814"/>
                      <a:pt x="1358693" y="2654843"/>
                    </a:cubicBezTo>
                    <a:lnTo>
                      <a:pt x="1321369" y="2664440"/>
                    </a:lnTo>
                    <a:lnTo>
                      <a:pt x="1292065" y="2650324"/>
                    </a:lnTo>
                    <a:cubicBezTo>
                      <a:pt x="522453" y="2232245"/>
                      <a:pt x="0" y="1416848"/>
                      <a:pt x="0" y="479424"/>
                    </a:cubicBezTo>
                    <a:lnTo>
                      <a:pt x="4580" y="388725"/>
                    </a:lnTo>
                    <a:lnTo>
                      <a:pt x="91101" y="310089"/>
                    </a:lnTo>
                    <a:cubicBezTo>
                      <a:pt x="325834" y="116370"/>
                      <a:pt x="626768" y="0"/>
                      <a:pt x="95488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nvGrpSpPr>
              <p:cNvPr id="29" name="Group 28">
                <a:extLst>
                  <a:ext uri="{FF2B5EF4-FFF2-40B4-BE49-F238E27FC236}">
                    <a16:creationId xmlns:a16="http://schemas.microsoft.com/office/drawing/2014/main" id="{6BE6A366-1DF0-DC33-4A2F-DA99C65F1C94}"/>
                  </a:ext>
                </a:extLst>
              </p:cNvPr>
              <p:cNvGrpSpPr/>
              <p:nvPr/>
            </p:nvGrpSpPr>
            <p:grpSpPr>
              <a:xfrm>
                <a:off x="5121187" y="3855158"/>
                <a:ext cx="865280" cy="1291170"/>
                <a:chOff x="5121187" y="3855158"/>
                <a:chExt cx="865280" cy="1291170"/>
              </a:xfrm>
              <a:grpFill/>
            </p:grpSpPr>
            <p:sp>
              <p:nvSpPr>
                <p:cNvPr id="30" name="Freeform: Shape 29">
                  <a:extLst>
                    <a:ext uri="{FF2B5EF4-FFF2-40B4-BE49-F238E27FC236}">
                      <a16:creationId xmlns:a16="http://schemas.microsoft.com/office/drawing/2014/main" id="{57FEC5F4-594E-AAED-634C-CBE5AED0F4D4}"/>
                    </a:ext>
                  </a:extLst>
                </p:cNvPr>
                <p:cNvSpPr/>
                <p:nvPr/>
              </p:nvSpPr>
              <p:spPr>
                <a:xfrm>
                  <a:off x="5121187" y="3855158"/>
                  <a:ext cx="865280" cy="1291170"/>
                </a:xfrm>
                <a:custGeom>
                  <a:avLst/>
                  <a:gdLst>
                    <a:gd name="connsiteX0" fmla="*/ 80691 w 1201895"/>
                    <a:gd name="connsiteY0" fmla="*/ 0 h 1793466"/>
                    <a:gd name="connsiteX1" fmla="*/ 117622 w 1201895"/>
                    <a:gd name="connsiteY1" fmla="*/ 5636 h 1793466"/>
                    <a:gd name="connsiteX2" fmla="*/ 1201895 w 1201895"/>
                    <a:gd name="connsiteY2" fmla="*/ 1335994 h 1793466"/>
                    <a:gd name="connsiteX3" fmla="*/ 1140844 w 1201895"/>
                    <a:gd name="connsiteY3" fmla="*/ 1739806 h 1793466"/>
                    <a:gd name="connsiteX4" fmla="*/ 1121205 w 1201895"/>
                    <a:gd name="connsiteY4" fmla="*/ 1793466 h 1793466"/>
                    <a:gd name="connsiteX5" fmla="*/ 1084273 w 1201895"/>
                    <a:gd name="connsiteY5" fmla="*/ 1787829 h 1793466"/>
                    <a:gd name="connsiteX6" fmla="*/ 0 w 1201895"/>
                    <a:gd name="connsiteY6" fmla="*/ 457471 h 1793466"/>
                    <a:gd name="connsiteX7" fmla="*/ 61051 w 1201895"/>
                    <a:gd name="connsiteY7" fmla="*/ 53659 h 1793466"/>
                    <a:gd name="connsiteX8" fmla="*/ 80691 w 1201895"/>
                    <a:gd name="connsiteY8" fmla="*/ 0 h 179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1895" h="1793466">
                      <a:moveTo>
                        <a:pt x="80691" y="0"/>
                      </a:moveTo>
                      <a:lnTo>
                        <a:pt x="117622" y="5636"/>
                      </a:lnTo>
                      <a:cubicBezTo>
                        <a:pt x="736415" y="132259"/>
                        <a:pt x="1201895" y="679768"/>
                        <a:pt x="1201895" y="1335994"/>
                      </a:cubicBezTo>
                      <a:cubicBezTo>
                        <a:pt x="1201895" y="1476614"/>
                        <a:pt x="1180521" y="1612242"/>
                        <a:pt x="1140844" y="1739806"/>
                      </a:cubicBezTo>
                      <a:lnTo>
                        <a:pt x="1121205" y="1793466"/>
                      </a:lnTo>
                      <a:lnTo>
                        <a:pt x="1084273" y="1787829"/>
                      </a:lnTo>
                      <a:cubicBezTo>
                        <a:pt x="465480" y="1661206"/>
                        <a:pt x="0" y="1113698"/>
                        <a:pt x="0" y="457471"/>
                      </a:cubicBezTo>
                      <a:cubicBezTo>
                        <a:pt x="0" y="316851"/>
                        <a:pt x="21374" y="181223"/>
                        <a:pt x="61051" y="53659"/>
                      </a:cubicBezTo>
                      <a:lnTo>
                        <a:pt x="80691" y="0"/>
                      </a:lnTo>
                      <a:close/>
                    </a:path>
                  </a:pathLst>
                </a:custGeom>
                <a:grpFill/>
                <a:ln>
                  <a:noFill/>
                </a:ln>
                <a:effectLst>
                  <a:innerShdw blurRad="635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1" name="TextBox 30">
                  <a:extLst>
                    <a:ext uri="{FF2B5EF4-FFF2-40B4-BE49-F238E27FC236}">
                      <a16:creationId xmlns:a16="http://schemas.microsoft.com/office/drawing/2014/main" id="{E05CE7DA-1BBA-3A2C-9BB4-D86ADE398DBE}"/>
                    </a:ext>
                  </a:extLst>
                </p:cNvPr>
                <p:cNvSpPr txBox="1"/>
                <p:nvPr/>
              </p:nvSpPr>
              <p:spPr>
                <a:xfrm>
                  <a:off x="5285750" y="4269910"/>
                  <a:ext cx="447261" cy="461665"/>
                </a:xfrm>
                <a:prstGeom prst="rect">
                  <a:avLst/>
                </a:prstGeom>
                <a:noFill/>
              </p:spPr>
              <p:txBody>
                <a:bodyPr wrap="square" rtlCol="0">
                  <a:spAutoFit/>
                </a:bodyPr>
                <a:lstStyle/>
                <a:p>
                  <a:pPr algn="ctr"/>
                  <a:r>
                    <a:rPr lang="en-MY" sz="2400" b="1" dirty="0">
                      <a:solidFill>
                        <a:schemeClr val="bg1">
                          <a:lumMod val="95000"/>
                        </a:schemeClr>
                      </a:solidFill>
                      <a:latin typeface="Daytona" panose="020B0604030500040204" pitchFamily="34" charset="0"/>
                    </a:rPr>
                    <a:t>G</a:t>
                  </a:r>
                </a:p>
              </p:txBody>
            </p:sp>
          </p:grpSp>
        </p:grpSp>
        <p:sp>
          <p:nvSpPr>
            <p:cNvPr id="27" name="TextBox 26">
              <a:extLst>
                <a:ext uri="{FF2B5EF4-FFF2-40B4-BE49-F238E27FC236}">
                  <a16:creationId xmlns:a16="http://schemas.microsoft.com/office/drawing/2014/main" id="{82E825D6-74E1-A7ED-DCB9-3D1DA0D856F7}"/>
                </a:ext>
              </a:extLst>
            </p:cNvPr>
            <p:cNvSpPr txBox="1"/>
            <p:nvPr/>
          </p:nvSpPr>
          <p:spPr>
            <a:xfrm rot="3600000">
              <a:off x="4215572" y="4652667"/>
              <a:ext cx="1728804" cy="338554"/>
            </a:xfrm>
            <a:prstGeom prst="rect">
              <a:avLst/>
            </a:prstGeom>
            <a:grpFill/>
          </p:spPr>
          <p:txBody>
            <a:bodyPr wrap="square" rtlCol="0">
              <a:spAutoFit/>
            </a:bodyPr>
            <a:lstStyle/>
            <a:p>
              <a:pPr algn="ctr"/>
              <a:r>
                <a:rPr lang="en-MY" sz="1600" b="1" dirty="0">
                  <a:solidFill>
                    <a:schemeClr val="bg1">
                      <a:lumMod val="95000"/>
                    </a:schemeClr>
                  </a:solidFill>
                  <a:latin typeface="Open Sans" pitchFamily="2" charset="0"/>
                  <a:ea typeface="Open Sans" pitchFamily="2" charset="0"/>
                  <a:cs typeface="Open Sans" pitchFamily="2" charset="0"/>
                </a:rPr>
                <a:t>Governance</a:t>
              </a:r>
            </a:p>
          </p:txBody>
        </p:sp>
      </p:grpSp>
      <p:grpSp>
        <p:nvGrpSpPr>
          <p:cNvPr id="32" name="Group 31">
            <a:extLst>
              <a:ext uri="{FF2B5EF4-FFF2-40B4-BE49-F238E27FC236}">
                <a16:creationId xmlns:a16="http://schemas.microsoft.com/office/drawing/2014/main" id="{4867EB45-AFDB-2D19-710A-D02AC4A322B9}"/>
              </a:ext>
            </a:extLst>
          </p:cNvPr>
          <p:cNvGrpSpPr/>
          <p:nvPr/>
        </p:nvGrpSpPr>
        <p:grpSpPr>
          <a:xfrm>
            <a:off x="0" y="0"/>
            <a:ext cx="533400" cy="2666174"/>
            <a:chOff x="12192000" y="2415793"/>
            <a:chExt cx="533400" cy="2666174"/>
          </a:xfrm>
        </p:grpSpPr>
        <p:sp>
          <p:nvSpPr>
            <p:cNvPr id="33" name="Rectangle 32">
              <a:extLst>
                <a:ext uri="{FF2B5EF4-FFF2-40B4-BE49-F238E27FC236}">
                  <a16:creationId xmlns:a16="http://schemas.microsoft.com/office/drawing/2014/main" id="{8193408D-CEB5-C46F-C37B-26F5DC83F51C}"/>
                </a:ext>
              </a:extLst>
            </p:cNvPr>
            <p:cNvSpPr/>
            <p:nvPr/>
          </p:nvSpPr>
          <p:spPr>
            <a:xfrm>
              <a:off x="12192000" y="2415793"/>
              <a:ext cx="533400" cy="533400"/>
            </a:xfrm>
            <a:prstGeom prst="rect">
              <a:avLst/>
            </a:prstGeom>
            <a:solidFill>
              <a:srgbClr val="0167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33">
              <a:extLst>
                <a:ext uri="{FF2B5EF4-FFF2-40B4-BE49-F238E27FC236}">
                  <a16:creationId xmlns:a16="http://schemas.microsoft.com/office/drawing/2014/main" id="{65E9260C-A295-FBE7-861D-3AC78C7D0531}"/>
                </a:ext>
              </a:extLst>
            </p:cNvPr>
            <p:cNvSpPr/>
            <p:nvPr/>
          </p:nvSpPr>
          <p:spPr>
            <a:xfrm>
              <a:off x="12192000" y="2949193"/>
              <a:ext cx="533400" cy="533400"/>
            </a:xfrm>
            <a:prstGeom prst="rect">
              <a:avLst/>
            </a:prstGeom>
            <a:solidFill>
              <a:srgbClr val="019B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Rectangle 34">
              <a:extLst>
                <a:ext uri="{FF2B5EF4-FFF2-40B4-BE49-F238E27FC236}">
                  <a16:creationId xmlns:a16="http://schemas.microsoft.com/office/drawing/2014/main" id="{525E28DF-C520-0287-05CB-7657B163083E}"/>
                </a:ext>
              </a:extLst>
            </p:cNvPr>
            <p:cNvSpPr/>
            <p:nvPr/>
          </p:nvSpPr>
          <p:spPr>
            <a:xfrm>
              <a:off x="12192000" y="3482180"/>
              <a:ext cx="533400" cy="533400"/>
            </a:xfrm>
            <a:prstGeom prst="rect">
              <a:avLst/>
            </a:prstGeom>
            <a:solidFill>
              <a:srgbClr val="01C5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Rectangle 35">
              <a:extLst>
                <a:ext uri="{FF2B5EF4-FFF2-40B4-BE49-F238E27FC236}">
                  <a16:creationId xmlns:a16="http://schemas.microsoft.com/office/drawing/2014/main" id="{10A23065-F328-55AB-EDE1-D64484C8AFE0}"/>
                </a:ext>
              </a:extLst>
            </p:cNvPr>
            <p:cNvSpPr/>
            <p:nvPr/>
          </p:nvSpPr>
          <p:spPr>
            <a:xfrm>
              <a:off x="12192000" y="4015580"/>
              <a:ext cx="533400" cy="533400"/>
            </a:xfrm>
            <a:prstGeom prst="rect">
              <a:avLst/>
            </a:prstGeom>
            <a:solidFill>
              <a:srgbClr val="01E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7" name="Rectangle 36">
              <a:extLst>
                <a:ext uri="{FF2B5EF4-FFF2-40B4-BE49-F238E27FC236}">
                  <a16:creationId xmlns:a16="http://schemas.microsoft.com/office/drawing/2014/main" id="{EFDA1155-AE4C-E0F2-C3AF-219AC897C600}"/>
                </a:ext>
              </a:extLst>
            </p:cNvPr>
            <p:cNvSpPr/>
            <p:nvPr/>
          </p:nvSpPr>
          <p:spPr>
            <a:xfrm>
              <a:off x="12192000" y="4548567"/>
              <a:ext cx="533400" cy="533400"/>
            </a:xfrm>
            <a:prstGeom prst="rect">
              <a:avLst/>
            </a:prstGeom>
            <a:solidFill>
              <a:srgbClr val="014F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spTree>
    <p:custDataLst>
      <p:tags r:id="rId1"/>
    </p:custDataLst>
    <p:extLst>
      <p:ext uri="{BB962C8B-B14F-4D97-AF65-F5344CB8AC3E}">
        <p14:creationId xmlns:p14="http://schemas.microsoft.com/office/powerpoint/2010/main" val="625735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10" presetClass="entr" presetSubtype="0" fill="hold" nodeType="withEffect">
                                  <p:stCondLst>
                                    <p:cond delay="480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5300"/>
                            </p:stCondLst>
                            <p:childTnLst>
                              <p:par>
                                <p:cTn id="14" presetID="1" presetClass="entr" presetSubtype="0" fill="hold" grpId="0" nodeType="afterEffect">
                                  <p:stCondLst>
                                    <p:cond delay="500"/>
                                  </p:stCondLst>
                                  <p:childTnLst>
                                    <p:set>
                                      <p:cBhvr>
                                        <p:cTn id="15" dur="1" fill="hold">
                                          <p:stCondLst>
                                            <p:cond delay="0"/>
                                          </p:stCondLst>
                                        </p:cTn>
                                        <p:tgtEl>
                                          <p:spTgt spid="8"/>
                                        </p:tgtEl>
                                        <p:attrNameLst>
                                          <p:attrName>style.visibility</p:attrName>
                                        </p:attrNameLst>
                                      </p:cBhvr>
                                      <p:to>
                                        <p:strVal val="visible"/>
                                      </p:to>
                                    </p:set>
                                  </p:childTnLst>
                                </p:cTn>
                              </p:par>
                            </p:childTnLst>
                          </p:cTn>
                        </p:par>
                        <p:par>
                          <p:cTn id="16" fill="hold">
                            <p:stCondLst>
                              <p:cond delay="58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0" presetID="10" presetClass="entr" presetSubtype="0" fill="hold" nodeType="withEffect">
                                  <p:stCondLst>
                                    <p:cond delay="30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par>
                          <p:cTn id="23" fill="hold">
                            <p:stCondLst>
                              <p:cond delay="9300"/>
                            </p:stCondLst>
                            <p:childTnLst>
                              <p:par>
                                <p:cTn id="24" presetID="1" presetClass="entr" presetSubtype="0" fill="hold" grpId="0" nodeType="afterEffect">
                                  <p:stCondLst>
                                    <p:cond delay="500"/>
                                  </p:stCondLst>
                                  <p:childTnLst>
                                    <p:set>
                                      <p:cBhvr>
                                        <p:cTn id="25" dur="1" fill="hold">
                                          <p:stCondLst>
                                            <p:cond delay="0"/>
                                          </p:stCondLst>
                                        </p:cTn>
                                        <p:tgtEl>
                                          <p:spTgt spid="9"/>
                                        </p:tgtEl>
                                        <p:attrNameLst>
                                          <p:attrName>style.visibility</p:attrName>
                                        </p:attrNameLst>
                                      </p:cBhvr>
                                      <p:to>
                                        <p:strVal val="visible"/>
                                      </p:to>
                                    </p:set>
                                  </p:childTnLst>
                                </p:cTn>
                              </p:par>
                            </p:childTnLst>
                          </p:cTn>
                        </p:par>
                        <p:par>
                          <p:cTn id="26" fill="hold">
                            <p:stCondLst>
                              <p:cond delay="98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par>
                                <p:cTn id="30" presetID="10" presetClass="entr" presetSubtype="0" fill="hold" nodeType="withEffect">
                                  <p:stCondLst>
                                    <p:cond delay="420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par>
                          <p:cTn id="33" fill="hold">
                            <p:stCondLst>
                              <p:cond delay="14500"/>
                            </p:stCondLst>
                            <p:childTnLst>
                              <p:par>
                                <p:cTn id="34" presetID="1" presetClass="entr" presetSubtype="0" fill="hold" grpId="0" nodeType="afterEffect">
                                  <p:stCondLst>
                                    <p:cond delay="500"/>
                                  </p:stCondLst>
                                  <p:childTnLst>
                                    <p:set>
                                      <p:cBhvr>
                                        <p:cTn id="35" dur="1" fill="hold">
                                          <p:stCondLst>
                                            <p:cond delay="0"/>
                                          </p:stCondLst>
                                        </p:cTn>
                                        <p:tgtEl>
                                          <p:spTgt spid="10"/>
                                        </p:tgtEl>
                                        <p:attrNameLst>
                                          <p:attrName>style.visibility</p:attrName>
                                        </p:attrNameLst>
                                      </p:cBhvr>
                                      <p:to>
                                        <p:strVal val="visible"/>
                                      </p:to>
                                    </p:set>
                                  </p:childTnLst>
                                </p:cTn>
                              </p:par>
                            </p:childTnLst>
                          </p:cTn>
                        </p:par>
                        <p:par>
                          <p:cTn id="36" fill="hold">
                            <p:stCondLst>
                              <p:cond delay="15000"/>
                            </p:stCondLst>
                            <p:childTnLst>
                              <p:par>
                                <p:cTn id="37" presetID="22" presetClass="entr" presetSubtype="8"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left)">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8"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89E9A06E-04F1-8E16-5FA4-B0F3DBE79E1A}"/>
              </a:ext>
            </a:extLst>
          </p:cNvPr>
          <p:cNvSpPr>
            <a:spLocks noGrp="1" noChangeArrowheads="1"/>
          </p:cNvSpPr>
          <p:nvPr>
            <p:ph type="title"/>
          </p:nvPr>
        </p:nvSpPr>
        <p:spPr bwMode="auto">
          <a:xfrm>
            <a:off x="723900" y="114300"/>
            <a:ext cx="10515600" cy="527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r>
              <a:rPr lang="en-MY" altLang="en-US"/>
              <a:t>PAX 05.03.03   DOCUMENTS REQUIRED FOR TRAVEL</a:t>
            </a:r>
          </a:p>
        </p:txBody>
      </p:sp>
      <p:sp>
        <p:nvSpPr>
          <p:cNvPr id="51203" name="Text Placeholder 2">
            <a:extLst>
              <a:ext uri="{FF2B5EF4-FFF2-40B4-BE49-F238E27FC236}">
                <a16:creationId xmlns:a16="http://schemas.microsoft.com/office/drawing/2014/main" id="{8547F2FB-88B5-92FB-4138-601633748676}"/>
              </a:ext>
            </a:extLst>
          </p:cNvPr>
          <p:cNvSpPr>
            <a:spLocks noGrp="1" noChangeArrowheads="1"/>
          </p:cNvSpPr>
          <p:nvPr>
            <p:ph type="body" sz="quarter" idx="14"/>
          </p:nvPr>
        </p:nvSpPr>
        <p:spPr bwMode="auto">
          <a:xfrm>
            <a:off x="723900" y="584200"/>
            <a:ext cx="2963863" cy="44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MY" altLang="en-US"/>
              <a:t>Disposal</a:t>
            </a:r>
          </a:p>
        </p:txBody>
      </p:sp>
      <p:pic>
        <p:nvPicPr>
          <p:cNvPr id="51204" name="Picture 4" descr="A blue and black rectangle&#10;&#10;AI-generated content may be incorrect.">
            <a:extLst>
              <a:ext uri="{FF2B5EF4-FFF2-40B4-BE49-F238E27FC236}">
                <a16:creationId xmlns:a16="http://schemas.microsoft.com/office/drawing/2014/main" id="{143AA56E-33D2-DA49-0577-81E1E42D07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225" y="1335088"/>
            <a:ext cx="7747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05" name="Group 36">
            <a:extLst>
              <a:ext uri="{FF2B5EF4-FFF2-40B4-BE49-F238E27FC236}">
                <a16:creationId xmlns:a16="http://schemas.microsoft.com/office/drawing/2014/main" id="{2C4CC28B-288B-D40D-C44F-F286B98406D1}"/>
              </a:ext>
            </a:extLst>
          </p:cNvPr>
          <p:cNvGrpSpPr>
            <a:grpSpLocks/>
          </p:cNvGrpSpPr>
          <p:nvPr/>
        </p:nvGrpSpPr>
        <p:grpSpPr bwMode="auto">
          <a:xfrm>
            <a:off x="4157663" y="2382838"/>
            <a:ext cx="3876675" cy="3875087"/>
            <a:chOff x="4158343" y="1810885"/>
            <a:chExt cx="3875314" cy="3875314"/>
          </a:xfrm>
        </p:grpSpPr>
        <p:sp>
          <p:nvSpPr>
            <p:cNvPr id="6" name="Circle: Hollow 5">
              <a:extLst>
                <a:ext uri="{FF2B5EF4-FFF2-40B4-BE49-F238E27FC236}">
                  <a16:creationId xmlns:a16="http://schemas.microsoft.com/office/drawing/2014/main" id="{59BEA5CD-5D7C-7AFE-F223-5BA3F0C9A85D}"/>
                </a:ext>
              </a:extLst>
            </p:cNvPr>
            <p:cNvSpPr/>
            <p:nvPr/>
          </p:nvSpPr>
          <p:spPr>
            <a:xfrm>
              <a:off x="4158343" y="1810885"/>
              <a:ext cx="3875314" cy="3875314"/>
            </a:xfrm>
            <a:prstGeom prst="donut">
              <a:avLst>
                <a:gd name="adj" fmla="val 22507"/>
              </a:avLst>
            </a:prstGeom>
            <a:solidFill>
              <a:srgbClr val="82A7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solidFill>
                  <a:schemeClr val="tx1"/>
                </a:solidFill>
              </a:endParaRPr>
            </a:p>
          </p:txBody>
        </p:sp>
        <p:grpSp>
          <p:nvGrpSpPr>
            <p:cNvPr id="51210" name="Group 28">
              <a:extLst>
                <a:ext uri="{FF2B5EF4-FFF2-40B4-BE49-F238E27FC236}">
                  <a16:creationId xmlns:a16="http://schemas.microsoft.com/office/drawing/2014/main" id="{ABD5C093-6A5E-324A-7940-A90865B8DC93}"/>
                </a:ext>
              </a:extLst>
            </p:cNvPr>
            <p:cNvGrpSpPr>
              <a:grpSpLocks/>
            </p:cNvGrpSpPr>
            <p:nvPr/>
          </p:nvGrpSpPr>
          <p:grpSpPr bwMode="auto">
            <a:xfrm>
              <a:off x="5030239" y="1821771"/>
              <a:ext cx="2131522" cy="1255889"/>
              <a:chOff x="5030239" y="1821771"/>
              <a:chExt cx="2131522" cy="1255889"/>
            </a:xfrm>
          </p:grpSpPr>
          <p:sp>
            <p:nvSpPr>
              <p:cNvPr id="7" name="Freeform: Shape 6">
                <a:extLst>
                  <a:ext uri="{FF2B5EF4-FFF2-40B4-BE49-F238E27FC236}">
                    <a16:creationId xmlns:a16="http://schemas.microsoft.com/office/drawing/2014/main" id="{53BC3E3E-A1C1-9D5C-B69F-EF15DF48ACD5}"/>
                  </a:ext>
                </a:extLst>
              </p:cNvPr>
              <p:cNvSpPr/>
              <p:nvPr/>
            </p:nvSpPr>
            <p:spPr>
              <a:xfrm>
                <a:off x="5029574" y="1821998"/>
                <a:ext cx="2132851" cy="1255787"/>
              </a:xfrm>
              <a:custGeom>
                <a:avLst/>
                <a:gdLst>
                  <a:gd name="connsiteX0" fmla="*/ 1357947 w 2715894"/>
                  <a:gd name="connsiteY0" fmla="*/ 0 h 1600200"/>
                  <a:gd name="connsiteX1" fmla="*/ 2534762 w 2715894"/>
                  <a:gd name="connsiteY1" fmla="*/ 297980 h 1600200"/>
                  <a:gd name="connsiteX2" fmla="*/ 2668015 w 2715894"/>
                  <a:gd name="connsiteY2" fmla="*/ 378933 h 1600200"/>
                  <a:gd name="connsiteX3" fmla="*/ 2688305 w 2715894"/>
                  <a:gd name="connsiteY3" fmla="*/ 457846 h 1600200"/>
                  <a:gd name="connsiteX4" fmla="*/ 2715894 w 2715894"/>
                  <a:gd name="connsiteY4" fmla="*/ 731520 h 1600200"/>
                  <a:gd name="connsiteX5" fmla="*/ 2405805 w 2715894"/>
                  <a:gd name="connsiteY5" fmla="*/ 1595300 h 1600200"/>
                  <a:gd name="connsiteX6" fmla="*/ 2401352 w 2715894"/>
                  <a:gd name="connsiteY6" fmla="*/ 1600200 h 1600200"/>
                  <a:gd name="connsiteX7" fmla="*/ 2318160 w 2715894"/>
                  <a:gd name="connsiteY7" fmla="*/ 1508667 h 1600200"/>
                  <a:gd name="connsiteX8" fmla="*/ 1357947 w 2715894"/>
                  <a:gd name="connsiteY8" fmla="*/ 1110933 h 1600200"/>
                  <a:gd name="connsiteX9" fmla="*/ 397734 w 2715894"/>
                  <a:gd name="connsiteY9" fmla="*/ 1508667 h 1600200"/>
                  <a:gd name="connsiteX10" fmla="*/ 314543 w 2715894"/>
                  <a:gd name="connsiteY10" fmla="*/ 1600200 h 1600200"/>
                  <a:gd name="connsiteX11" fmla="*/ 310089 w 2715894"/>
                  <a:gd name="connsiteY11" fmla="*/ 1595300 h 1600200"/>
                  <a:gd name="connsiteX12" fmla="*/ 0 w 2715894"/>
                  <a:gd name="connsiteY12" fmla="*/ 731520 h 1600200"/>
                  <a:gd name="connsiteX13" fmla="*/ 27589 w 2715894"/>
                  <a:gd name="connsiteY13" fmla="*/ 457846 h 1600200"/>
                  <a:gd name="connsiteX14" fmla="*/ 47880 w 2715894"/>
                  <a:gd name="connsiteY14" fmla="*/ 378933 h 1600200"/>
                  <a:gd name="connsiteX15" fmla="*/ 181132 w 2715894"/>
                  <a:gd name="connsiteY15" fmla="*/ 297980 h 1600200"/>
                  <a:gd name="connsiteX16" fmla="*/ 1357947 w 2715894"/>
                  <a:gd name="connsiteY16" fmla="*/ 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5894" h="1600200">
                    <a:moveTo>
                      <a:pt x="1357947" y="0"/>
                    </a:moveTo>
                    <a:cubicBezTo>
                      <a:pt x="1784049" y="0"/>
                      <a:pt x="2184938" y="107945"/>
                      <a:pt x="2534762" y="297980"/>
                    </a:cubicBezTo>
                    <a:lnTo>
                      <a:pt x="2668015" y="378933"/>
                    </a:lnTo>
                    <a:lnTo>
                      <a:pt x="2688305" y="457846"/>
                    </a:lnTo>
                    <a:cubicBezTo>
                      <a:pt x="2706395" y="546245"/>
                      <a:pt x="2715894" y="637773"/>
                      <a:pt x="2715894" y="731520"/>
                    </a:cubicBezTo>
                    <a:cubicBezTo>
                      <a:pt x="2715894" y="1059633"/>
                      <a:pt x="2599524" y="1360567"/>
                      <a:pt x="2405805" y="1595300"/>
                    </a:cubicBezTo>
                    <a:lnTo>
                      <a:pt x="2401352" y="1600200"/>
                    </a:lnTo>
                    <a:lnTo>
                      <a:pt x="2318160" y="1508667"/>
                    </a:lnTo>
                    <a:cubicBezTo>
                      <a:pt x="2072420" y="1262926"/>
                      <a:pt x="1732934" y="1110933"/>
                      <a:pt x="1357947" y="1110933"/>
                    </a:cubicBezTo>
                    <a:cubicBezTo>
                      <a:pt x="982961" y="1110933"/>
                      <a:pt x="643474" y="1262926"/>
                      <a:pt x="397734" y="1508667"/>
                    </a:cubicBezTo>
                    <a:lnTo>
                      <a:pt x="314543" y="1600200"/>
                    </a:lnTo>
                    <a:lnTo>
                      <a:pt x="310089" y="1595300"/>
                    </a:lnTo>
                    <a:cubicBezTo>
                      <a:pt x="116370" y="1360567"/>
                      <a:pt x="0" y="1059633"/>
                      <a:pt x="0" y="731520"/>
                    </a:cubicBezTo>
                    <a:cubicBezTo>
                      <a:pt x="0" y="637773"/>
                      <a:pt x="9500" y="546245"/>
                      <a:pt x="27589" y="457846"/>
                    </a:cubicBezTo>
                    <a:lnTo>
                      <a:pt x="47880" y="378933"/>
                    </a:lnTo>
                    <a:lnTo>
                      <a:pt x="181132" y="297980"/>
                    </a:lnTo>
                    <a:cubicBezTo>
                      <a:pt x="530956" y="107945"/>
                      <a:pt x="931846" y="0"/>
                      <a:pt x="1357947" y="0"/>
                    </a:cubicBezTo>
                    <a:close/>
                  </a:path>
                </a:pathLst>
              </a:cu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pic>
            <p:nvPicPr>
              <p:cNvPr id="18" name="Graphic 17" descr="Printer with solid fill">
                <a:extLst>
                  <a:ext uri="{FF2B5EF4-FFF2-40B4-BE49-F238E27FC236}">
                    <a16:creationId xmlns:a16="http://schemas.microsoft.com/office/drawing/2014/main" id="{A15EAE57-033C-C697-8345-DD92D76F34FB}"/>
                  </a:ext>
                </a:extLst>
              </p:cNvPr>
              <p:cNvPicPr>
                <a:picLocks noChangeAspect="1"/>
              </p:cNvPicPr>
              <p:nvPr/>
            </p:nvPicPr>
            <p:blipFill>
              <a:blip r:embed="rId5"/>
              <a:stretch>
                <a:fillRect/>
              </a:stretch>
            </p:blipFill>
            <p:spPr>
              <a:xfrm>
                <a:off x="5783112" y="1933945"/>
                <a:ext cx="625776" cy="625776"/>
              </a:xfrm>
              <a:prstGeom prst="rect">
                <a:avLst/>
              </a:prstGeom>
            </p:spPr>
          </p:pic>
        </p:grpSp>
        <p:grpSp>
          <p:nvGrpSpPr>
            <p:cNvPr id="51211" name="Group 29">
              <a:extLst>
                <a:ext uri="{FF2B5EF4-FFF2-40B4-BE49-F238E27FC236}">
                  <a16:creationId xmlns:a16="http://schemas.microsoft.com/office/drawing/2014/main" id="{62C774A1-48FA-7BA5-720E-E89743C225C5}"/>
                </a:ext>
              </a:extLst>
            </p:cNvPr>
            <p:cNvGrpSpPr>
              <a:grpSpLocks/>
            </p:cNvGrpSpPr>
            <p:nvPr/>
          </p:nvGrpSpPr>
          <p:grpSpPr bwMode="auto">
            <a:xfrm>
              <a:off x="6281804" y="3372275"/>
              <a:ext cx="1751853" cy="2091139"/>
              <a:chOff x="6281804" y="3372275"/>
              <a:chExt cx="1751853" cy="2091139"/>
            </a:xfrm>
          </p:grpSpPr>
          <p:sp>
            <p:nvSpPr>
              <p:cNvPr id="9" name="Freeform: Shape 8">
                <a:extLst>
                  <a:ext uri="{FF2B5EF4-FFF2-40B4-BE49-F238E27FC236}">
                    <a16:creationId xmlns:a16="http://schemas.microsoft.com/office/drawing/2014/main" id="{9EF061A3-C499-8D6B-AF3A-F5DDE64EBE8C}"/>
                  </a:ext>
                </a:extLst>
              </p:cNvPr>
              <p:cNvSpPr/>
              <p:nvPr/>
            </p:nvSpPr>
            <p:spPr>
              <a:xfrm>
                <a:off x="6281672" y="3371488"/>
                <a:ext cx="1751985" cy="2092447"/>
              </a:xfrm>
              <a:custGeom>
                <a:avLst/>
                <a:gdLst>
                  <a:gd name="connsiteX0" fmla="*/ 1277256 w 2232136"/>
                  <a:gd name="connsiteY0" fmla="*/ 0 h 2664440"/>
                  <a:gd name="connsiteX1" fmla="*/ 2141036 w 2232136"/>
                  <a:gd name="connsiteY1" fmla="*/ 310089 h 2664440"/>
                  <a:gd name="connsiteX2" fmla="*/ 2227556 w 2232136"/>
                  <a:gd name="connsiteY2" fmla="*/ 388724 h 2664440"/>
                  <a:gd name="connsiteX3" fmla="*/ 2232136 w 2232136"/>
                  <a:gd name="connsiteY3" fmla="*/ 479424 h 2664440"/>
                  <a:gd name="connsiteX4" fmla="*/ 940071 w 2232136"/>
                  <a:gd name="connsiteY4" fmla="*/ 2650324 h 2664440"/>
                  <a:gd name="connsiteX5" fmla="*/ 910768 w 2232136"/>
                  <a:gd name="connsiteY5" fmla="*/ 2664440 h 2664440"/>
                  <a:gd name="connsiteX6" fmla="*/ 873444 w 2232136"/>
                  <a:gd name="connsiteY6" fmla="*/ 2654843 h 2664440"/>
                  <a:gd name="connsiteX7" fmla="*/ 26023 w 2232136"/>
                  <a:gd name="connsiteY7" fmla="*/ 1886521 h 2664440"/>
                  <a:gd name="connsiteX8" fmla="*/ 0 w 2232136"/>
                  <a:gd name="connsiteY8" fmla="*/ 1815419 h 2664440"/>
                  <a:gd name="connsiteX9" fmla="*/ 36930 w 2232136"/>
                  <a:gd name="connsiteY9" fmla="*/ 1809782 h 2664440"/>
                  <a:gd name="connsiteX10" fmla="*/ 1121203 w 2232136"/>
                  <a:gd name="connsiteY10" fmla="*/ 479424 h 2664440"/>
                  <a:gd name="connsiteX11" fmla="*/ 1060152 w 2232136"/>
                  <a:gd name="connsiteY11" fmla="*/ 75612 h 2664440"/>
                  <a:gd name="connsiteX12" fmla="*/ 1040513 w 2232136"/>
                  <a:gd name="connsiteY12" fmla="*/ 21953 h 2664440"/>
                  <a:gd name="connsiteX13" fmla="*/ 1138414 w 2232136"/>
                  <a:gd name="connsiteY13" fmla="*/ 7011 h 2664440"/>
                  <a:gd name="connsiteX14" fmla="*/ 1277256 w 2232136"/>
                  <a:gd name="connsiteY14" fmla="*/ 0 h 266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32136" h="2664440">
                    <a:moveTo>
                      <a:pt x="1277256" y="0"/>
                    </a:moveTo>
                    <a:cubicBezTo>
                      <a:pt x="1605369" y="0"/>
                      <a:pt x="1906303" y="116370"/>
                      <a:pt x="2141036" y="310089"/>
                    </a:cubicBezTo>
                    <a:lnTo>
                      <a:pt x="2227556" y="388724"/>
                    </a:lnTo>
                    <a:lnTo>
                      <a:pt x="2232136" y="479424"/>
                    </a:lnTo>
                    <a:cubicBezTo>
                      <a:pt x="2232136" y="1416848"/>
                      <a:pt x="1709683" y="2232245"/>
                      <a:pt x="940071" y="2650324"/>
                    </a:cubicBezTo>
                    <a:lnTo>
                      <a:pt x="910768" y="2664440"/>
                    </a:lnTo>
                    <a:lnTo>
                      <a:pt x="873444" y="2654843"/>
                    </a:lnTo>
                    <a:cubicBezTo>
                      <a:pt x="490752" y="2535814"/>
                      <a:pt x="180634" y="2252062"/>
                      <a:pt x="26023" y="1886521"/>
                    </a:cubicBezTo>
                    <a:lnTo>
                      <a:pt x="0" y="1815419"/>
                    </a:lnTo>
                    <a:lnTo>
                      <a:pt x="36930" y="1809782"/>
                    </a:lnTo>
                    <a:cubicBezTo>
                      <a:pt x="655723" y="1683159"/>
                      <a:pt x="1121203" y="1135651"/>
                      <a:pt x="1121203" y="479424"/>
                    </a:cubicBezTo>
                    <a:cubicBezTo>
                      <a:pt x="1121203" y="338804"/>
                      <a:pt x="1099829" y="203176"/>
                      <a:pt x="1060152" y="75612"/>
                    </a:cubicBezTo>
                    <a:lnTo>
                      <a:pt x="1040513" y="21953"/>
                    </a:lnTo>
                    <a:lnTo>
                      <a:pt x="1138414" y="7011"/>
                    </a:lnTo>
                    <a:cubicBezTo>
                      <a:pt x="1184064" y="2375"/>
                      <a:pt x="1230383" y="0"/>
                      <a:pt x="1277256" y="0"/>
                    </a:cubicBezTo>
                    <a:close/>
                  </a:path>
                </a:pathLst>
              </a:custGeom>
              <a:solidFill>
                <a:srgbClr val="76397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pic>
            <p:nvPicPr>
              <p:cNvPr id="20" name="Graphic 19" descr="Garbage with solid fill">
                <a:extLst>
                  <a:ext uri="{FF2B5EF4-FFF2-40B4-BE49-F238E27FC236}">
                    <a16:creationId xmlns:a16="http://schemas.microsoft.com/office/drawing/2014/main" id="{68FCA4EE-66F6-CB2E-7EC9-B798C15A47A1}"/>
                  </a:ext>
                </a:extLst>
              </p:cNvPr>
              <p:cNvPicPr>
                <a:picLocks noChangeAspect="1"/>
              </p:cNvPicPr>
              <p:nvPr/>
            </p:nvPicPr>
            <p:blipFill>
              <a:blip r:embed="rId6"/>
              <a:stretch>
                <a:fillRect/>
              </a:stretch>
            </p:blipFill>
            <p:spPr>
              <a:xfrm>
                <a:off x="7063390" y="4169619"/>
                <a:ext cx="665467" cy="665467"/>
              </a:xfrm>
              <a:prstGeom prst="rect">
                <a:avLst/>
              </a:prstGeom>
            </p:spPr>
          </p:pic>
        </p:grpSp>
        <p:grpSp>
          <p:nvGrpSpPr>
            <p:cNvPr id="51212" name="Group 30">
              <a:extLst>
                <a:ext uri="{FF2B5EF4-FFF2-40B4-BE49-F238E27FC236}">
                  <a16:creationId xmlns:a16="http://schemas.microsoft.com/office/drawing/2014/main" id="{83DA5777-B586-59FE-7D68-6D70553B368E}"/>
                </a:ext>
              </a:extLst>
            </p:cNvPr>
            <p:cNvGrpSpPr>
              <a:grpSpLocks/>
            </p:cNvGrpSpPr>
            <p:nvPr/>
          </p:nvGrpSpPr>
          <p:grpSpPr bwMode="auto">
            <a:xfrm>
              <a:off x="4158343" y="3372275"/>
              <a:ext cx="1751854" cy="2091139"/>
              <a:chOff x="4158343" y="3372275"/>
              <a:chExt cx="1751854" cy="2091139"/>
            </a:xfrm>
          </p:grpSpPr>
          <p:sp>
            <p:nvSpPr>
              <p:cNvPr id="8" name="Freeform: Shape 7">
                <a:extLst>
                  <a:ext uri="{FF2B5EF4-FFF2-40B4-BE49-F238E27FC236}">
                    <a16:creationId xmlns:a16="http://schemas.microsoft.com/office/drawing/2014/main" id="{345E3B50-500F-47FA-6D2F-A4CA59778B38}"/>
                  </a:ext>
                </a:extLst>
              </p:cNvPr>
              <p:cNvSpPr/>
              <p:nvPr/>
            </p:nvSpPr>
            <p:spPr>
              <a:xfrm>
                <a:off x="4158343" y="3371488"/>
                <a:ext cx="1751985" cy="2092447"/>
              </a:xfrm>
              <a:custGeom>
                <a:avLst/>
                <a:gdLst>
                  <a:gd name="connsiteX0" fmla="*/ 954881 w 2232138"/>
                  <a:gd name="connsiteY0" fmla="*/ 0 h 2664440"/>
                  <a:gd name="connsiteX1" fmla="*/ 1093723 w 2232138"/>
                  <a:gd name="connsiteY1" fmla="*/ 7011 h 2664440"/>
                  <a:gd name="connsiteX2" fmla="*/ 1191624 w 2232138"/>
                  <a:gd name="connsiteY2" fmla="*/ 21953 h 2664440"/>
                  <a:gd name="connsiteX3" fmla="*/ 1171984 w 2232138"/>
                  <a:gd name="connsiteY3" fmla="*/ 75612 h 2664440"/>
                  <a:gd name="connsiteX4" fmla="*/ 1110933 w 2232138"/>
                  <a:gd name="connsiteY4" fmla="*/ 479424 h 2664440"/>
                  <a:gd name="connsiteX5" fmla="*/ 2195206 w 2232138"/>
                  <a:gd name="connsiteY5" fmla="*/ 1809782 h 2664440"/>
                  <a:gd name="connsiteX6" fmla="*/ 2232138 w 2232138"/>
                  <a:gd name="connsiteY6" fmla="*/ 1815419 h 2664440"/>
                  <a:gd name="connsiteX7" fmla="*/ 2206114 w 2232138"/>
                  <a:gd name="connsiteY7" fmla="*/ 1886521 h 2664440"/>
                  <a:gd name="connsiteX8" fmla="*/ 1358693 w 2232138"/>
                  <a:gd name="connsiteY8" fmla="*/ 2654843 h 2664440"/>
                  <a:gd name="connsiteX9" fmla="*/ 1321369 w 2232138"/>
                  <a:gd name="connsiteY9" fmla="*/ 2664440 h 2664440"/>
                  <a:gd name="connsiteX10" fmla="*/ 1292065 w 2232138"/>
                  <a:gd name="connsiteY10" fmla="*/ 2650324 h 2664440"/>
                  <a:gd name="connsiteX11" fmla="*/ 0 w 2232138"/>
                  <a:gd name="connsiteY11" fmla="*/ 479424 h 2664440"/>
                  <a:gd name="connsiteX12" fmla="*/ 4580 w 2232138"/>
                  <a:gd name="connsiteY12" fmla="*/ 388725 h 2664440"/>
                  <a:gd name="connsiteX13" fmla="*/ 91101 w 2232138"/>
                  <a:gd name="connsiteY13" fmla="*/ 310089 h 2664440"/>
                  <a:gd name="connsiteX14" fmla="*/ 954881 w 2232138"/>
                  <a:gd name="connsiteY14" fmla="*/ 0 h 266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32138" h="2664440">
                    <a:moveTo>
                      <a:pt x="954881" y="0"/>
                    </a:moveTo>
                    <a:cubicBezTo>
                      <a:pt x="1001755" y="0"/>
                      <a:pt x="1048073" y="2375"/>
                      <a:pt x="1093723" y="7011"/>
                    </a:cubicBezTo>
                    <a:lnTo>
                      <a:pt x="1191624" y="21953"/>
                    </a:lnTo>
                    <a:lnTo>
                      <a:pt x="1171984" y="75612"/>
                    </a:lnTo>
                    <a:cubicBezTo>
                      <a:pt x="1132307" y="203176"/>
                      <a:pt x="1110933" y="338804"/>
                      <a:pt x="1110933" y="479424"/>
                    </a:cubicBezTo>
                    <a:cubicBezTo>
                      <a:pt x="1110933" y="1135651"/>
                      <a:pt x="1576413" y="1683159"/>
                      <a:pt x="2195206" y="1809782"/>
                    </a:cubicBezTo>
                    <a:lnTo>
                      <a:pt x="2232138" y="1815419"/>
                    </a:lnTo>
                    <a:lnTo>
                      <a:pt x="2206114" y="1886521"/>
                    </a:lnTo>
                    <a:cubicBezTo>
                      <a:pt x="2051503" y="2252062"/>
                      <a:pt x="1741385" y="2535814"/>
                      <a:pt x="1358693" y="2654843"/>
                    </a:cubicBezTo>
                    <a:lnTo>
                      <a:pt x="1321369" y="2664440"/>
                    </a:lnTo>
                    <a:lnTo>
                      <a:pt x="1292065" y="2650324"/>
                    </a:lnTo>
                    <a:cubicBezTo>
                      <a:pt x="522453" y="2232245"/>
                      <a:pt x="0" y="1416848"/>
                      <a:pt x="0" y="479424"/>
                    </a:cubicBezTo>
                    <a:lnTo>
                      <a:pt x="4580" y="388725"/>
                    </a:lnTo>
                    <a:lnTo>
                      <a:pt x="91101" y="310089"/>
                    </a:lnTo>
                    <a:cubicBezTo>
                      <a:pt x="325834" y="116370"/>
                      <a:pt x="626768" y="0"/>
                      <a:pt x="954881" y="0"/>
                    </a:cubicBezTo>
                    <a:close/>
                  </a:path>
                </a:pathLst>
              </a:custGeom>
              <a:solidFill>
                <a:srgbClr val="2B5DA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pic>
            <p:nvPicPr>
              <p:cNvPr id="51229" name="Graphic 21">
                <a:extLst>
                  <a:ext uri="{FF2B5EF4-FFF2-40B4-BE49-F238E27FC236}">
                    <a16:creationId xmlns:a16="http://schemas.microsoft.com/office/drawing/2014/main" id="{BA1D418E-D9F8-226C-FFCA-599258DBE4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74464" y="4177190"/>
                <a:ext cx="652272" cy="6522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1213" name="Group 25">
              <a:extLst>
                <a:ext uri="{FF2B5EF4-FFF2-40B4-BE49-F238E27FC236}">
                  <a16:creationId xmlns:a16="http://schemas.microsoft.com/office/drawing/2014/main" id="{7BFCA7D9-E082-854C-B3A7-B3B057F4F981}"/>
                </a:ext>
              </a:extLst>
            </p:cNvPr>
            <p:cNvGrpSpPr>
              <a:grpSpLocks/>
            </p:cNvGrpSpPr>
            <p:nvPr/>
          </p:nvGrpSpPr>
          <p:grpSpPr bwMode="auto">
            <a:xfrm>
              <a:off x="5277104" y="2682781"/>
              <a:ext cx="1637795" cy="767985"/>
              <a:chOff x="5277104" y="2682781"/>
              <a:chExt cx="1637795" cy="767985"/>
            </a:xfrm>
          </p:grpSpPr>
          <p:sp>
            <p:nvSpPr>
              <p:cNvPr id="10" name="Freeform: Shape 9">
                <a:extLst>
                  <a:ext uri="{FF2B5EF4-FFF2-40B4-BE49-F238E27FC236}">
                    <a16:creationId xmlns:a16="http://schemas.microsoft.com/office/drawing/2014/main" id="{ACAF206C-45E6-8922-3FF8-05676C574161}"/>
                  </a:ext>
                </a:extLst>
              </p:cNvPr>
              <p:cNvSpPr/>
              <p:nvPr/>
            </p:nvSpPr>
            <p:spPr>
              <a:xfrm>
                <a:off x="5277104" y="2682781"/>
                <a:ext cx="1637795" cy="767985"/>
              </a:xfrm>
              <a:custGeom>
                <a:avLst/>
                <a:gdLst>
                  <a:gd name="connsiteX0" fmla="*/ 1043404 w 2086809"/>
                  <a:gd name="connsiteY0" fmla="*/ 0 h 978534"/>
                  <a:gd name="connsiteX1" fmla="*/ 2003617 w 2086809"/>
                  <a:gd name="connsiteY1" fmla="*/ 397734 h 978534"/>
                  <a:gd name="connsiteX2" fmla="*/ 2086809 w 2086809"/>
                  <a:gd name="connsiteY2" fmla="*/ 489267 h 978534"/>
                  <a:gd name="connsiteX3" fmla="*/ 2003617 w 2086809"/>
                  <a:gd name="connsiteY3" fmla="*/ 580800 h 978534"/>
                  <a:gd name="connsiteX4" fmla="*/ 1043404 w 2086809"/>
                  <a:gd name="connsiteY4" fmla="*/ 978534 h 978534"/>
                  <a:gd name="connsiteX5" fmla="*/ 83191 w 2086809"/>
                  <a:gd name="connsiteY5" fmla="*/ 580800 h 978534"/>
                  <a:gd name="connsiteX6" fmla="*/ 0 w 2086809"/>
                  <a:gd name="connsiteY6" fmla="*/ 489267 h 978534"/>
                  <a:gd name="connsiteX7" fmla="*/ 83191 w 2086809"/>
                  <a:gd name="connsiteY7" fmla="*/ 397734 h 978534"/>
                  <a:gd name="connsiteX8" fmla="*/ 1043404 w 2086809"/>
                  <a:gd name="connsiteY8" fmla="*/ 0 h 9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6809" h="978534">
                    <a:moveTo>
                      <a:pt x="1043404" y="0"/>
                    </a:moveTo>
                    <a:cubicBezTo>
                      <a:pt x="1418391" y="0"/>
                      <a:pt x="1757877" y="151993"/>
                      <a:pt x="2003617" y="397734"/>
                    </a:cubicBezTo>
                    <a:lnTo>
                      <a:pt x="2086809" y="489267"/>
                    </a:lnTo>
                    <a:lnTo>
                      <a:pt x="2003617" y="580800"/>
                    </a:lnTo>
                    <a:cubicBezTo>
                      <a:pt x="1757877" y="826540"/>
                      <a:pt x="1418391" y="978534"/>
                      <a:pt x="1043404" y="978534"/>
                    </a:cubicBezTo>
                    <a:cubicBezTo>
                      <a:pt x="668418" y="978534"/>
                      <a:pt x="328931" y="826540"/>
                      <a:pt x="83191" y="580800"/>
                    </a:cubicBezTo>
                    <a:lnTo>
                      <a:pt x="0" y="489267"/>
                    </a:lnTo>
                    <a:lnTo>
                      <a:pt x="83191" y="397734"/>
                    </a:lnTo>
                    <a:cubicBezTo>
                      <a:pt x="328931" y="151993"/>
                      <a:pt x="668418" y="0"/>
                      <a:pt x="1043404" y="0"/>
                    </a:cubicBezTo>
                    <a:close/>
                  </a:path>
                </a:pathLst>
              </a:custGeom>
              <a:solidFill>
                <a:srgbClr val="1E88C9">
                  <a:alpha val="57000"/>
                </a:srgbClr>
              </a:solidFill>
              <a:ln>
                <a:noFill/>
              </a:ln>
              <a:effectLst>
                <a:innerShdw blurRad="63500" dist="50800" dir="162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sp>
            <p:nvSpPr>
              <p:cNvPr id="51227" name="TextBox 22">
                <a:extLst>
                  <a:ext uri="{FF2B5EF4-FFF2-40B4-BE49-F238E27FC236}">
                    <a16:creationId xmlns:a16="http://schemas.microsoft.com/office/drawing/2014/main" id="{D4A3B9A5-5E1B-33AE-E2FB-86050A29CC5E}"/>
                  </a:ext>
                </a:extLst>
              </p:cNvPr>
              <p:cNvSpPr txBox="1">
                <a:spLocks noChangeArrowheads="1"/>
              </p:cNvSpPr>
              <p:nvPr/>
            </p:nvSpPr>
            <p:spPr bwMode="auto">
              <a:xfrm>
                <a:off x="5878319" y="2804754"/>
                <a:ext cx="4353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ctr" eaLnBrk="1" hangingPunct="1"/>
                <a:r>
                  <a:rPr lang="en-MY" altLang="en-US" sz="2800">
                    <a:solidFill>
                      <a:schemeClr val="bg1"/>
                    </a:solidFill>
                    <a:latin typeface="Daytona Condensed" panose="020B0506030503040204" pitchFamily="34" charset="0"/>
                  </a:rPr>
                  <a:t>1</a:t>
                </a:r>
              </a:p>
            </p:txBody>
          </p:sp>
        </p:grpSp>
        <p:grpSp>
          <p:nvGrpSpPr>
            <p:cNvPr id="51214" name="Group 26">
              <a:extLst>
                <a:ext uri="{FF2B5EF4-FFF2-40B4-BE49-F238E27FC236}">
                  <a16:creationId xmlns:a16="http://schemas.microsoft.com/office/drawing/2014/main" id="{B4142098-FA3C-03BF-4918-274C34AB407E}"/>
                </a:ext>
              </a:extLst>
            </p:cNvPr>
            <p:cNvGrpSpPr>
              <a:grpSpLocks/>
            </p:cNvGrpSpPr>
            <p:nvPr/>
          </p:nvGrpSpPr>
          <p:grpSpPr bwMode="auto">
            <a:xfrm>
              <a:off x="6218475" y="3389504"/>
              <a:ext cx="943285" cy="1407570"/>
              <a:chOff x="6218475" y="3389504"/>
              <a:chExt cx="943285" cy="1407570"/>
            </a:xfrm>
          </p:grpSpPr>
          <p:sp>
            <p:nvSpPr>
              <p:cNvPr id="12" name="Freeform: Shape 11">
                <a:extLst>
                  <a:ext uri="{FF2B5EF4-FFF2-40B4-BE49-F238E27FC236}">
                    <a16:creationId xmlns:a16="http://schemas.microsoft.com/office/drawing/2014/main" id="{6ED33A65-3362-1AC8-AB8B-414530417C37}"/>
                  </a:ext>
                </a:extLst>
              </p:cNvPr>
              <p:cNvSpPr/>
              <p:nvPr/>
            </p:nvSpPr>
            <p:spPr>
              <a:xfrm>
                <a:off x="6218475" y="3389504"/>
                <a:ext cx="943285" cy="1407570"/>
              </a:xfrm>
              <a:custGeom>
                <a:avLst/>
                <a:gdLst>
                  <a:gd name="connsiteX0" fmla="*/ 1121204 w 1201894"/>
                  <a:gd name="connsiteY0" fmla="*/ 0 h 1793466"/>
                  <a:gd name="connsiteX1" fmla="*/ 1140843 w 1201894"/>
                  <a:gd name="connsiteY1" fmla="*/ 53659 h 1793466"/>
                  <a:gd name="connsiteX2" fmla="*/ 1201894 w 1201894"/>
                  <a:gd name="connsiteY2" fmla="*/ 457471 h 1793466"/>
                  <a:gd name="connsiteX3" fmla="*/ 117621 w 1201894"/>
                  <a:gd name="connsiteY3" fmla="*/ 1787829 h 1793466"/>
                  <a:gd name="connsiteX4" fmla="*/ 80691 w 1201894"/>
                  <a:gd name="connsiteY4" fmla="*/ 1793466 h 1793466"/>
                  <a:gd name="connsiteX5" fmla="*/ 61051 w 1201894"/>
                  <a:gd name="connsiteY5" fmla="*/ 1739806 h 1793466"/>
                  <a:gd name="connsiteX6" fmla="*/ 0 w 1201894"/>
                  <a:gd name="connsiteY6" fmla="*/ 1335994 h 1793466"/>
                  <a:gd name="connsiteX7" fmla="*/ 1084273 w 1201894"/>
                  <a:gd name="connsiteY7" fmla="*/ 5636 h 1793466"/>
                  <a:gd name="connsiteX8" fmla="*/ 1121204 w 1201894"/>
                  <a:gd name="connsiteY8" fmla="*/ 0 h 179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1894" h="1793466">
                    <a:moveTo>
                      <a:pt x="1121204" y="0"/>
                    </a:moveTo>
                    <a:lnTo>
                      <a:pt x="1140843" y="53659"/>
                    </a:lnTo>
                    <a:cubicBezTo>
                      <a:pt x="1180520" y="181223"/>
                      <a:pt x="1201894" y="316851"/>
                      <a:pt x="1201894" y="457471"/>
                    </a:cubicBezTo>
                    <a:cubicBezTo>
                      <a:pt x="1201894" y="1113698"/>
                      <a:pt x="736414" y="1661206"/>
                      <a:pt x="117621" y="1787829"/>
                    </a:cubicBezTo>
                    <a:lnTo>
                      <a:pt x="80691" y="1793466"/>
                    </a:lnTo>
                    <a:lnTo>
                      <a:pt x="61051" y="1739806"/>
                    </a:lnTo>
                    <a:cubicBezTo>
                      <a:pt x="21374" y="1612242"/>
                      <a:pt x="0" y="1476614"/>
                      <a:pt x="0" y="1335994"/>
                    </a:cubicBezTo>
                    <a:cubicBezTo>
                      <a:pt x="0" y="679768"/>
                      <a:pt x="465480" y="132259"/>
                      <a:pt x="1084273" y="5636"/>
                    </a:cubicBezTo>
                    <a:lnTo>
                      <a:pt x="1121204" y="0"/>
                    </a:lnTo>
                    <a:close/>
                  </a:path>
                </a:pathLst>
              </a:custGeom>
              <a:solidFill>
                <a:srgbClr val="763972">
                  <a:alpha val="57000"/>
                </a:srgbClr>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sp>
            <p:nvSpPr>
              <p:cNvPr id="51223" name="TextBox 23">
                <a:extLst>
                  <a:ext uri="{FF2B5EF4-FFF2-40B4-BE49-F238E27FC236}">
                    <a16:creationId xmlns:a16="http://schemas.microsoft.com/office/drawing/2014/main" id="{BE542CE2-E3F3-918A-36CB-C4DBFDED7ECC}"/>
                  </a:ext>
                </a:extLst>
              </p:cNvPr>
              <p:cNvSpPr txBox="1">
                <a:spLocks noChangeArrowheads="1"/>
              </p:cNvSpPr>
              <p:nvPr/>
            </p:nvSpPr>
            <p:spPr bwMode="auto">
              <a:xfrm>
                <a:off x="6493495" y="3852512"/>
                <a:ext cx="4353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ctr" eaLnBrk="1" hangingPunct="1"/>
                <a:r>
                  <a:rPr lang="en-MY" altLang="en-US" sz="2800">
                    <a:solidFill>
                      <a:schemeClr val="bg1"/>
                    </a:solidFill>
                    <a:latin typeface="Daytona Condensed" panose="020B0506030503040204" pitchFamily="34" charset="0"/>
                  </a:rPr>
                  <a:t>2</a:t>
                </a:r>
              </a:p>
            </p:txBody>
          </p:sp>
        </p:grpSp>
        <p:grpSp>
          <p:nvGrpSpPr>
            <p:cNvPr id="51215" name="Group 27">
              <a:extLst>
                <a:ext uri="{FF2B5EF4-FFF2-40B4-BE49-F238E27FC236}">
                  <a16:creationId xmlns:a16="http://schemas.microsoft.com/office/drawing/2014/main" id="{E244A6B1-04B3-D5F0-36CC-5E5BE5D7FD74}"/>
                </a:ext>
              </a:extLst>
            </p:cNvPr>
            <p:cNvGrpSpPr>
              <a:grpSpLocks/>
            </p:cNvGrpSpPr>
            <p:nvPr/>
          </p:nvGrpSpPr>
          <p:grpSpPr bwMode="auto">
            <a:xfrm>
              <a:off x="5030240" y="3389504"/>
              <a:ext cx="943286" cy="1407570"/>
              <a:chOff x="5030240" y="3389504"/>
              <a:chExt cx="943286" cy="1407570"/>
            </a:xfrm>
          </p:grpSpPr>
          <p:sp>
            <p:nvSpPr>
              <p:cNvPr id="11" name="Freeform: Shape 10">
                <a:extLst>
                  <a:ext uri="{FF2B5EF4-FFF2-40B4-BE49-F238E27FC236}">
                    <a16:creationId xmlns:a16="http://schemas.microsoft.com/office/drawing/2014/main" id="{B469733E-EBFB-B86B-9F7E-5E23BFE44D06}"/>
                  </a:ext>
                </a:extLst>
              </p:cNvPr>
              <p:cNvSpPr/>
              <p:nvPr/>
            </p:nvSpPr>
            <p:spPr>
              <a:xfrm>
                <a:off x="5030240" y="3389504"/>
                <a:ext cx="943286" cy="1407570"/>
              </a:xfrm>
              <a:custGeom>
                <a:avLst/>
                <a:gdLst>
                  <a:gd name="connsiteX0" fmla="*/ 80691 w 1201895"/>
                  <a:gd name="connsiteY0" fmla="*/ 0 h 1793466"/>
                  <a:gd name="connsiteX1" fmla="*/ 117622 w 1201895"/>
                  <a:gd name="connsiteY1" fmla="*/ 5636 h 1793466"/>
                  <a:gd name="connsiteX2" fmla="*/ 1201895 w 1201895"/>
                  <a:gd name="connsiteY2" fmla="*/ 1335994 h 1793466"/>
                  <a:gd name="connsiteX3" fmla="*/ 1140844 w 1201895"/>
                  <a:gd name="connsiteY3" fmla="*/ 1739806 h 1793466"/>
                  <a:gd name="connsiteX4" fmla="*/ 1121205 w 1201895"/>
                  <a:gd name="connsiteY4" fmla="*/ 1793466 h 1793466"/>
                  <a:gd name="connsiteX5" fmla="*/ 1084273 w 1201895"/>
                  <a:gd name="connsiteY5" fmla="*/ 1787829 h 1793466"/>
                  <a:gd name="connsiteX6" fmla="*/ 0 w 1201895"/>
                  <a:gd name="connsiteY6" fmla="*/ 457471 h 1793466"/>
                  <a:gd name="connsiteX7" fmla="*/ 61051 w 1201895"/>
                  <a:gd name="connsiteY7" fmla="*/ 53659 h 1793466"/>
                  <a:gd name="connsiteX8" fmla="*/ 80691 w 1201895"/>
                  <a:gd name="connsiteY8" fmla="*/ 0 h 179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1895" h="1793466">
                    <a:moveTo>
                      <a:pt x="80691" y="0"/>
                    </a:moveTo>
                    <a:lnTo>
                      <a:pt x="117622" y="5636"/>
                    </a:lnTo>
                    <a:cubicBezTo>
                      <a:pt x="736415" y="132259"/>
                      <a:pt x="1201895" y="679768"/>
                      <a:pt x="1201895" y="1335994"/>
                    </a:cubicBezTo>
                    <a:cubicBezTo>
                      <a:pt x="1201895" y="1476614"/>
                      <a:pt x="1180521" y="1612242"/>
                      <a:pt x="1140844" y="1739806"/>
                    </a:cubicBezTo>
                    <a:lnTo>
                      <a:pt x="1121205" y="1793466"/>
                    </a:lnTo>
                    <a:lnTo>
                      <a:pt x="1084273" y="1787829"/>
                    </a:lnTo>
                    <a:cubicBezTo>
                      <a:pt x="465480" y="1661206"/>
                      <a:pt x="0" y="1113698"/>
                      <a:pt x="0" y="457471"/>
                    </a:cubicBezTo>
                    <a:cubicBezTo>
                      <a:pt x="0" y="316851"/>
                      <a:pt x="21374" y="181223"/>
                      <a:pt x="61051" y="53659"/>
                    </a:cubicBezTo>
                    <a:lnTo>
                      <a:pt x="80691" y="0"/>
                    </a:lnTo>
                    <a:close/>
                  </a:path>
                </a:pathLst>
              </a:custGeom>
              <a:solidFill>
                <a:srgbClr val="2B5DAA">
                  <a:alpha val="57000"/>
                </a:srgbClr>
              </a:solidFill>
              <a:ln>
                <a:noFill/>
              </a:ln>
              <a:effectLst>
                <a:innerShdw blurRad="63500" dist="508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sp>
            <p:nvSpPr>
              <p:cNvPr id="51219" name="TextBox 24">
                <a:extLst>
                  <a:ext uri="{FF2B5EF4-FFF2-40B4-BE49-F238E27FC236}">
                    <a16:creationId xmlns:a16="http://schemas.microsoft.com/office/drawing/2014/main" id="{0E27A1B1-6C6B-9067-C741-F3B2A88449AB}"/>
                  </a:ext>
                </a:extLst>
              </p:cNvPr>
              <p:cNvSpPr txBox="1">
                <a:spLocks noChangeArrowheads="1"/>
              </p:cNvSpPr>
              <p:nvPr/>
            </p:nvSpPr>
            <p:spPr bwMode="auto">
              <a:xfrm>
                <a:off x="5301760" y="3852512"/>
                <a:ext cx="4353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ctr" eaLnBrk="1" hangingPunct="1"/>
                <a:r>
                  <a:rPr lang="en-MY" altLang="en-US" sz="2800">
                    <a:solidFill>
                      <a:schemeClr val="bg1"/>
                    </a:solidFill>
                    <a:latin typeface="Daytona Condensed" panose="020B0506030503040204" pitchFamily="34" charset="0"/>
                  </a:rPr>
                  <a:t>3</a:t>
                </a:r>
              </a:p>
            </p:txBody>
          </p:sp>
        </p:grpSp>
      </p:grpSp>
      <p:sp>
        <p:nvSpPr>
          <p:cNvPr id="51206" name="TextBox 31">
            <a:extLst>
              <a:ext uri="{FF2B5EF4-FFF2-40B4-BE49-F238E27FC236}">
                <a16:creationId xmlns:a16="http://schemas.microsoft.com/office/drawing/2014/main" id="{1C17A2D0-D998-25D0-B84C-CEF0D2B93162}"/>
              </a:ext>
            </a:extLst>
          </p:cNvPr>
          <p:cNvSpPr txBox="1">
            <a:spLocks noChangeArrowheads="1"/>
          </p:cNvSpPr>
          <p:nvPr/>
        </p:nvSpPr>
        <p:spPr bwMode="auto">
          <a:xfrm>
            <a:off x="949325" y="4768850"/>
            <a:ext cx="31416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r" eaLnBrk="1" hangingPunct="1"/>
            <a:r>
              <a:rPr lang="en-US" altLang="en-US" b="1" dirty="0" err="1">
                <a:solidFill>
                  <a:srgbClr val="2B5DAA"/>
                </a:solidFill>
                <a:latin typeface="Arial" panose="020B0604020202020204" pitchFamily="34" charset="0"/>
                <a:cs typeface="Arial" panose="020B0604020202020204" pitchFamily="34" charset="0"/>
              </a:rPr>
              <a:t>Unauthorised</a:t>
            </a:r>
            <a:r>
              <a:rPr lang="en-US" altLang="en-US" b="1" dirty="0">
                <a:solidFill>
                  <a:srgbClr val="2B5DAA"/>
                </a:solidFill>
                <a:latin typeface="Arial" panose="020B0604020202020204" pitchFamily="34" charset="0"/>
                <a:cs typeface="Arial" panose="020B0604020202020204" pitchFamily="34" charset="0"/>
              </a:rPr>
              <a:t> person</a:t>
            </a:r>
            <a:r>
              <a:rPr lang="en-US" altLang="en-US" dirty="0">
                <a:solidFill>
                  <a:srgbClr val="000000"/>
                </a:solidFill>
                <a:latin typeface="Arial" panose="020B0604020202020204" pitchFamily="34" charset="0"/>
                <a:cs typeface="Arial" panose="020B0604020202020204" pitchFamily="34" charset="0"/>
              </a:rPr>
              <a:t> shall </a:t>
            </a:r>
            <a:r>
              <a:rPr lang="en-US" altLang="en-US" b="1" dirty="0">
                <a:solidFill>
                  <a:srgbClr val="2B5DAA"/>
                </a:solidFill>
                <a:latin typeface="Arial" panose="020B0604020202020204" pitchFamily="34" charset="0"/>
                <a:cs typeface="Arial" panose="020B0604020202020204" pitchFamily="34" charset="0"/>
              </a:rPr>
              <a:t>not given access</a:t>
            </a:r>
            <a:r>
              <a:rPr lang="en-US" altLang="en-US" dirty="0">
                <a:solidFill>
                  <a:srgbClr val="000000"/>
                </a:solidFill>
                <a:latin typeface="Arial" panose="020B0604020202020204" pitchFamily="34" charset="0"/>
                <a:cs typeface="Arial" panose="020B0604020202020204" pitchFamily="34" charset="0"/>
              </a:rPr>
              <a:t> to printed documents containing personal data.</a:t>
            </a:r>
          </a:p>
        </p:txBody>
      </p:sp>
      <p:sp>
        <p:nvSpPr>
          <p:cNvPr id="51207" name="TextBox 33">
            <a:extLst>
              <a:ext uri="{FF2B5EF4-FFF2-40B4-BE49-F238E27FC236}">
                <a16:creationId xmlns:a16="http://schemas.microsoft.com/office/drawing/2014/main" id="{0F0B5F1F-D367-FC29-D043-75EB5D40D60F}"/>
              </a:ext>
            </a:extLst>
          </p:cNvPr>
          <p:cNvSpPr txBox="1">
            <a:spLocks noChangeArrowheads="1"/>
          </p:cNvSpPr>
          <p:nvPr/>
        </p:nvSpPr>
        <p:spPr bwMode="auto">
          <a:xfrm>
            <a:off x="4159250" y="1073150"/>
            <a:ext cx="38750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ctr" eaLnBrk="1" hangingPunct="1"/>
            <a:r>
              <a:rPr lang="en-US" altLang="en-US" b="1" dirty="0">
                <a:solidFill>
                  <a:srgbClr val="1E88C9"/>
                </a:solidFill>
                <a:latin typeface="Arial" panose="020B0604020202020204" pitchFamily="34" charset="0"/>
                <a:cs typeface="Arial" panose="020B0604020202020204" pitchFamily="34" charset="0"/>
              </a:rPr>
              <a:t>Reprinted materials</a:t>
            </a:r>
            <a:r>
              <a:rPr lang="en-US" altLang="en-US" dirty="0">
                <a:solidFill>
                  <a:srgbClr val="000000"/>
                </a:solidFill>
                <a:latin typeface="Arial" panose="020B0604020202020204" pitchFamily="34" charset="0"/>
                <a:cs typeface="Arial" panose="020B0604020202020204" pitchFamily="34" charset="0"/>
              </a:rPr>
              <a:t> e.g., boarding passes, baggage tags, passenger lists, passenger reference (PNR), are consider </a:t>
            </a:r>
            <a:r>
              <a:rPr lang="en-US" altLang="en-US" b="1" dirty="0">
                <a:solidFill>
                  <a:srgbClr val="1E88C9"/>
                </a:solidFill>
                <a:latin typeface="Arial" panose="020B0604020202020204" pitchFamily="34" charset="0"/>
                <a:cs typeface="Arial" panose="020B0604020202020204" pitchFamily="34" charset="0"/>
              </a:rPr>
              <a:t>waste</a:t>
            </a:r>
            <a:r>
              <a:rPr lang="en-US" altLang="en-US" dirty="0">
                <a:solidFill>
                  <a:srgbClr val="000000"/>
                </a:solidFill>
                <a:latin typeface="Arial" panose="020B0604020202020204" pitchFamily="34" charset="0"/>
                <a:cs typeface="Arial" panose="020B0604020202020204" pitchFamily="34" charset="0"/>
              </a:rPr>
              <a:t>.</a:t>
            </a:r>
          </a:p>
        </p:txBody>
      </p:sp>
      <p:sp>
        <p:nvSpPr>
          <p:cNvPr id="51208" name="TextBox 35">
            <a:extLst>
              <a:ext uri="{FF2B5EF4-FFF2-40B4-BE49-F238E27FC236}">
                <a16:creationId xmlns:a16="http://schemas.microsoft.com/office/drawing/2014/main" id="{4D710344-A070-9D92-4708-65953926D799}"/>
              </a:ext>
            </a:extLst>
          </p:cNvPr>
          <p:cNvSpPr txBox="1">
            <a:spLocks noChangeArrowheads="1"/>
          </p:cNvSpPr>
          <p:nvPr/>
        </p:nvSpPr>
        <p:spPr bwMode="auto">
          <a:xfrm>
            <a:off x="8075613" y="4906963"/>
            <a:ext cx="31035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eaLnBrk="1" hangingPunct="1"/>
            <a:r>
              <a:rPr lang="en-US" altLang="en-US" dirty="0">
                <a:solidFill>
                  <a:srgbClr val="000000"/>
                </a:solidFill>
                <a:latin typeface="Arial" panose="020B0604020202020204" pitchFamily="34" charset="0"/>
                <a:cs typeface="Arial" panose="020B0604020202020204" pitchFamily="34" charset="0"/>
              </a:rPr>
              <a:t>All items </a:t>
            </a:r>
            <a:r>
              <a:rPr lang="en-US" altLang="en-US" b="1" dirty="0">
                <a:solidFill>
                  <a:srgbClr val="763972"/>
                </a:solidFill>
                <a:latin typeface="Arial" panose="020B0604020202020204" pitchFamily="34" charset="0"/>
                <a:cs typeface="Arial" panose="020B0604020202020204" pitchFamily="34" charset="0"/>
              </a:rPr>
              <a:t>must be disposed </a:t>
            </a:r>
            <a:r>
              <a:rPr lang="en-US" altLang="en-US" dirty="0">
                <a:solidFill>
                  <a:srgbClr val="000000"/>
                </a:solidFill>
                <a:latin typeface="Arial" panose="020B0604020202020204" pitchFamily="34" charset="0"/>
                <a:cs typeface="Arial" panose="020B0604020202020204" pitchFamily="34" charset="0"/>
              </a:rPr>
              <a:t>according to data protection rules.</a:t>
            </a:r>
          </a:p>
        </p:txBody>
      </p:sp>
      <p:sp>
        <p:nvSpPr>
          <p:cNvPr id="3" name="Slide Number Placeholder 5">
            <a:extLst>
              <a:ext uri="{FF2B5EF4-FFF2-40B4-BE49-F238E27FC236}">
                <a16:creationId xmlns:a16="http://schemas.microsoft.com/office/drawing/2014/main" id="{AE2335B1-8E52-F43D-667B-2B736211D94D}"/>
              </a:ext>
            </a:extLst>
          </p:cNvPr>
          <p:cNvSpPr>
            <a:spLocks noGrp="1" noChangeArrowheads="1"/>
          </p:cNvSpPr>
          <p:nvPr>
            <p:ph type="sldNum" sz="quarter" idx="15"/>
          </p:nvPr>
        </p:nvSpPr>
        <p:spPr bwMode="auto">
          <a:xfrm>
            <a:off x="182563" y="6370638"/>
            <a:ext cx="2092325" cy="409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marL="0" algn="l" defTabSz="914400" rtl="0" eaLnBrk="1" fontAlgn="auto" latinLnBrk="0" hangingPunct="1">
              <a:spcBef>
                <a:spcPts val="0"/>
              </a:spcBef>
              <a:spcAft>
                <a:spcPts val="0"/>
              </a:spcAft>
              <a:defRPr sz="1200" b="0" i="0" kern="1200">
                <a:solidFill>
                  <a:srgbClr val="073E60"/>
                </a:solidFill>
                <a:latin typeface="Gotham Book" panose="02000604040000020004" pitchFamily="2" charset="0"/>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r>
              <a:rPr lang="en-US"/>
              <a:t>Confidential | </a:t>
            </a:r>
            <a:fld id="{4357C438-9983-40E9-B72C-19C8684E2310}" type="slidenum">
              <a:rPr lang="en-US" smtClean="0"/>
              <a:pPr fontAlgn="base">
                <a:spcBef>
                  <a:spcPct val="0"/>
                </a:spcBef>
                <a:spcAft>
                  <a:spcPct val="0"/>
                </a:spcAft>
                <a:defRPr/>
              </a:pPr>
              <a:t>23</a:t>
            </a:fld>
            <a:endParaRPr lang="en-US" altLang="en-US" dirty="0">
              <a:solidFill>
                <a:srgbClr val="073E60"/>
              </a:solidFill>
              <a:latin typeface="Arial" panose="020B0604020202020204" pitchFamily="34" charset="0"/>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1207"/>
                                        </p:tgtEl>
                                        <p:attrNameLst>
                                          <p:attrName>style.visibility</p:attrName>
                                        </p:attrNameLst>
                                      </p:cBhvr>
                                      <p:to>
                                        <p:strVal val="visible"/>
                                      </p:to>
                                    </p:set>
                                    <p:animEffect transition="in" filter="fade">
                                      <p:cBhvr>
                                        <p:cTn id="7" dur="500"/>
                                        <p:tgtEl>
                                          <p:spTgt spid="51207"/>
                                        </p:tgtEl>
                                      </p:cBhvr>
                                    </p:animEffect>
                                  </p:childTnLst>
                                </p:cTn>
                              </p:par>
                              <p:par>
                                <p:cTn id="8" presetID="10" presetClass="entr" presetSubtype="0" fill="hold" grpId="0" nodeType="withEffect">
                                  <p:stCondLst>
                                    <p:cond delay="11600"/>
                                  </p:stCondLst>
                                  <p:childTnLst>
                                    <p:set>
                                      <p:cBhvr>
                                        <p:cTn id="9" dur="1" fill="hold">
                                          <p:stCondLst>
                                            <p:cond delay="0"/>
                                          </p:stCondLst>
                                        </p:cTn>
                                        <p:tgtEl>
                                          <p:spTgt spid="51208"/>
                                        </p:tgtEl>
                                        <p:attrNameLst>
                                          <p:attrName>style.visibility</p:attrName>
                                        </p:attrNameLst>
                                      </p:cBhvr>
                                      <p:to>
                                        <p:strVal val="visible"/>
                                      </p:to>
                                    </p:set>
                                    <p:animEffect transition="in" filter="fade">
                                      <p:cBhvr>
                                        <p:cTn id="10" dur="500"/>
                                        <p:tgtEl>
                                          <p:spTgt spid="51208"/>
                                        </p:tgtEl>
                                      </p:cBhvr>
                                    </p:animEffect>
                                  </p:childTnLst>
                                </p:cTn>
                              </p:par>
                              <p:par>
                                <p:cTn id="11" presetID="10" presetClass="entr" presetSubtype="0" fill="hold" grpId="0" nodeType="withEffect">
                                  <p:stCondLst>
                                    <p:cond delay="24500"/>
                                  </p:stCondLst>
                                  <p:childTnLst>
                                    <p:set>
                                      <p:cBhvr>
                                        <p:cTn id="12" dur="1" fill="hold">
                                          <p:stCondLst>
                                            <p:cond delay="0"/>
                                          </p:stCondLst>
                                        </p:cTn>
                                        <p:tgtEl>
                                          <p:spTgt spid="51206"/>
                                        </p:tgtEl>
                                        <p:attrNameLst>
                                          <p:attrName>style.visibility</p:attrName>
                                        </p:attrNameLst>
                                      </p:cBhvr>
                                      <p:to>
                                        <p:strVal val="visible"/>
                                      </p:to>
                                    </p:set>
                                    <p:animEffect transition="in" filter="fade">
                                      <p:cBhvr>
                                        <p:cTn id="13" dur="5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p:bldP spid="51207" grpId="0"/>
      <p:bldP spid="5120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5AE1FBA-598C-93BE-895F-18E83FDCDB83}"/>
              </a:ext>
            </a:extLst>
          </p:cNvPr>
          <p:cNvGrpSpPr/>
          <p:nvPr/>
        </p:nvGrpSpPr>
        <p:grpSpPr>
          <a:xfrm>
            <a:off x="4364946" y="1697946"/>
            <a:ext cx="3462108" cy="3462108"/>
            <a:chOff x="4785026" y="2409423"/>
            <a:chExt cx="3462108" cy="3462108"/>
          </a:xfrm>
        </p:grpSpPr>
        <p:grpSp>
          <p:nvGrpSpPr>
            <p:cNvPr id="5" name="Group 4">
              <a:extLst>
                <a:ext uri="{FF2B5EF4-FFF2-40B4-BE49-F238E27FC236}">
                  <a16:creationId xmlns:a16="http://schemas.microsoft.com/office/drawing/2014/main" id="{F2005686-0F5E-7E70-D61F-29EFFF19E56D}"/>
                </a:ext>
              </a:extLst>
            </p:cNvPr>
            <p:cNvGrpSpPr/>
            <p:nvPr/>
          </p:nvGrpSpPr>
          <p:grpSpPr>
            <a:xfrm>
              <a:off x="4785026" y="2409423"/>
              <a:ext cx="3462108" cy="3462108"/>
              <a:chOff x="4785026" y="2409423"/>
              <a:chExt cx="3462108" cy="3462108"/>
            </a:xfrm>
          </p:grpSpPr>
          <p:sp>
            <p:nvSpPr>
              <p:cNvPr id="7" name="Oval 6">
                <a:extLst>
                  <a:ext uri="{FF2B5EF4-FFF2-40B4-BE49-F238E27FC236}">
                    <a16:creationId xmlns:a16="http://schemas.microsoft.com/office/drawing/2014/main" id="{DFC5C115-DF52-4F59-DB96-B5657F5FD3E4}"/>
                  </a:ext>
                </a:extLst>
              </p:cNvPr>
              <p:cNvSpPr/>
              <p:nvPr/>
            </p:nvSpPr>
            <p:spPr>
              <a:xfrm>
                <a:off x="4785026" y="2409423"/>
                <a:ext cx="3462108" cy="3462108"/>
              </a:xfrm>
              <a:prstGeom prst="ellipse">
                <a:avLst/>
              </a:prstGeom>
              <a:solidFill>
                <a:srgbClr val="014F53">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8" name="Group 7">
                <a:extLst>
                  <a:ext uri="{FF2B5EF4-FFF2-40B4-BE49-F238E27FC236}">
                    <a16:creationId xmlns:a16="http://schemas.microsoft.com/office/drawing/2014/main" id="{569DC042-60E6-D1E6-4605-15C46FBA374E}"/>
                  </a:ext>
                </a:extLst>
              </p:cNvPr>
              <p:cNvGrpSpPr/>
              <p:nvPr/>
            </p:nvGrpSpPr>
            <p:grpSpPr>
              <a:xfrm>
                <a:off x="5786937" y="3401376"/>
                <a:ext cx="1455254" cy="1366966"/>
                <a:chOff x="5367837" y="2988423"/>
                <a:chExt cx="1455254" cy="1366966"/>
              </a:xfrm>
            </p:grpSpPr>
            <p:sp>
              <p:nvSpPr>
                <p:cNvPr id="9" name="TextBox 8">
                  <a:extLst>
                    <a:ext uri="{FF2B5EF4-FFF2-40B4-BE49-F238E27FC236}">
                      <a16:creationId xmlns:a16="http://schemas.microsoft.com/office/drawing/2014/main" id="{4B1CCD8D-6CD7-4830-0022-519CFECF5C15}"/>
                    </a:ext>
                  </a:extLst>
                </p:cNvPr>
                <p:cNvSpPr txBox="1"/>
                <p:nvPr/>
              </p:nvSpPr>
              <p:spPr>
                <a:xfrm>
                  <a:off x="5740616" y="3558329"/>
                  <a:ext cx="725390" cy="461665"/>
                </a:xfrm>
                <a:prstGeom prst="rect">
                  <a:avLst/>
                </a:prstGeom>
                <a:noFill/>
              </p:spPr>
              <p:txBody>
                <a:bodyPr wrap="square" rtlCol="0">
                  <a:spAutoFit/>
                </a:bodyPr>
                <a:lstStyle/>
                <a:p>
                  <a:pPr algn="ctr"/>
                  <a:r>
                    <a:rPr lang="en-MY" sz="2400" b="1" dirty="0">
                      <a:solidFill>
                        <a:schemeClr val="bg2">
                          <a:lumMod val="10000"/>
                        </a:schemeClr>
                      </a:solidFill>
                      <a:latin typeface="Daytona Condensed" panose="020B0506030503040204" pitchFamily="34" charset="0"/>
                      <a:ea typeface="Open Sans" pitchFamily="2" charset="0"/>
                      <a:cs typeface="Open Sans" pitchFamily="2" charset="0"/>
                    </a:rPr>
                    <a:t>3R</a:t>
                  </a:r>
                </a:p>
              </p:txBody>
            </p:sp>
            <p:grpSp>
              <p:nvGrpSpPr>
                <p:cNvPr id="10" name="Group 9">
                  <a:extLst>
                    <a:ext uri="{FF2B5EF4-FFF2-40B4-BE49-F238E27FC236}">
                      <a16:creationId xmlns:a16="http://schemas.microsoft.com/office/drawing/2014/main" id="{09AEA2BF-D153-1B4E-2E10-4653F85D32AF}"/>
                    </a:ext>
                  </a:extLst>
                </p:cNvPr>
                <p:cNvGrpSpPr/>
                <p:nvPr/>
              </p:nvGrpSpPr>
              <p:grpSpPr>
                <a:xfrm>
                  <a:off x="5367837" y="2988423"/>
                  <a:ext cx="1455254" cy="1366966"/>
                  <a:chOff x="3016713" y="1032532"/>
                  <a:chExt cx="6156649" cy="5783135"/>
                </a:xfrm>
              </p:grpSpPr>
              <p:sp>
                <p:nvSpPr>
                  <p:cNvPr id="11" name="Freeform: Shape 10">
                    <a:extLst>
                      <a:ext uri="{FF2B5EF4-FFF2-40B4-BE49-F238E27FC236}">
                        <a16:creationId xmlns:a16="http://schemas.microsoft.com/office/drawing/2014/main" id="{640D7BC9-8B6F-9D7B-0559-CB8E37C8E5BB}"/>
                      </a:ext>
                    </a:extLst>
                  </p:cNvPr>
                  <p:cNvSpPr/>
                  <p:nvPr/>
                </p:nvSpPr>
                <p:spPr>
                  <a:xfrm rot="3285681">
                    <a:off x="2896057" y="4018047"/>
                    <a:ext cx="2918276" cy="2676964"/>
                  </a:xfrm>
                  <a:custGeom>
                    <a:avLst/>
                    <a:gdLst>
                      <a:gd name="connsiteX0" fmla="*/ 742912 w 2063629"/>
                      <a:gd name="connsiteY0" fmla="*/ 1447116 h 1892987"/>
                      <a:gd name="connsiteX1" fmla="*/ 742912 w 2063629"/>
                      <a:gd name="connsiteY1" fmla="*/ 1447116 h 1892987"/>
                      <a:gd name="connsiteX2" fmla="*/ 1015429 w 2063629"/>
                      <a:gd name="connsiteY2" fmla="*/ 1061351 h 1892987"/>
                      <a:gd name="connsiteX3" fmla="*/ 1015429 w 2063629"/>
                      <a:gd name="connsiteY3" fmla="*/ 1061351 h 1892987"/>
                      <a:gd name="connsiteX4" fmla="*/ 518248 w 2063629"/>
                      <a:gd name="connsiteY4" fmla="*/ 126144 h 1892987"/>
                      <a:gd name="connsiteX5" fmla="*/ 524875 w 2063629"/>
                      <a:gd name="connsiteY5" fmla="*/ 159246 h 1892987"/>
                      <a:gd name="connsiteX6" fmla="*/ 560534 w 2063629"/>
                      <a:gd name="connsiteY6" fmla="*/ 280893 h 1892987"/>
                      <a:gd name="connsiteX7" fmla="*/ 595100 w 2063629"/>
                      <a:gd name="connsiteY7" fmla="*/ 377306 h 1892987"/>
                      <a:gd name="connsiteX8" fmla="*/ 560535 w 2063629"/>
                      <a:gd name="connsiteY8" fmla="*/ 280893 h 1892987"/>
                      <a:gd name="connsiteX9" fmla="*/ 524876 w 2063629"/>
                      <a:gd name="connsiteY9" fmla="*/ 159246 h 1892987"/>
                      <a:gd name="connsiteX10" fmla="*/ 171246 w 2063629"/>
                      <a:gd name="connsiteY10" fmla="*/ 534920 h 1892987"/>
                      <a:gd name="connsiteX11" fmla="*/ 171246 w 2063629"/>
                      <a:gd name="connsiteY11" fmla="*/ 534921 h 1892987"/>
                      <a:gd name="connsiteX12" fmla="*/ 173127 w 2063629"/>
                      <a:gd name="connsiteY12" fmla="*/ 534053 h 1892987"/>
                      <a:gd name="connsiteX13" fmla="*/ 652988 w 2063629"/>
                      <a:gd name="connsiteY13" fmla="*/ 1574410 h 1892987"/>
                      <a:gd name="connsiteX14" fmla="*/ 742911 w 2063629"/>
                      <a:gd name="connsiteY14" fmla="*/ 1447119 h 1892987"/>
                      <a:gd name="connsiteX15" fmla="*/ 742911 w 2063629"/>
                      <a:gd name="connsiteY15" fmla="*/ 1447117 h 1892987"/>
                      <a:gd name="connsiteX16" fmla="*/ 652988 w 2063629"/>
                      <a:gd name="connsiteY16" fmla="*/ 1574409 h 1892987"/>
                      <a:gd name="connsiteX17" fmla="*/ 173127 w 2063629"/>
                      <a:gd name="connsiteY17" fmla="*/ 534052 h 1892987"/>
                      <a:gd name="connsiteX18" fmla="*/ 226341 w 2063629"/>
                      <a:gd name="connsiteY18" fmla="*/ 0 h 1892987"/>
                      <a:gd name="connsiteX19" fmla="*/ 514245 w 2063629"/>
                      <a:gd name="connsiteY19" fmla="*/ 106149 h 1892987"/>
                      <a:gd name="connsiteX20" fmla="*/ 514245 w 2063629"/>
                      <a:gd name="connsiteY20" fmla="*/ 106150 h 1892987"/>
                      <a:gd name="connsiteX21" fmla="*/ 537322 w 2063629"/>
                      <a:gd name="connsiteY21" fmla="*/ 114658 h 1892987"/>
                      <a:gd name="connsiteX22" fmla="*/ 840248 w 2063629"/>
                      <a:gd name="connsiteY22" fmla="*/ 226346 h 1892987"/>
                      <a:gd name="connsiteX23" fmla="*/ 667118 w 2063629"/>
                      <a:gd name="connsiteY23" fmla="*/ 306200 h 1892987"/>
                      <a:gd name="connsiteX24" fmla="*/ 917106 w 2063629"/>
                      <a:gd name="connsiteY24" fmla="*/ 848185 h 1892987"/>
                      <a:gd name="connsiteX25" fmla="*/ 954870 w 2063629"/>
                      <a:gd name="connsiteY25" fmla="*/ 930057 h 1892987"/>
                      <a:gd name="connsiteX26" fmla="*/ 954871 w 2063629"/>
                      <a:gd name="connsiteY26" fmla="*/ 930058 h 1892987"/>
                      <a:gd name="connsiteX27" fmla="*/ 954872 w 2063629"/>
                      <a:gd name="connsiteY27" fmla="*/ 930060 h 1892987"/>
                      <a:gd name="connsiteX28" fmla="*/ 960773 w 2063629"/>
                      <a:gd name="connsiteY28" fmla="*/ 934512 h 1892987"/>
                      <a:gd name="connsiteX29" fmla="*/ 1045837 w 2063629"/>
                      <a:gd name="connsiteY29" fmla="*/ 964322 h 1892987"/>
                      <a:gd name="connsiteX30" fmla="*/ 1087841 w 2063629"/>
                      <a:gd name="connsiteY30" fmla="*/ 957615 h 1892987"/>
                      <a:gd name="connsiteX31" fmla="*/ 1106016 w 2063629"/>
                      <a:gd name="connsiteY31" fmla="*/ 949628 h 1892987"/>
                      <a:gd name="connsiteX32" fmla="*/ 1106018 w 2063629"/>
                      <a:gd name="connsiteY32" fmla="*/ 949626 h 1892987"/>
                      <a:gd name="connsiteX33" fmla="*/ 1106018 w 2063629"/>
                      <a:gd name="connsiteY33" fmla="*/ 949626 h 1892987"/>
                      <a:gd name="connsiteX34" fmla="*/ 1619307 w 2063629"/>
                      <a:gd name="connsiteY34" fmla="*/ 223034 h 1892987"/>
                      <a:gd name="connsiteX35" fmla="*/ 1622677 w 2063629"/>
                      <a:gd name="connsiteY35" fmla="*/ 225414 h 1892987"/>
                      <a:gd name="connsiteX36" fmla="*/ 1560308 w 2063629"/>
                      <a:gd name="connsiteY36" fmla="*/ 385629 h 1892987"/>
                      <a:gd name="connsiteX37" fmla="*/ 1460220 w 2063629"/>
                      <a:gd name="connsiteY37" fmla="*/ 574585 h 1892987"/>
                      <a:gd name="connsiteX38" fmla="*/ 1460220 w 2063629"/>
                      <a:gd name="connsiteY38" fmla="*/ 574585 h 1892987"/>
                      <a:gd name="connsiteX39" fmla="*/ 1560308 w 2063629"/>
                      <a:gd name="connsiteY39" fmla="*/ 385629 h 1892987"/>
                      <a:gd name="connsiteX40" fmla="*/ 1622677 w 2063629"/>
                      <a:gd name="connsiteY40" fmla="*/ 225414 h 1892987"/>
                      <a:gd name="connsiteX41" fmla="*/ 2002671 w 2063629"/>
                      <a:gd name="connsiteY41" fmla="*/ 493855 h 1892987"/>
                      <a:gd name="connsiteX42" fmla="*/ 2002671 w 2063629"/>
                      <a:gd name="connsiteY42" fmla="*/ 493855 h 1892987"/>
                      <a:gd name="connsiteX43" fmla="*/ 1261596 w 2063629"/>
                      <a:gd name="connsiteY43" fmla="*/ 1542893 h 1892987"/>
                      <a:gd name="connsiteX44" fmla="*/ 859611 w 2063629"/>
                      <a:gd name="connsiteY44" fmla="*/ 1612048 h 1892987"/>
                      <a:gd name="connsiteX45" fmla="*/ 780994 w 2063629"/>
                      <a:gd name="connsiteY45" fmla="*/ 1528759 h 1892987"/>
                      <a:gd name="connsiteX46" fmla="*/ 772156 w 2063629"/>
                      <a:gd name="connsiteY46" fmla="*/ 1510853 h 1892987"/>
                      <a:gd name="connsiteX47" fmla="*/ 772149 w 2063629"/>
                      <a:gd name="connsiteY47" fmla="*/ 1510837 h 1892987"/>
                      <a:gd name="connsiteX48" fmla="*/ 756323 w 2063629"/>
                      <a:gd name="connsiteY48" fmla="*/ 1478772 h 1892987"/>
                      <a:gd name="connsiteX49" fmla="*/ 754699 w 2063629"/>
                      <a:gd name="connsiteY49" fmla="*/ 1472804 h 1892987"/>
                      <a:gd name="connsiteX50" fmla="*/ 754697 w 2063629"/>
                      <a:gd name="connsiteY50" fmla="*/ 1472800 h 1892987"/>
                      <a:gd name="connsiteX51" fmla="*/ 742912 w 2063629"/>
                      <a:gd name="connsiteY51" fmla="*/ 1447117 h 1892987"/>
                      <a:gd name="connsiteX52" fmla="*/ 742912 w 2063629"/>
                      <a:gd name="connsiteY52" fmla="*/ 1447117 h 1892987"/>
                      <a:gd name="connsiteX53" fmla="*/ 754697 w 2063629"/>
                      <a:gd name="connsiteY53" fmla="*/ 1472800 h 1892987"/>
                      <a:gd name="connsiteX54" fmla="*/ 754699 w 2063629"/>
                      <a:gd name="connsiteY54" fmla="*/ 1472804 h 1892987"/>
                      <a:gd name="connsiteX55" fmla="*/ 756323 w 2063629"/>
                      <a:gd name="connsiteY55" fmla="*/ 1478773 h 1892987"/>
                      <a:gd name="connsiteX56" fmla="*/ 772149 w 2063629"/>
                      <a:gd name="connsiteY56" fmla="*/ 1510837 h 1892987"/>
                      <a:gd name="connsiteX57" fmla="*/ 772156 w 2063629"/>
                      <a:gd name="connsiteY57" fmla="*/ 1510853 h 1892987"/>
                      <a:gd name="connsiteX58" fmla="*/ 780994 w 2063629"/>
                      <a:gd name="connsiteY58" fmla="*/ 1528759 h 1892987"/>
                      <a:gd name="connsiteX59" fmla="*/ 859611 w 2063629"/>
                      <a:gd name="connsiteY59" fmla="*/ 1612048 h 1892987"/>
                      <a:gd name="connsiteX60" fmla="*/ 1261596 w 2063629"/>
                      <a:gd name="connsiteY60" fmla="*/ 1542893 h 1892987"/>
                      <a:gd name="connsiteX61" fmla="*/ 2002671 w 2063629"/>
                      <a:gd name="connsiteY61" fmla="*/ 493855 h 1892987"/>
                      <a:gd name="connsiteX62" fmla="*/ 2063629 w 2063629"/>
                      <a:gd name="connsiteY62" fmla="*/ 536917 h 1892987"/>
                      <a:gd name="connsiteX63" fmla="*/ 1275319 w 2063629"/>
                      <a:gd name="connsiteY63" fmla="*/ 1652819 h 1892987"/>
                      <a:gd name="connsiteX64" fmla="*/ 1272424 w 2063629"/>
                      <a:gd name="connsiteY64" fmla="*/ 1646541 h 1892987"/>
                      <a:gd name="connsiteX65" fmla="*/ 1178041 w 2063629"/>
                      <a:gd name="connsiteY65" fmla="*/ 1780146 h 1892987"/>
                      <a:gd name="connsiteX66" fmla="*/ 1154897 w 2063629"/>
                      <a:gd name="connsiteY66" fmla="*/ 1806776 h 1892987"/>
                      <a:gd name="connsiteX67" fmla="*/ 1154893 w 2063629"/>
                      <a:gd name="connsiteY67" fmla="*/ 1806781 h 1892987"/>
                      <a:gd name="connsiteX68" fmla="*/ 1142603 w 2063629"/>
                      <a:gd name="connsiteY68" fmla="*/ 1820921 h 1892987"/>
                      <a:gd name="connsiteX69" fmla="*/ 806331 w 2063629"/>
                      <a:gd name="connsiteY69" fmla="*/ 1844095 h 1892987"/>
                      <a:gd name="connsiteX70" fmla="*/ 765557 w 2063629"/>
                      <a:gd name="connsiteY70" fmla="*/ 1808656 h 1892987"/>
                      <a:gd name="connsiteX71" fmla="*/ 754226 w 2063629"/>
                      <a:gd name="connsiteY71" fmla="*/ 1793898 h 1892987"/>
                      <a:gd name="connsiteX72" fmla="*/ 733635 w 2063629"/>
                      <a:gd name="connsiteY72" fmla="*/ 1767078 h 1892987"/>
                      <a:gd name="connsiteX73" fmla="*/ 725462 w 2063629"/>
                      <a:gd name="connsiteY73" fmla="*/ 1750521 h 1892987"/>
                      <a:gd name="connsiteX74" fmla="*/ 725456 w 2063629"/>
                      <a:gd name="connsiteY74" fmla="*/ 1750506 h 1892987"/>
                      <a:gd name="connsiteX75" fmla="*/ 710822 w 2063629"/>
                      <a:gd name="connsiteY75" fmla="*/ 1720857 h 1892987"/>
                      <a:gd name="connsiteX76" fmla="*/ 709319 w 2063629"/>
                      <a:gd name="connsiteY76" fmla="*/ 1715338 h 1892987"/>
                      <a:gd name="connsiteX77" fmla="*/ 709317 w 2063629"/>
                      <a:gd name="connsiteY77" fmla="*/ 1715334 h 1892987"/>
                      <a:gd name="connsiteX78" fmla="*/ 647936 w 2063629"/>
                      <a:gd name="connsiteY78" fmla="*/ 1581561 h 1892987"/>
                      <a:gd name="connsiteX79" fmla="*/ 533024 w 2063629"/>
                      <a:gd name="connsiteY79" fmla="*/ 1331118 h 1892987"/>
                      <a:gd name="connsiteX80" fmla="*/ 522558 w 2063629"/>
                      <a:gd name="connsiteY80" fmla="*/ 1300537 h 1892987"/>
                      <a:gd name="connsiteX81" fmla="*/ 171245 w 2063629"/>
                      <a:gd name="connsiteY81" fmla="*/ 534921 h 1892987"/>
                      <a:gd name="connsiteX82" fmla="*/ 0 w 2063629"/>
                      <a:gd name="connsiteY82" fmla="*/ 613908 h 1892987"/>
                      <a:gd name="connsiteX83" fmla="*/ 92441 w 2063629"/>
                      <a:gd name="connsiteY83" fmla="*/ 363181 h 1892987"/>
                      <a:gd name="connsiteX84" fmla="*/ 92440 w 2063629"/>
                      <a:gd name="connsiteY84" fmla="*/ 363179 h 1892987"/>
                      <a:gd name="connsiteX85" fmla="*/ 162368 w 2063629"/>
                      <a:gd name="connsiteY85" fmla="*/ 173515 h 1892987"/>
                      <a:gd name="connsiteX86" fmla="*/ 162367 w 2063629"/>
                      <a:gd name="connsiteY86" fmla="*/ 173514 h 1892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2063629" h="1892987">
                        <a:moveTo>
                          <a:pt x="742912" y="1447116"/>
                        </a:moveTo>
                        <a:lnTo>
                          <a:pt x="742912" y="1447116"/>
                        </a:lnTo>
                        <a:lnTo>
                          <a:pt x="1015429" y="1061351"/>
                        </a:lnTo>
                        <a:lnTo>
                          <a:pt x="1015429" y="1061351"/>
                        </a:lnTo>
                        <a:close/>
                        <a:moveTo>
                          <a:pt x="518248" y="126144"/>
                        </a:moveTo>
                        <a:lnTo>
                          <a:pt x="524875" y="159246"/>
                        </a:lnTo>
                        <a:cubicBezTo>
                          <a:pt x="535642" y="200563"/>
                          <a:pt x="547591" y="241189"/>
                          <a:pt x="560534" y="280893"/>
                        </a:cubicBezTo>
                        <a:lnTo>
                          <a:pt x="595100" y="377306"/>
                        </a:lnTo>
                        <a:lnTo>
                          <a:pt x="560535" y="280893"/>
                        </a:lnTo>
                        <a:cubicBezTo>
                          <a:pt x="547591" y="241189"/>
                          <a:pt x="535643" y="200563"/>
                          <a:pt x="524876" y="159246"/>
                        </a:cubicBezTo>
                        <a:close/>
                        <a:moveTo>
                          <a:pt x="171246" y="534920"/>
                        </a:moveTo>
                        <a:lnTo>
                          <a:pt x="171246" y="534921"/>
                        </a:lnTo>
                        <a:lnTo>
                          <a:pt x="173127" y="534053"/>
                        </a:lnTo>
                        <a:lnTo>
                          <a:pt x="652988" y="1574410"/>
                        </a:lnTo>
                        <a:lnTo>
                          <a:pt x="742911" y="1447119"/>
                        </a:lnTo>
                        <a:lnTo>
                          <a:pt x="742911" y="1447117"/>
                        </a:lnTo>
                        <a:lnTo>
                          <a:pt x="652988" y="1574409"/>
                        </a:lnTo>
                        <a:lnTo>
                          <a:pt x="173127" y="534052"/>
                        </a:lnTo>
                        <a:close/>
                        <a:moveTo>
                          <a:pt x="226341" y="0"/>
                        </a:moveTo>
                        <a:lnTo>
                          <a:pt x="514245" y="106149"/>
                        </a:lnTo>
                        <a:lnTo>
                          <a:pt x="514245" y="106150"/>
                        </a:lnTo>
                        <a:lnTo>
                          <a:pt x="537322" y="114658"/>
                        </a:lnTo>
                        <a:lnTo>
                          <a:pt x="840248" y="226346"/>
                        </a:lnTo>
                        <a:lnTo>
                          <a:pt x="667118" y="306200"/>
                        </a:lnTo>
                        <a:lnTo>
                          <a:pt x="917106" y="848185"/>
                        </a:lnTo>
                        <a:lnTo>
                          <a:pt x="954870" y="930057"/>
                        </a:lnTo>
                        <a:lnTo>
                          <a:pt x="954871" y="930058"/>
                        </a:lnTo>
                        <a:lnTo>
                          <a:pt x="954872" y="930060"/>
                        </a:lnTo>
                        <a:lnTo>
                          <a:pt x="960773" y="934512"/>
                        </a:lnTo>
                        <a:cubicBezTo>
                          <a:pt x="990996" y="953576"/>
                          <a:pt x="1019701" y="963946"/>
                          <a:pt x="1045837" y="964322"/>
                        </a:cubicBezTo>
                        <a:cubicBezTo>
                          <a:pt x="1058905" y="964508"/>
                          <a:pt x="1072965" y="962221"/>
                          <a:pt x="1087841" y="957615"/>
                        </a:cubicBezTo>
                        <a:lnTo>
                          <a:pt x="1106016" y="949628"/>
                        </a:lnTo>
                        <a:lnTo>
                          <a:pt x="1106018" y="949626"/>
                        </a:lnTo>
                        <a:lnTo>
                          <a:pt x="1106018" y="949626"/>
                        </a:lnTo>
                        <a:lnTo>
                          <a:pt x="1619307" y="223034"/>
                        </a:lnTo>
                        <a:lnTo>
                          <a:pt x="1622677" y="225414"/>
                        </a:lnTo>
                        <a:lnTo>
                          <a:pt x="1560308" y="385629"/>
                        </a:lnTo>
                        <a:lnTo>
                          <a:pt x="1460220" y="574585"/>
                        </a:lnTo>
                        <a:lnTo>
                          <a:pt x="1460220" y="574585"/>
                        </a:lnTo>
                        <a:cubicBezTo>
                          <a:pt x="1495683" y="516012"/>
                          <a:pt x="1529512" y="452604"/>
                          <a:pt x="1560308" y="385629"/>
                        </a:cubicBezTo>
                        <a:lnTo>
                          <a:pt x="1622677" y="225414"/>
                        </a:lnTo>
                        <a:lnTo>
                          <a:pt x="2002671" y="493855"/>
                        </a:lnTo>
                        <a:lnTo>
                          <a:pt x="2002671" y="493855"/>
                        </a:lnTo>
                        <a:lnTo>
                          <a:pt x="1261596" y="1542893"/>
                        </a:lnTo>
                        <a:cubicBezTo>
                          <a:pt x="1169688" y="1672994"/>
                          <a:pt x="989713" y="1703955"/>
                          <a:pt x="859611" y="1612048"/>
                        </a:cubicBezTo>
                        <a:cubicBezTo>
                          <a:pt x="827086" y="1589072"/>
                          <a:pt x="800757" y="1560590"/>
                          <a:pt x="780994" y="1528759"/>
                        </a:cubicBezTo>
                        <a:lnTo>
                          <a:pt x="772156" y="1510853"/>
                        </a:lnTo>
                        <a:lnTo>
                          <a:pt x="772149" y="1510837"/>
                        </a:lnTo>
                        <a:lnTo>
                          <a:pt x="756323" y="1478772"/>
                        </a:lnTo>
                        <a:lnTo>
                          <a:pt x="754699" y="1472804"/>
                        </a:lnTo>
                        <a:lnTo>
                          <a:pt x="754697" y="1472800"/>
                        </a:lnTo>
                        <a:lnTo>
                          <a:pt x="742912" y="1447117"/>
                        </a:lnTo>
                        <a:lnTo>
                          <a:pt x="742912" y="1447117"/>
                        </a:lnTo>
                        <a:lnTo>
                          <a:pt x="754697" y="1472800"/>
                        </a:lnTo>
                        <a:lnTo>
                          <a:pt x="754699" y="1472804"/>
                        </a:lnTo>
                        <a:lnTo>
                          <a:pt x="756323" y="1478773"/>
                        </a:lnTo>
                        <a:lnTo>
                          <a:pt x="772149" y="1510837"/>
                        </a:lnTo>
                        <a:lnTo>
                          <a:pt x="772156" y="1510853"/>
                        </a:lnTo>
                        <a:lnTo>
                          <a:pt x="780994" y="1528759"/>
                        </a:lnTo>
                        <a:cubicBezTo>
                          <a:pt x="800757" y="1560590"/>
                          <a:pt x="827086" y="1589072"/>
                          <a:pt x="859611" y="1612048"/>
                        </a:cubicBezTo>
                        <a:cubicBezTo>
                          <a:pt x="989713" y="1703956"/>
                          <a:pt x="1169688" y="1672994"/>
                          <a:pt x="1261596" y="1542893"/>
                        </a:cubicBezTo>
                        <a:lnTo>
                          <a:pt x="2002671" y="493855"/>
                        </a:lnTo>
                        <a:lnTo>
                          <a:pt x="2063629" y="536917"/>
                        </a:lnTo>
                        <a:lnTo>
                          <a:pt x="1275319" y="1652819"/>
                        </a:lnTo>
                        <a:lnTo>
                          <a:pt x="1272424" y="1646541"/>
                        </a:lnTo>
                        <a:lnTo>
                          <a:pt x="1178041" y="1780146"/>
                        </a:lnTo>
                        <a:lnTo>
                          <a:pt x="1154897" y="1806776"/>
                        </a:lnTo>
                        <a:lnTo>
                          <a:pt x="1154893" y="1806781"/>
                        </a:lnTo>
                        <a:lnTo>
                          <a:pt x="1142603" y="1820921"/>
                        </a:lnTo>
                        <a:cubicBezTo>
                          <a:pt x="1052170" y="1905833"/>
                          <a:pt x="911596" y="1918457"/>
                          <a:pt x="806331" y="1844095"/>
                        </a:cubicBezTo>
                        <a:cubicBezTo>
                          <a:pt x="791293" y="1833472"/>
                          <a:pt x="777687" y="1821577"/>
                          <a:pt x="765557" y="1808656"/>
                        </a:cubicBezTo>
                        <a:lnTo>
                          <a:pt x="754226" y="1793898"/>
                        </a:lnTo>
                        <a:lnTo>
                          <a:pt x="733635" y="1767078"/>
                        </a:lnTo>
                        <a:lnTo>
                          <a:pt x="725462" y="1750521"/>
                        </a:lnTo>
                        <a:lnTo>
                          <a:pt x="725456" y="1750506"/>
                        </a:lnTo>
                        <a:lnTo>
                          <a:pt x="710822" y="1720857"/>
                        </a:lnTo>
                        <a:lnTo>
                          <a:pt x="709319" y="1715338"/>
                        </a:lnTo>
                        <a:lnTo>
                          <a:pt x="709317" y="1715334"/>
                        </a:lnTo>
                        <a:lnTo>
                          <a:pt x="647936" y="1581561"/>
                        </a:lnTo>
                        <a:lnTo>
                          <a:pt x="533024" y="1331118"/>
                        </a:lnTo>
                        <a:lnTo>
                          <a:pt x="522558" y="1300537"/>
                        </a:lnTo>
                        <a:lnTo>
                          <a:pt x="171245" y="534921"/>
                        </a:lnTo>
                        <a:lnTo>
                          <a:pt x="0" y="613908"/>
                        </a:lnTo>
                        <a:lnTo>
                          <a:pt x="92441" y="363181"/>
                        </a:lnTo>
                        <a:lnTo>
                          <a:pt x="92440" y="363179"/>
                        </a:lnTo>
                        <a:lnTo>
                          <a:pt x="162368" y="173515"/>
                        </a:lnTo>
                        <a:lnTo>
                          <a:pt x="162367" y="173514"/>
                        </a:lnTo>
                        <a:close/>
                      </a:path>
                    </a:pathLst>
                  </a:custGeom>
                  <a:solidFill>
                    <a:srgbClr val="01676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2" name="Freeform: Shape 11">
                    <a:extLst>
                      <a:ext uri="{FF2B5EF4-FFF2-40B4-BE49-F238E27FC236}">
                        <a16:creationId xmlns:a16="http://schemas.microsoft.com/office/drawing/2014/main" id="{E057496E-B9AF-FF51-C95E-6468C04087FE}"/>
                      </a:ext>
                    </a:extLst>
                  </p:cNvPr>
                  <p:cNvSpPr/>
                  <p:nvPr/>
                </p:nvSpPr>
                <p:spPr>
                  <a:xfrm rot="10500000">
                    <a:off x="4633279" y="1032532"/>
                    <a:ext cx="2918276" cy="2676964"/>
                  </a:xfrm>
                  <a:custGeom>
                    <a:avLst/>
                    <a:gdLst>
                      <a:gd name="connsiteX0" fmla="*/ 742912 w 2063629"/>
                      <a:gd name="connsiteY0" fmla="*/ 1447116 h 1892987"/>
                      <a:gd name="connsiteX1" fmla="*/ 742912 w 2063629"/>
                      <a:gd name="connsiteY1" fmla="*/ 1447116 h 1892987"/>
                      <a:gd name="connsiteX2" fmla="*/ 1015429 w 2063629"/>
                      <a:gd name="connsiteY2" fmla="*/ 1061351 h 1892987"/>
                      <a:gd name="connsiteX3" fmla="*/ 1015429 w 2063629"/>
                      <a:gd name="connsiteY3" fmla="*/ 1061351 h 1892987"/>
                      <a:gd name="connsiteX4" fmla="*/ 518248 w 2063629"/>
                      <a:gd name="connsiteY4" fmla="*/ 126144 h 1892987"/>
                      <a:gd name="connsiteX5" fmla="*/ 524875 w 2063629"/>
                      <a:gd name="connsiteY5" fmla="*/ 159246 h 1892987"/>
                      <a:gd name="connsiteX6" fmla="*/ 560534 w 2063629"/>
                      <a:gd name="connsiteY6" fmla="*/ 280893 h 1892987"/>
                      <a:gd name="connsiteX7" fmla="*/ 595100 w 2063629"/>
                      <a:gd name="connsiteY7" fmla="*/ 377306 h 1892987"/>
                      <a:gd name="connsiteX8" fmla="*/ 560535 w 2063629"/>
                      <a:gd name="connsiteY8" fmla="*/ 280893 h 1892987"/>
                      <a:gd name="connsiteX9" fmla="*/ 524876 w 2063629"/>
                      <a:gd name="connsiteY9" fmla="*/ 159246 h 1892987"/>
                      <a:gd name="connsiteX10" fmla="*/ 171246 w 2063629"/>
                      <a:gd name="connsiteY10" fmla="*/ 534920 h 1892987"/>
                      <a:gd name="connsiteX11" fmla="*/ 171246 w 2063629"/>
                      <a:gd name="connsiteY11" fmla="*/ 534921 h 1892987"/>
                      <a:gd name="connsiteX12" fmla="*/ 173127 w 2063629"/>
                      <a:gd name="connsiteY12" fmla="*/ 534053 h 1892987"/>
                      <a:gd name="connsiteX13" fmla="*/ 652988 w 2063629"/>
                      <a:gd name="connsiteY13" fmla="*/ 1574410 h 1892987"/>
                      <a:gd name="connsiteX14" fmla="*/ 742911 w 2063629"/>
                      <a:gd name="connsiteY14" fmla="*/ 1447119 h 1892987"/>
                      <a:gd name="connsiteX15" fmla="*/ 742911 w 2063629"/>
                      <a:gd name="connsiteY15" fmla="*/ 1447117 h 1892987"/>
                      <a:gd name="connsiteX16" fmla="*/ 652988 w 2063629"/>
                      <a:gd name="connsiteY16" fmla="*/ 1574409 h 1892987"/>
                      <a:gd name="connsiteX17" fmla="*/ 173127 w 2063629"/>
                      <a:gd name="connsiteY17" fmla="*/ 534052 h 1892987"/>
                      <a:gd name="connsiteX18" fmla="*/ 226341 w 2063629"/>
                      <a:gd name="connsiteY18" fmla="*/ 0 h 1892987"/>
                      <a:gd name="connsiteX19" fmla="*/ 514245 w 2063629"/>
                      <a:gd name="connsiteY19" fmla="*/ 106149 h 1892987"/>
                      <a:gd name="connsiteX20" fmla="*/ 514245 w 2063629"/>
                      <a:gd name="connsiteY20" fmla="*/ 106150 h 1892987"/>
                      <a:gd name="connsiteX21" fmla="*/ 537322 w 2063629"/>
                      <a:gd name="connsiteY21" fmla="*/ 114658 h 1892987"/>
                      <a:gd name="connsiteX22" fmla="*/ 840248 w 2063629"/>
                      <a:gd name="connsiteY22" fmla="*/ 226346 h 1892987"/>
                      <a:gd name="connsiteX23" fmla="*/ 667118 w 2063629"/>
                      <a:gd name="connsiteY23" fmla="*/ 306200 h 1892987"/>
                      <a:gd name="connsiteX24" fmla="*/ 917106 w 2063629"/>
                      <a:gd name="connsiteY24" fmla="*/ 848185 h 1892987"/>
                      <a:gd name="connsiteX25" fmla="*/ 954870 w 2063629"/>
                      <a:gd name="connsiteY25" fmla="*/ 930057 h 1892987"/>
                      <a:gd name="connsiteX26" fmla="*/ 954871 w 2063629"/>
                      <a:gd name="connsiteY26" fmla="*/ 930058 h 1892987"/>
                      <a:gd name="connsiteX27" fmla="*/ 954872 w 2063629"/>
                      <a:gd name="connsiteY27" fmla="*/ 930060 h 1892987"/>
                      <a:gd name="connsiteX28" fmla="*/ 960773 w 2063629"/>
                      <a:gd name="connsiteY28" fmla="*/ 934512 h 1892987"/>
                      <a:gd name="connsiteX29" fmla="*/ 1045837 w 2063629"/>
                      <a:gd name="connsiteY29" fmla="*/ 964322 h 1892987"/>
                      <a:gd name="connsiteX30" fmla="*/ 1087841 w 2063629"/>
                      <a:gd name="connsiteY30" fmla="*/ 957615 h 1892987"/>
                      <a:gd name="connsiteX31" fmla="*/ 1106016 w 2063629"/>
                      <a:gd name="connsiteY31" fmla="*/ 949628 h 1892987"/>
                      <a:gd name="connsiteX32" fmla="*/ 1106018 w 2063629"/>
                      <a:gd name="connsiteY32" fmla="*/ 949626 h 1892987"/>
                      <a:gd name="connsiteX33" fmla="*/ 1106018 w 2063629"/>
                      <a:gd name="connsiteY33" fmla="*/ 949626 h 1892987"/>
                      <a:gd name="connsiteX34" fmla="*/ 1619307 w 2063629"/>
                      <a:gd name="connsiteY34" fmla="*/ 223034 h 1892987"/>
                      <a:gd name="connsiteX35" fmla="*/ 1622677 w 2063629"/>
                      <a:gd name="connsiteY35" fmla="*/ 225414 h 1892987"/>
                      <a:gd name="connsiteX36" fmla="*/ 1560308 w 2063629"/>
                      <a:gd name="connsiteY36" fmla="*/ 385629 h 1892987"/>
                      <a:gd name="connsiteX37" fmla="*/ 1460220 w 2063629"/>
                      <a:gd name="connsiteY37" fmla="*/ 574585 h 1892987"/>
                      <a:gd name="connsiteX38" fmla="*/ 1460220 w 2063629"/>
                      <a:gd name="connsiteY38" fmla="*/ 574585 h 1892987"/>
                      <a:gd name="connsiteX39" fmla="*/ 1560308 w 2063629"/>
                      <a:gd name="connsiteY39" fmla="*/ 385629 h 1892987"/>
                      <a:gd name="connsiteX40" fmla="*/ 1622677 w 2063629"/>
                      <a:gd name="connsiteY40" fmla="*/ 225414 h 1892987"/>
                      <a:gd name="connsiteX41" fmla="*/ 2002671 w 2063629"/>
                      <a:gd name="connsiteY41" fmla="*/ 493855 h 1892987"/>
                      <a:gd name="connsiteX42" fmla="*/ 2002671 w 2063629"/>
                      <a:gd name="connsiteY42" fmla="*/ 493855 h 1892987"/>
                      <a:gd name="connsiteX43" fmla="*/ 1261596 w 2063629"/>
                      <a:gd name="connsiteY43" fmla="*/ 1542893 h 1892987"/>
                      <a:gd name="connsiteX44" fmla="*/ 859611 w 2063629"/>
                      <a:gd name="connsiteY44" fmla="*/ 1612048 h 1892987"/>
                      <a:gd name="connsiteX45" fmla="*/ 780994 w 2063629"/>
                      <a:gd name="connsiteY45" fmla="*/ 1528759 h 1892987"/>
                      <a:gd name="connsiteX46" fmla="*/ 772156 w 2063629"/>
                      <a:gd name="connsiteY46" fmla="*/ 1510853 h 1892987"/>
                      <a:gd name="connsiteX47" fmla="*/ 772149 w 2063629"/>
                      <a:gd name="connsiteY47" fmla="*/ 1510837 h 1892987"/>
                      <a:gd name="connsiteX48" fmla="*/ 756323 w 2063629"/>
                      <a:gd name="connsiteY48" fmla="*/ 1478772 h 1892987"/>
                      <a:gd name="connsiteX49" fmla="*/ 754699 w 2063629"/>
                      <a:gd name="connsiteY49" fmla="*/ 1472804 h 1892987"/>
                      <a:gd name="connsiteX50" fmla="*/ 754697 w 2063629"/>
                      <a:gd name="connsiteY50" fmla="*/ 1472800 h 1892987"/>
                      <a:gd name="connsiteX51" fmla="*/ 742912 w 2063629"/>
                      <a:gd name="connsiteY51" fmla="*/ 1447117 h 1892987"/>
                      <a:gd name="connsiteX52" fmla="*/ 742912 w 2063629"/>
                      <a:gd name="connsiteY52" fmla="*/ 1447117 h 1892987"/>
                      <a:gd name="connsiteX53" fmla="*/ 754697 w 2063629"/>
                      <a:gd name="connsiteY53" fmla="*/ 1472800 h 1892987"/>
                      <a:gd name="connsiteX54" fmla="*/ 754699 w 2063629"/>
                      <a:gd name="connsiteY54" fmla="*/ 1472804 h 1892987"/>
                      <a:gd name="connsiteX55" fmla="*/ 756323 w 2063629"/>
                      <a:gd name="connsiteY55" fmla="*/ 1478773 h 1892987"/>
                      <a:gd name="connsiteX56" fmla="*/ 772149 w 2063629"/>
                      <a:gd name="connsiteY56" fmla="*/ 1510837 h 1892987"/>
                      <a:gd name="connsiteX57" fmla="*/ 772156 w 2063629"/>
                      <a:gd name="connsiteY57" fmla="*/ 1510853 h 1892987"/>
                      <a:gd name="connsiteX58" fmla="*/ 780994 w 2063629"/>
                      <a:gd name="connsiteY58" fmla="*/ 1528759 h 1892987"/>
                      <a:gd name="connsiteX59" fmla="*/ 859611 w 2063629"/>
                      <a:gd name="connsiteY59" fmla="*/ 1612048 h 1892987"/>
                      <a:gd name="connsiteX60" fmla="*/ 1261596 w 2063629"/>
                      <a:gd name="connsiteY60" fmla="*/ 1542893 h 1892987"/>
                      <a:gd name="connsiteX61" fmla="*/ 2002671 w 2063629"/>
                      <a:gd name="connsiteY61" fmla="*/ 493855 h 1892987"/>
                      <a:gd name="connsiteX62" fmla="*/ 2063629 w 2063629"/>
                      <a:gd name="connsiteY62" fmla="*/ 536917 h 1892987"/>
                      <a:gd name="connsiteX63" fmla="*/ 1275319 w 2063629"/>
                      <a:gd name="connsiteY63" fmla="*/ 1652819 h 1892987"/>
                      <a:gd name="connsiteX64" fmla="*/ 1272424 w 2063629"/>
                      <a:gd name="connsiteY64" fmla="*/ 1646541 h 1892987"/>
                      <a:gd name="connsiteX65" fmla="*/ 1178041 w 2063629"/>
                      <a:gd name="connsiteY65" fmla="*/ 1780146 h 1892987"/>
                      <a:gd name="connsiteX66" fmla="*/ 1154897 w 2063629"/>
                      <a:gd name="connsiteY66" fmla="*/ 1806776 h 1892987"/>
                      <a:gd name="connsiteX67" fmla="*/ 1154893 w 2063629"/>
                      <a:gd name="connsiteY67" fmla="*/ 1806781 h 1892987"/>
                      <a:gd name="connsiteX68" fmla="*/ 1142603 w 2063629"/>
                      <a:gd name="connsiteY68" fmla="*/ 1820921 h 1892987"/>
                      <a:gd name="connsiteX69" fmla="*/ 806331 w 2063629"/>
                      <a:gd name="connsiteY69" fmla="*/ 1844095 h 1892987"/>
                      <a:gd name="connsiteX70" fmla="*/ 765557 w 2063629"/>
                      <a:gd name="connsiteY70" fmla="*/ 1808656 h 1892987"/>
                      <a:gd name="connsiteX71" fmla="*/ 754226 w 2063629"/>
                      <a:gd name="connsiteY71" fmla="*/ 1793898 h 1892987"/>
                      <a:gd name="connsiteX72" fmla="*/ 733635 w 2063629"/>
                      <a:gd name="connsiteY72" fmla="*/ 1767078 h 1892987"/>
                      <a:gd name="connsiteX73" fmla="*/ 725462 w 2063629"/>
                      <a:gd name="connsiteY73" fmla="*/ 1750521 h 1892987"/>
                      <a:gd name="connsiteX74" fmla="*/ 725456 w 2063629"/>
                      <a:gd name="connsiteY74" fmla="*/ 1750506 h 1892987"/>
                      <a:gd name="connsiteX75" fmla="*/ 710822 w 2063629"/>
                      <a:gd name="connsiteY75" fmla="*/ 1720857 h 1892987"/>
                      <a:gd name="connsiteX76" fmla="*/ 709319 w 2063629"/>
                      <a:gd name="connsiteY76" fmla="*/ 1715338 h 1892987"/>
                      <a:gd name="connsiteX77" fmla="*/ 709317 w 2063629"/>
                      <a:gd name="connsiteY77" fmla="*/ 1715334 h 1892987"/>
                      <a:gd name="connsiteX78" fmla="*/ 647936 w 2063629"/>
                      <a:gd name="connsiteY78" fmla="*/ 1581561 h 1892987"/>
                      <a:gd name="connsiteX79" fmla="*/ 533024 w 2063629"/>
                      <a:gd name="connsiteY79" fmla="*/ 1331118 h 1892987"/>
                      <a:gd name="connsiteX80" fmla="*/ 522558 w 2063629"/>
                      <a:gd name="connsiteY80" fmla="*/ 1300537 h 1892987"/>
                      <a:gd name="connsiteX81" fmla="*/ 171245 w 2063629"/>
                      <a:gd name="connsiteY81" fmla="*/ 534921 h 1892987"/>
                      <a:gd name="connsiteX82" fmla="*/ 0 w 2063629"/>
                      <a:gd name="connsiteY82" fmla="*/ 613908 h 1892987"/>
                      <a:gd name="connsiteX83" fmla="*/ 92441 w 2063629"/>
                      <a:gd name="connsiteY83" fmla="*/ 363181 h 1892987"/>
                      <a:gd name="connsiteX84" fmla="*/ 92440 w 2063629"/>
                      <a:gd name="connsiteY84" fmla="*/ 363179 h 1892987"/>
                      <a:gd name="connsiteX85" fmla="*/ 162368 w 2063629"/>
                      <a:gd name="connsiteY85" fmla="*/ 173515 h 1892987"/>
                      <a:gd name="connsiteX86" fmla="*/ 162367 w 2063629"/>
                      <a:gd name="connsiteY86" fmla="*/ 173514 h 1892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2063629" h="1892987">
                        <a:moveTo>
                          <a:pt x="742912" y="1447116"/>
                        </a:moveTo>
                        <a:lnTo>
                          <a:pt x="742912" y="1447116"/>
                        </a:lnTo>
                        <a:lnTo>
                          <a:pt x="1015429" y="1061351"/>
                        </a:lnTo>
                        <a:lnTo>
                          <a:pt x="1015429" y="1061351"/>
                        </a:lnTo>
                        <a:close/>
                        <a:moveTo>
                          <a:pt x="518248" y="126144"/>
                        </a:moveTo>
                        <a:lnTo>
                          <a:pt x="524875" y="159246"/>
                        </a:lnTo>
                        <a:cubicBezTo>
                          <a:pt x="535642" y="200563"/>
                          <a:pt x="547591" y="241189"/>
                          <a:pt x="560534" y="280893"/>
                        </a:cubicBezTo>
                        <a:lnTo>
                          <a:pt x="595100" y="377306"/>
                        </a:lnTo>
                        <a:lnTo>
                          <a:pt x="560535" y="280893"/>
                        </a:lnTo>
                        <a:cubicBezTo>
                          <a:pt x="547591" y="241189"/>
                          <a:pt x="535643" y="200563"/>
                          <a:pt x="524876" y="159246"/>
                        </a:cubicBezTo>
                        <a:close/>
                        <a:moveTo>
                          <a:pt x="171246" y="534920"/>
                        </a:moveTo>
                        <a:lnTo>
                          <a:pt x="171246" y="534921"/>
                        </a:lnTo>
                        <a:lnTo>
                          <a:pt x="173127" y="534053"/>
                        </a:lnTo>
                        <a:lnTo>
                          <a:pt x="652988" y="1574410"/>
                        </a:lnTo>
                        <a:lnTo>
                          <a:pt x="742911" y="1447119"/>
                        </a:lnTo>
                        <a:lnTo>
                          <a:pt x="742911" y="1447117"/>
                        </a:lnTo>
                        <a:lnTo>
                          <a:pt x="652988" y="1574409"/>
                        </a:lnTo>
                        <a:lnTo>
                          <a:pt x="173127" y="534052"/>
                        </a:lnTo>
                        <a:close/>
                        <a:moveTo>
                          <a:pt x="226341" y="0"/>
                        </a:moveTo>
                        <a:lnTo>
                          <a:pt x="514245" y="106149"/>
                        </a:lnTo>
                        <a:lnTo>
                          <a:pt x="514245" y="106150"/>
                        </a:lnTo>
                        <a:lnTo>
                          <a:pt x="537322" y="114658"/>
                        </a:lnTo>
                        <a:lnTo>
                          <a:pt x="840248" y="226346"/>
                        </a:lnTo>
                        <a:lnTo>
                          <a:pt x="667118" y="306200"/>
                        </a:lnTo>
                        <a:lnTo>
                          <a:pt x="917106" y="848185"/>
                        </a:lnTo>
                        <a:lnTo>
                          <a:pt x="954870" y="930057"/>
                        </a:lnTo>
                        <a:lnTo>
                          <a:pt x="954871" y="930058"/>
                        </a:lnTo>
                        <a:lnTo>
                          <a:pt x="954872" y="930060"/>
                        </a:lnTo>
                        <a:lnTo>
                          <a:pt x="960773" y="934512"/>
                        </a:lnTo>
                        <a:cubicBezTo>
                          <a:pt x="990996" y="953576"/>
                          <a:pt x="1019701" y="963946"/>
                          <a:pt x="1045837" y="964322"/>
                        </a:cubicBezTo>
                        <a:cubicBezTo>
                          <a:pt x="1058905" y="964508"/>
                          <a:pt x="1072965" y="962221"/>
                          <a:pt x="1087841" y="957615"/>
                        </a:cubicBezTo>
                        <a:lnTo>
                          <a:pt x="1106016" y="949628"/>
                        </a:lnTo>
                        <a:lnTo>
                          <a:pt x="1106018" y="949626"/>
                        </a:lnTo>
                        <a:lnTo>
                          <a:pt x="1106018" y="949626"/>
                        </a:lnTo>
                        <a:lnTo>
                          <a:pt x="1619307" y="223034"/>
                        </a:lnTo>
                        <a:lnTo>
                          <a:pt x="1622677" y="225414"/>
                        </a:lnTo>
                        <a:lnTo>
                          <a:pt x="1560308" y="385629"/>
                        </a:lnTo>
                        <a:lnTo>
                          <a:pt x="1460220" y="574585"/>
                        </a:lnTo>
                        <a:lnTo>
                          <a:pt x="1460220" y="574585"/>
                        </a:lnTo>
                        <a:cubicBezTo>
                          <a:pt x="1495683" y="516012"/>
                          <a:pt x="1529512" y="452604"/>
                          <a:pt x="1560308" y="385629"/>
                        </a:cubicBezTo>
                        <a:lnTo>
                          <a:pt x="1622677" y="225414"/>
                        </a:lnTo>
                        <a:lnTo>
                          <a:pt x="2002671" y="493855"/>
                        </a:lnTo>
                        <a:lnTo>
                          <a:pt x="2002671" y="493855"/>
                        </a:lnTo>
                        <a:lnTo>
                          <a:pt x="1261596" y="1542893"/>
                        </a:lnTo>
                        <a:cubicBezTo>
                          <a:pt x="1169688" y="1672994"/>
                          <a:pt x="989713" y="1703955"/>
                          <a:pt x="859611" y="1612048"/>
                        </a:cubicBezTo>
                        <a:cubicBezTo>
                          <a:pt x="827086" y="1589072"/>
                          <a:pt x="800757" y="1560590"/>
                          <a:pt x="780994" y="1528759"/>
                        </a:cubicBezTo>
                        <a:lnTo>
                          <a:pt x="772156" y="1510853"/>
                        </a:lnTo>
                        <a:lnTo>
                          <a:pt x="772149" y="1510837"/>
                        </a:lnTo>
                        <a:lnTo>
                          <a:pt x="756323" y="1478772"/>
                        </a:lnTo>
                        <a:lnTo>
                          <a:pt x="754699" y="1472804"/>
                        </a:lnTo>
                        <a:lnTo>
                          <a:pt x="754697" y="1472800"/>
                        </a:lnTo>
                        <a:lnTo>
                          <a:pt x="742912" y="1447117"/>
                        </a:lnTo>
                        <a:lnTo>
                          <a:pt x="742912" y="1447117"/>
                        </a:lnTo>
                        <a:lnTo>
                          <a:pt x="754697" y="1472800"/>
                        </a:lnTo>
                        <a:lnTo>
                          <a:pt x="754699" y="1472804"/>
                        </a:lnTo>
                        <a:lnTo>
                          <a:pt x="756323" y="1478773"/>
                        </a:lnTo>
                        <a:lnTo>
                          <a:pt x="772149" y="1510837"/>
                        </a:lnTo>
                        <a:lnTo>
                          <a:pt x="772156" y="1510853"/>
                        </a:lnTo>
                        <a:lnTo>
                          <a:pt x="780994" y="1528759"/>
                        </a:lnTo>
                        <a:cubicBezTo>
                          <a:pt x="800757" y="1560590"/>
                          <a:pt x="827086" y="1589072"/>
                          <a:pt x="859611" y="1612048"/>
                        </a:cubicBezTo>
                        <a:cubicBezTo>
                          <a:pt x="989713" y="1703956"/>
                          <a:pt x="1169688" y="1672994"/>
                          <a:pt x="1261596" y="1542893"/>
                        </a:cubicBezTo>
                        <a:lnTo>
                          <a:pt x="2002671" y="493855"/>
                        </a:lnTo>
                        <a:lnTo>
                          <a:pt x="2063629" y="536917"/>
                        </a:lnTo>
                        <a:lnTo>
                          <a:pt x="1275319" y="1652819"/>
                        </a:lnTo>
                        <a:lnTo>
                          <a:pt x="1272424" y="1646541"/>
                        </a:lnTo>
                        <a:lnTo>
                          <a:pt x="1178041" y="1780146"/>
                        </a:lnTo>
                        <a:lnTo>
                          <a:pt x="1154897" y="1806776"/>
                        </a:lnTo>
                        <a:lnTo>
                          <a:pt x="1154893" y="1806781"/>
                        </a:lnTo>
                        <a:lnTo>
                          <a:pt x="1142603" y="1820921"/>
                        </a:lnTo>
                        <a:cubicBezTo>
                          <a:pt x="1052170" y="1905833"/>
                          <a:pt x="911596" y="1918457"/>
                          <a:pt x="806331" y="1844095"/>
                        </a:cubicBezTo>
                        <a:cubicBezTo>
                          <a:pt x="791293" y="1833472"/>
                          <a:pt x="777687" y="1821577"/>
                          <a:pt x="765557" y="1808656"/>
                        </a:cubicBezTo>
                        <a:lnTo>
                          <a:pt x="754226" y="1793898"/>
                        </a:lnTo>
                        <a:lnTo>
                          <a:pt x="733635" y="1767078"/>
                        </a:lnTo>
                        <a:lnTo>
                          <a:pt x="725462" y="1750521"/>
                        </a:lnTo>
                        <a:lnTo>
                          <a:pt x="725456" y="1750506"/>
                        </a:lnTo>
                        <a:lnTo>
                          <a:pt x="710822" y="1720857"/>
                        </a:lnTo>
                        <a:lnTo>
                          <a:pt x="709319" y="1715338"/>
                        </a:lnTo>
                        <a:lnTo>
                          <a:pt x="709317" y="1715334"/>
                        </a:lnTo>
                        <a:lnTo>
                          <a:pt x="647936" y="1581561"/>
                        </a:lnTo>
                        <a:lnTo>
                          <a:pt x="533024" y="1331118"/>
                        </a:lnTo>
                        <a:lnTo>
                          <a:pt x="522558" y="1300537"/>
                        </a:lnTo>
                        <a:lnTo>
                          <a:pt x="171245" y="534921"/>
                        </a:lnTo>
                        <a:lnTo>
                          <a:pt x="0" y="613908"/>
                        </a:lnTo>
                        <a:lnTo>
                          <a:pt x="92441" y="363181"/>
                        </a:lnTo>
                        <a:lnTo>
                          <a:pt x="92440" y="363179"/>
                        </a:lnTo>
                        <a:lnTo>
                          <a:pt x="162368" y="173515"/>
                        </a:lnTo>
                        <a:lnTo>
                          <a:pt x="162367" y="173514"/>
                        </a:lnTo>
                        <a:close/>
                      </a:path>
                    </a:pathLst>
                  </a:custGeom>
                  <a:solidFill>
                    <a:srgbClr val="01C5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3" name="Freeform: Shape 12">
                    <a:extLst>
                      <a:ext uri="{FF2B5EF4-FFF2-40B4-BE49-F238E27FC236}">
                        <a16:creationId xmlns:a16="http://schemas.microsoft.com/office/drawing/2014/main" id="{AF6AE42C-F2C9-425A-D25D-CBF10A9871F3}"/>
                      </a:ext>
                    </a:extLst>
                  </p:cNvPr>
                  <p:cNvSpPr/>
                  <p:nvPr/>
                </p:nvSpPr>
                <p:spPr>
                  <a:xfrm rot="17640000">
                    <a:off x="6375742" y="3998533"/>
                    <a:ext cx="2918276" cy="2676964"/>
                  </a:xfrm>
                  <a:custGeom>
                    <a:avLst/>
                    <a:gdLst>
                      <a:gd name="connsiteX0" fmla="*/ 742912 w 2063629"/>
                      <a:gd name="connsiteY0" fmla="*/ 1447116 h 1892987"/>
                      <a:gd name="connsiteX1" fmla="*/ 742912 w 2063629"/>
                      <a:gd name="connsiteY1" fmla="*/ 1447116 h 1892987"/>
                      <a:gd name="connsiteX2" fmla="*/ 1015429 w 2063629"/>
                      <a:gd name="connsiteY2" fmla="*/ 1061351 h 1892987"/>
                      <a:gd name="connsiteX3" fmla="*/ 1015429 w 2063629"/>
                      <a:gd name="connsiteY3" fmla="*/ 1061351 h 1892987"/>
                      <a:gd name="connsiteX4" fmla="*/ 518248 w 2063629"/>
                      <a:gd name="connsiteY4" fmla="*/ 126144 h 1892987"/>
                      <a:gd name="connsiteX5" fmla="*/ 524875 w 2063629"/>
                      <a:gd name="connsiteY5" fmla="*/ 159246 h 1892987"/>
                      <a:gd name="connsiteX6" fmla="*/ 560534 w 2063629"/>
                      <a:gd name="connsiteY6" fmla="*/ 280893 h 1892987"/>
                      <a:gd name="connsiteX7" fmla="*/ 595100 w 2063629"/>
                      <a:gd name="connsiteY7" fmla="*/ 377306 h 1892987"/>
                      <a:gd name="connsiteX8" fmla="*/ 560535 w 2063629"/>
                      <a:gd name="connsiteY8" fmla="*/ 280893 h 1892987"/>
                      <a:gd name="connsiteX9" fmla="*/ 524876 w 2063629"/>
                      <a:gd name="connsiteY9" fmla="*/ 159246 h 1892987"/>
                      <a:gd name="connsiteX10" fmla="*/ 171246 w 2063629"/>
                      <a:gd name="connsiteY10" fmla="*/ 534920 h 1892987"/>
                      <a:gd name="connsiteX11" fmla="*/ 171246 w 2063629"/>
                      <a:gd name="connsiteY11" fmla="*/ 534921 h 1892987"/>
                      <a:gd name="connsiteX12" fmla="*/ 173127 w 2063629"/>
                      <a:gd name="connsiteY12" fmla="*/ 534053 h 1892987"/>
                      <a:gd name="connsiteX13" fmla="*/ 652988 w 2063629"/>
                      <a:gd name="connsiteY13" fmla="*/ 1574410 h 1892987"/>
                      <a:gd name="connsiteX14" fmla="*/ 742911 w 2063629"/>
                      <a:gd name="connsiteY14" fmla="*/ 1447119 h 1892987"/>
                      <a:gd name="connsiteX15" fmla="*/ 742911 w 2063629"/>
                      <a:gd name="connsiteY15" fmla="*/ 1447117 h 1892987"/>
                      <a:gd name="connsiteX16" fmla="*/ 652988 w 2063629"/>
                      <a:gd name="connsiteY16" fmla="*/ 1574409 h 1892987"/>
                      <a:gd name="connsiteX17" fmla="*/ 173127 w 2063629"/>
                      <a:gd name="connsiteY17" fmla="*/ 534052 h 1892987"/>
                      <a:gd name="connsiteX18" fmla="*/ 226341 w 2063629"/>
                      <a:gd name="connsiteY18" fmla="*/ 0 h 1892987"/>
                      <a:gd name="connsiteX19" fmla="*/ 514245 w 2063629"/>
                      <a:gd name="connsiteY19" fmla="*/ 106149 h 1892987"/>
                      <a:gd name="connsiteX20" fmla="*/ 514245 w 2063629"/>
                      <a:gd name="connsiteY20" fmla="*/ 106150 h 1892987"/>
                      <a:gd name="connsiteX21" fmla="*/ 537322 w 2063629"/>
                      <a:gd name="connsiteY21" fmla="*/ 114658 h 1892987"/>
                      <a:gd name="connsiteX22" fmla="*/ 840248 w 2063629"/>
                      <a:gd name="connsiteY22" fmla="*/ 226346 h 1892987"/>
                      <a:gd name="connsiteX23" fmla="*/ 667118 w 2063629"/>
                      <a:gd name="connsiteY23" fmla="*/ 306200 h 1892987"/>
                      <a:gd name="connsiteX24" fmla="*/ 917106 w 2063629"/>
                      <a:gd name="connsiteY24" fmla="*/ 848185 h 1892987"/>
                      <a:gd name="connsiteX25" fmla="*/ 954870 w 2063629"/>
                      <a:gd name="connsiteY25" fmla="*/ 930057 h 1892987"/>
                      <a:gd name="connsiteX26" fmla="*/ 954871 w 2063629"/>
                      <a:gd name="connsiteY26" fmla="*/ 930058 h 1892987"/>
                      <a:gd name="connsiteX27" fmla="*/ 954872 w 2063629"/>
                      <a:gd name="connsiteY27" fmla="*/ 930060 h 1892987"/>
                      <a:gd name="connsiteX28" fmla="*/ 960773 w 2063629"/>
                      <a:gd name="connsiteY28" fmla="*/ 934512 h 1892987"/>
                      <a:gd name="connsiteX29" fmla="*/ 1045837 w 2063629"/>
                      <a:gd name="connsiteY29" fmla="*/ 964322 h 1892987"/>
                      <a:gd name="connsiteX30" fmla="*/ 1087841 w 2063629"/>
                      <a:gd name="connsiteY30" fmla="*/ 957615 h 1892987"/>
                      <a:gd name="connsiteX31" fmla="*/ 1106016 w 2063629"/>
                      <a:gd name="connsiteY31" fmla="*/ 949628 h 1892987"/>
                      <a:gd name="connsiteX32" fmla="*/ 1106018 w 2063629"/>
                      <a:gd name="connsiteY32" fmla="*/ 949626 h 1892987"/>
                      <a:gd name="connsiteX33" fmla="*/ 1106018 w 2063629"/>
                      <a:gd name="connsiteY33" fmla="*/ 949626 h 1892987"/>
                      <a:gd name="connsiteX34" fmla="*/ 1619307 w 2063629"/>
                      <a:gd name="connsiteY34" fmla="*/ 223034 h 1892987"/>
                      <a:gd name="connsiteX35" fmla="*/ 1622677 w 2063629"/>
                      <a:gd name="connsiteY35" fmla="*/ 225414 h 1892987"/>
                      <a:gd name="connsiteX36" fmla="*/ 1560308 w 2063629"/>
                      <a:gd name="connsiteY36" fmla="*/ 385629 h 1892987"/>
                      <a:gd name="connsiteX37" fmla="*/ 1460220 w 2063629"/>
                      <a:gd name="connsiteY37" fmla="*/ 574585 h 1892987"/>
                      <a:gd name="connsiteX38" fmla="*/ 1460220 w 2063629"/>
                      <a:gd name="connsiteY38" fmla="*/ 574585 h 1892987"/>
                      <a:gd name="connsiteX39" fmla="*/ 1560308 w 2063629"/>
                      <a:gd name="connsiteY39" fmla="*/ 385629 h 1892987"/>
                      <a:gd name="connsiteX40" fmla="*/ 1622677 w 2063629"/>
                      <a:gd name="connsiteY40" fmla="*/ 225414 h 1892987"/>
                      <a:gd name="connsiteX41" fmla="*/ 2002671 w 2063629"/>
                      <a:gd name="connsiteY41" fmla="*/ 493855 h 1892987"/>
                      <a:gd name="connsiteX42" fmla="*/ 2002671 w 2063629"/>
                      <a:gd name="connsiteY42" fmla="*/ 493855 h 1892987"/>
                      <a:gd name="connsiteX43" fmla="*/ 1261596 w 2063629"/>
                      <a:gd name="connsiteY43" fmla="*/ 1542893 h 1892987"/>
                      <a:gd name="connsiteX44" fmla="*/ 859611 w 2063629"/>
                      <a:gd name="connsiteY44" fmla="*/ 1612048 h 1892987"/>
                      <a:gd name="connsiteX45" fmla="*/ 780994 w 2063629"/>
                      <a:gd name="connsiteY45" fmla="*/ 1528759 h 1892987"/>
                      <a:gd name="connsiteX46" fmla="*/ 772156 w 2063629"/>
                      <a:gd name="connsiteY46" fmla="*/ 1510853 h 1892987"/>
                      <a:gd name="connsiteX47" fmla="*/ 772149 w 2063629"/>
                      <a:gd name="connsiteY47" fmla="*/ 1510837 h 1892987"/>
                      <a:gd name="connsiteX48" fmla="*/ 756323 w 2063629"/>
                      <a:gd name="connsiteY48" fmla="*/ 1478772 h 1892987"/>
                      <a:gd name="connsiteX49" fmla="*/ 754699 w 2063629"/>
                      <a:gd name="connsiteY49" fmla="*/ 1472804 h 1892987"/>
                      <a:gd name="connsiteX50" fmla="*/ 754697 w 2063629"/>
                      <a:gd name="connsiteY50" fmla="*/ 1472800 h 1892987"/>
                      <a:gd name="connsiteX51" fmla="*/ 742912 w 2063629"/>
                      <a:gd name="connsiteY51" fmla="*/ 1447117 h 1892987"/>
                      <a:gd name="connsiteX52" fmla="*/ 742912 w 2063629"/>
                      <a:gd name="connsiteY52" fmla="*/ 1447117 h 1892987"/>
                      <a:gd name="connsiteX53" fmla="*/ 754697 w 2063629"/>
                      <a:gd name="connsiteY53" fmla="*/ 1472800 h 1892987"/>
                      <a:gd name="connsiteX54" fmla="*/ 754699 w 2063629"/>
                      <a:gd name="connsiteY54" fmla="*/ 1472804 h 1892987"/>
                      <a:gd name="connsiteX55" fmla="*/ 756323 w 2063629"/>
                      <a:gd name="connsiteY55" fmla="*/ 1478773 h 1892987"/>
                      <a:gd name="connsiteX56" fmla="*/ 772149 w 2063629"/>
                      <a:gd name="connsiteY56" fmla="*/ 1510837 h 1892987"/>
                      <a:gd name="connsiteX57" fmla="*/ 772156 w 2063629"/>
                      <a:gd name="connsiteY57" fmla="*/ 1510853 h 1892987"/>
                      <a:gd name="connsiteX58" fmla="*/ 780994 w 2063629"/>
                      <a:gd name="connsiteY58" fmla="*/ 1528759 h 1892987"/>
                      <a:gd name="connsiteX59" fmla="*/ 859611 w 2063629"/>
                      <a:gd name="connsiteY59" fmla="*/ 1612048 h 1892987"/>
                      <a:gd name="connsiteX60" fmla="*/ 1261596 w 2063629"/>
                      <a:gd name="connsiteY60" fmla="*/ 1542893 h 1892987"/>
                      <a:gd name="connsiteX61" fmla="*/ 2002671 w 2063629"/>
                      <a:gd name="connsiteY61" fmla="*/ 493855 h 1892987"/>
                      <a:gd name="connsiteX62" fmla="*/ 2063629 w 2063629"/>
                      <a:gd name="connsiteY62" fmla="*/ 536917 h 1892987"/>
                      <a:gd name="connsiteX63" fmla="*/ 1275319 w 2063629"/>
                      <a:gd name="connsiteY63" fmla="*/ 1652819 h 1892987"/>
                      <a:gd name="connsiteX64" fmla="*/ 1272424 w 2063629"/>
                      <a:gd name="connsiteY64" fmla="*/ 1646541 h 1892987"/>
                      <a:gd name="connsiteX65" fmla="*/ 1178041 w 2063629"/>
                      <a:gd name="connsiteY65" fmla="*/ 1780146 h 1892987"/>
                      <a:gd name="connsiteX66" fmla="*/ 1154897 w 2063629"/>
                      <a:gd name="connsiteY66" fmla="*/ 1806776 h 1892987"/>
                      <a:gd name="connsiteX67" fmla="*/ 1154893 w 2063629"/>
                      <a:gd name="connsiteY67" fmla="*/ 1806781 h 1892987"/>
                      <a:gd name="connsiteX68" fmla="*/ 1142603 w 2063629"/>
                      <a:gd name="connsiteY68" fmla="*/ 1820921 h 1892987"/>
                      <a:gd name="connsiteX69" fmla="*/ 806331 w 2063629"/>
                      <a:gd name="connsiteY69" fmla="*/ 1844095 h 1892987"/>
                      <a:gd name="connsiteX70" fmla="*/ 765557 w 2063629"/>
                      <a:gd name="connsiteY70" fmla="*/ 1808656 h 1892987"/>
                      <a:gd name="connsiteX71" fmla="*/ 754226 w 2063629"/>
                      <a:gd name="connsiteY71" fmla="*/ 1793898 h 1892987"/>
                      <a:gd name="connsiteX72" fmla="*/ 733635 w 2063629"/>
                      <a:gd name="connsiteY72" fmla="*/ 1767078 h 1892987"/>
                      <a:gd name="connsiteX73" fmla="*/ 725462 w 2063629"/>
                      <a:gd name="connsiteY73" fmla="*/ 1750521 h 1892987"/>
                      <a:gd name="connsiteX74" fmla="*/ 725456 w 2063629"/>
                      <a:gd name="connsiteY74" fmla="*/ 1750506 h 1892987"/>
                      <a:gd name="connsiteX75" fmla="*/ 710822 w 2063629"/>
                      <a:gd name="connsiteY75" fmla="*/ 1720857 h 1892987"/>
                      <a:gd name="connsiteX76" fmla="*/ 709319 w 2063629"/>
                      <a:gd name="connsiteY76" fmla="*/ 1715338 h 1892987"/>
                      <a:gd name="connsiteX77" fmla="*/ 709317 w 2063629"/>
                      <a:gd name="connsiteY77" fmla="*/ 1715334 h 1892987"/>
                      <a:gd name="connsiteX78" fmla="*/ 647936 w 2063629"/>
                      <a:gd name="connsiteY78" fmla="*/ 1581561 h 1892987"/>
                      <a:gd name="connsiteX79" fmla="*/ 533024 w 2063629"/>
                      <a:gd name="connsiteY79" fmla="*/ 1331118 h 1892987"/>
                      <a:gd name="connsiteX80" fmla="*/ 522558 w 2063629"/>
                      <a:gd name="connsiteY80" fmla="*/ 1300537 h 1892987"/>
                      <a:gd name="connsiteX81" fmla="*/ 171245 w 2063629"/>
                      <a:gd name="connsiteY81" fmla="*/ 534921 h 1892987"/>
                      <a:gd name="connsiteX82" fmla="*/ 0 w 2063629"/>
                      <a:gd name="connsiteY82" fmla="*/ 613908 h 1892987"/>
                      <a:gd name="connsiteX83" fmla="*/ 92441 w 2063629"/>
                      <a:gd name="connsiteY83" fmla="*/ 363181 h 1892987"/>
                      <a:gd name="connsiteX84" fmla="*/ 92440 w 2063629"/>
                      <a:gd name="connsiteY84" fmla="*/ 363179 h 1892987"/>
                      <a:gd name="connsiteX85" fmla="*/ 162368 w 2063629"/>
                      <a:gd name="connsiteY85" fmla="*/ 173515 h 1892987"/>
                      <a:gd name="connsiteX86" fmla="*/ 162367 w 2063629"/>
                      <a:gd name="connsiteY86" fmla="*/ 173514 h 1892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2063629" h="1892987">
                        <a:moveTo>
                          <a:pt x="742912" y="1447116"/>
                        </a:moveTo>
                        <a:lnTo>
                          <a:pt x="742912" y="1447116"/>
                        </a:lnTo>
                        <a:lnTo>
                          <a:pt x="1015429" y="1061351"/>
                        </a:lnTo>
                        <a:lnTo>
                          <a:pt x="1015429" y="1061351"/>
                        </a:lnTo>
                        <a:close/>
                        <a:moveTo>
                          <a:pt x="518248" y="126144"/>
                        </a:moveTo>
                        <a:lnTo>
                          <a:pt x="524875" y="159246"/>
                        </a:lnTo>
                        <a:cubicBezTo>
                          <a:pt x="535642" y="200563"/>
                          <a:pt x="547591" y="241189"/>
                          <a:pt x="560534" y="280893"/>
                        </a:cubicBezTo>
                        <a:lnTo>
                          <a:pt x="595100" y="377306"/>
                        </a:lnTo>
                        <a:lnTo>
                          <a:pt x="560535" y="280893"/>
                        </a:lnTo>
                        <a:cubicBezTo>
                          <a:pt x="547591" y="241189"/>
                          <a:pt x="535643" y="200563"/>
                          <a:pt x="524876" y="159246"/>
                        </a:cubicBezTo>
                        <a:close/>
                        <a:moveTo>
                          <a:pt x="171246" y="534920"/>
                        </a:moveTo>
                        <a:lnTo>
                          <a:pt x="171246" y="534921"/>
                        </a:lnTo>
                        <a:lnTo>
                          <a:pt x="173127" y="534053"/>
                        </a:lnTo>
                        <a:lnTo>
                          <a:pt x="652988" y="1574410"/>
                        </a:lnTo>
                        <a:lnTo>
                          <a:pt x="742911" y="1447119"/>
                        </a:lnTo>
                        <a:lnTo>
                          <a:pt x="742911" y="1447117"/>
                        </a:lnTo>
                        <a:lnTo>
                          <a:pt x="652988" y="1574409"/>
                        </a:lnTo>
                        <a:lnTo>
                          <a:pt x="173127" y="534052"/>
                        </a:lnTo>
                        <a:close/>
                        <a:moveTo>
                          <a:pt x="226341" y="0"/>
                        </a:moveTo>
                        <a:lnTo>
                          <a:pt x="514245" y="106149"/>
                        </a:lnTo>
                        <a:lnTo>
                          <a:pt x="514245" y="106150"/>
                        </a:lnTo>
                        <a:lnTo>
                          <a:pt x="537322" y="114658"/>
                        </a:lnTo>
                        <a:lnTo>
                          <a:pt x="840248" y="226346"/>
                        </a:lnTo>
                        <a:lnTo>
                          <a:pt x="667118" y="306200"/>
                        </a:lnTo>
                        <a:lnTo>
                          <a:pt x="917106" y="848185"/>
                        </a:lnTo>
                        <a:lnTo>
                          <a:pt x="954870" y="930057"/>
                        </a:lnTo>
                        <a:lnTo>
                          <a:pt x="954871" y="930058"/>
                        </a:lnTo>
                        <a:lnTo>
                          <a:pt x="954872" y="930060"/>
                        </a:lnTo>
                        <a:lnTo>
                          <a:pt x="960773" y="934512"/>
                        </a:lnTo>
                        <a:cubicBezTo>
                          <a:pt x="990996" y="953576"/>
                          <a:pt x="1019701" y="963946"/>
                          <a:pt x="1045837" y="964322"/>
                        </a:cubicBezTo>
                        <a:cubicBezTo>
                          <a:pt x="1058905" y="964508"/>
                          <a:pt x="1072965" y="962221"/>
                          <a:pt x="1087841" y="957615"/>
                        </a:cubicBezTo>
                        <a:lnTo>
                          <a:pt x="1106016" y="949628"/>
                        </a:lnTo>
                        <a:lnTo>
                          <a:pt x="1106018" y="949626"/>
                        </a:lnTo>
                        <a:lnTo>
                          <a:pt x="1106018" y="949626"/>
                        </a:lnTo>
                        <a:lnTo>
                          <a:pt x="1619307" y="223034"/>
                        </a:lnTo>
                        <a:lnTo>
                          <a:pt x="1622677" y="225414"/>
                        </a:lnTo>
                        <a:lnTo>
                          <a:pt x="1560308" y="385629"/>
                        </a:lnTo>
                        <a:lnTo>
                          <a:pt x="1460220" y="574585"/>
                        </a:lnTo>
                        <a:lnTo>
                          <a:pt x="1460220" y="574585"/>
                        </a:lnTo>
                        <a:cubicBezTo>
                          <a:pt x="1495683" y="516012"/>
                          <a:pt x="1529512" y="452604"/>
                          <a:pt x="1560308" y="385629"/>
                        </a:cubicBezTo>
                        <a:lnTo>
                          <a:pt x="1622677" y="225414"/>
                        </a:lnTo>
                        <a:lnTo>
                          <a:pt x="2002671" y="493855"/>
                        </a:lnTo>
                        <a:lnTo>
                          <a:pt x="2002671" y="493855"/>
                        </a:lnTo>
                        <a:lnTo>
                          <a:pt x="1261596" y="1542893"/>
                        </a:lnTo>
                        <a:cubicBezTo>
                          <a:pt x="1169688" y="1672994"/>
                          <a:pt x="989713" y="1703955"/>
                          <a:pt x="859611" y="1612048"/>
                        </a:cubicBezTo>
                        <a:cubicBezTo>
                          <a:pt x="827086" y="1589072"/>
                          <a:pt x="800757" y="1560590"/>
                          <a:pt x="780994" y="1528759"/>
                        </a:cubicBezTo>
                        <a:lnTo>
                          <a:pt x="772156" y="1510853"/>
                        </a:lnTo>
                        <a:lnTo>
                          <a:pt x="772149" y="1510837"/>
                        </a:lnTo>
                        <a:lnTo>
                          <a:pt x="756323" y="1478772"/>
                        </a:lnTo>
                        <a:lnTo>
                          <a:pt x="754699" y="1472804"/>
                        </a:lnTo>
                        <a:lnTo>
                          <a:pt x="754697" y="1472800"/>
                        </a:lnTo>
                        <a:lnTo>
                          <a:pt x="742912" y="1447117"/>
                        </a:lnTo>
                        <a:lnTo>
                          <a:pt x="742912" y="1447117"/>
                        </a:lnTo>
                        <a:lnTo>
                          <a:pt x="754697" y="1472800"/>
                        </a:lnTo>
                        <a:lnTo>
                          <a:pt x="754699" y="1472804"/>
                        </a:lnTo>
                        <a:lnTo>
                          <a:pt x="756323" y="1478773"/>
                        </a:lnTo>
                        <a:lnTo>
                          <a:pt x="772149" y="1510837"/>
                        </a:lnTo>
                        <a:lnTo>
                          <a:pt x="772156" y="1510853"/>
                        </a:lnTo>
                        <a:lnTo>
                          <a:pt x="780994" y="1528759"/>
                        </a:lnTo>
                        <a:cubicBezTo>
                          <a:pt x="800757" y="1560590"/>
                          <a:pt x="827086" y="1589072"/>
                          <a:pt x="859611" y="1612048"/>
                        </a:cubicBezTo>
                        <a:cubicBezTo>
                          <a:pt x="989713" y="1703956"/>
                          <a:pt x="1169688" y="1672994"/>
                          <a:pt x="1261596" y="1542893"/>
                        </a:cubicBezTo>
                        <a:lnTo>
                          <a:pt x="2002671" y="493855"/>
                        </a:lnTo>
                        <a:lnTo>
                          <a:pt x="2063629" y="536917"/>
                        </a:lnTo>
                        <a:lnTo>
                          <a:pt x="1275319" y="1652819"/>
                        </a:lnTo>
                        <a:lnTo>
                          <a:pt x="1272424" y="1646541"/>
                        </a:lnTo>
                        <a:lnTo>
                          <a:pt x="1178041" y="1780146"/>
                        </a:lnTo>
                        <a:lnTo>
                          <a:pt x="1154897" y="1806776"/>
                        </a:lnTo>
                        <a:lnTo>
                          <a:pt x="1154893" y="1806781"/>
                        </a:lnTo>
                        <a:lnTo>
                          <a:pt x="1142603" y="1820921"/>
                        </a:lnTo>
                        <a:cubicBezTo>
                          <a:pt x="1052170" y="1905833"/>
                          <a:pt x="911596" y="1918457"/>
                          <a:pt x="806331" y="1844095"/>
                        </a:cubicBezTo>
                        <a:cubicBezTo>
                          <a:pt x="791293" y="1833472"/>
                          <a:pt x="777687" y="1821577"/>
                          <a:pt x="765557" y="1808656"/>
                        </a:cubicBezTo>
                        <a:lnTo>
                          <a:pt x="754226" y="1793898"/>
                        </a:lnTo>
                        <a:lnTo>
                          <a:pt x="733635" y="1767078"/>
                        </a:lnTo>
                        <a:lnTo>
                          <a:pt x="725462" y="1750521"/>
                        </a:lnTo>
                        <a:lnTo>
                          <a:pt x="725456" y="1750506"/>
                        </a:lnTo>
                        <a:lnTo>
                          <a:pt x="710822" y="1720857"/>
                        </a:lnTo>
                        <a:lnTo>
                          <a:pt x="709319" y="1715338"/>
                        </a:lnTo>
                        <a:lnTo>
                          <a:pt x="709317" y="1715334"/>
                        </a:lnTo>
                        <a:lnTo>
                          <a:pt x="647936" y="1581561"/>
                        </a:lnTo>
                        <a:lnTo>
                          <a:pt x="533024" y="1331118"/>
                        </a:lnTo>
                        <a:lnTo>
                          <a:pt x="522558" y="1300537"/>
                        </a:lnTo>
                        <a:lnTo>
                          <a:pt x="171245" y="534921"/>
                        </a:lnTo>
                        <a:lnTo>
                          <a:pt x="0" y="613908"/>
                        </a:lnTo>
                        <a:lnTo>
                          <a:pt x="92441" y="363181"/>
                        </a:lnTo>
                        <a:lnTo>
                          <a:pt x="92440" y="363179"/>
                        </a:lnTo>
                        <a:lnTo>
                          <a:pt x="162368" y="173515"/>
                        </a:lnTo>
                        <a:lnTo>
                          <a:pt x="162367" y="173514"/>
                        </a:lnTo>
                        <a:close/>
                      </a:path>
                    </a:pathLst>
                  </a:custGeom>
                  <a:solidFill>
                    <a:srgbClr val="019BA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dirty="0"/>
                  </a:p>
                </p:txBody>
              </p:sp>
            </p:grpSp>
          </p:grpSp>
        </p:grpSp>
        <p:sp>
          <p:nvSpPr>
            <p:cNvPr id="6" name="Freeform: Shape 5">
              <a:extLst>
                <a:ext uri="{FF2B5EF4-FFF2-40B4-BE49-F238E27FC236}">
                  <a16:creationId xmlns:a16="http://schemas.microsoft.com/office/drawing/2014/main" id="{432B2AED-38CB-11E3-9782-6087B93E291C}"/>
                </a:ext>
              </a:extLst>
            </p:cNvPr>
            <p:cNvSpPr/>
            <p:nvPr/>
          </p:nvSpPr>
          <p:spPr>
            <a:xfrm>
              <a:off x="5439833" y="3076991"/>
              <a:ext cx="2148222" cy="2139049"/>
            </a:xfrm>
            <a:custGeom>
              <a:avLst/>
              <a:gdLst>
                <a:gd name="connsiteX0" fmla="*/ 3451897 w 4008432"/>
                <a:gd name="connsiteY0" fmla="*/ 3189664 h 3991319"/>
                <a:gd name="connsiteX1" fmla="*/ 3470500 w 4008432"/>
                <a:gd name="connsiteY1" fmla="*/ 3212211 h 3991319"/>
                <a:gd name="connsiteX2" fmla="*/ 3508328 w 4008432"/>
                <a:gd name="connsiteY2" fmla="*/ 3243422 h 3991319"/>
                <a:gd name="connsiteX3" fmla="*/ 3548036 w 4008432"/>
                <a:gd name="connsiteY3" fmla="*/ 3264975 h 3991319"/>
                <a:gd name="connsiteX4" fmla="*/ 3421411 w 4008432"/>
                <a:gd name="connsiteY4" fmla="*/ 3404298 h 3991319"/>
                <a:gd name="connsiteX5" fmla="*/ 2004216 w 4008432"/>
                <a:gd name="connsiteY5" fmla="*/ 3991319 h 3991319"/>
                <a:gd name="connsiteX6" fmla="*/ 587022 w 4008432"/>
                <a:gd name="connsiteY6" fmla="*/ 3404298 h 3991319"/>
                <a:gd name="connsiteX7" fmla="*/ 460396 w 4008432"/>
                <a:gd name="connsiteY7" fmla="*/ 3264975 h 3991319"/>
                <a:gd name="connsiteX8" fmla="*/ 500105 w 4008432"/>
                <a:gd name="connsiteY8" fmla="*/ 3243422 h 3991319"/>
                <a:gd name="connsiteX9" fmla="*/ 537932 w 4008432"/>
                <a:gd name="connsiteY9" fmla="*/ 3212211 h 3991319"/>
                <a:gd name="connsiteX10" fmla="*/ 556536 w 4008432"/>
                <a:gd name="connsiteY10" fmla="*/ 3189664 h 3991319"/>
                <a:gd name="connsiteX11" fmla="*/ 673244 w 4008432"/>
                <a:gd name="connsiteY11" fmla="*/ 3318076 h 3991319"/>
                <a:gd name="connsiteX12" fmla="*/ 2004216 w 4008432"/>
                <a:gd name="connsiteY12" fmla="*/ 3869382 h 3991319"/>
                <a:gd name="connsiteX13" fmla="*/ 3335188 w 4008432"/>
                <a:gd name="connsiteY13" fmla="*/ 3318076 h 3991319"/>
                <a:gd name="connsiteX14" fmla="*/ 2253465 w 4008432"/>
                <a:gd name="connsiteY14" fmla="*/ 0 h 3991319"/>
                <a:gd name="connsiteX15" fmla="*/ 2408136 w 4008432"/>
                <a:gd name="connsiteY15" fmla="*/ 23606 h 3991319"/>
                <a:gd name="connsiteX16" fmla="*/ 4008432 w 4008432"/>
                <a:gd name="connsiteY16" fmla="*/ 1987103 h 3991319"/>
                <a:gd name="connsiteX17" fmla="*/ 3850931 w 4008432"/>
                <a:gd name="connsiteY17" fmla="*/ 2767235 h 3991319"/>
                <a:gd name="connsiteX18" fmla="*/ 3816750 w 4008432"/>
                <a:gd name="connsiteY18" fmla="*/ 2838191 h 3991319"/>
                <a:gd name="connsiteX19" fmla="*/ 3794139 w 4008432"/>
                <a:gd name="connsiteY19" fmla="*/ 2819535 h 3991319"/>
                <a:gd name="connsiteX20" fmla="*/ 3750722 w 4008432"/>
                <a:gd name="connsiteY20" fmla="*/ 2795969 h 3991319"/>
                <a:gd name="connsiteX21" fmla="*/ 3708225 w 4008432"/>
                <a:gd name="connsiteY21" fmla="*/ 2782777 h 3991319"/>
                <a:gd name="connsiteX22" fmla="*/ 3738576 w 4008432"/>
                <a:gd name="connsiteY22" fmla="*/ 2719771 h 3991319"/>
                <a:gd name="connsiteX23" fmla="*/ 3886495 w 4008432"/>
                <a:gd name="connsiteY23" fmla="*/ 1987103 h 3991319"/>
                <a:gd name="connsiteX24" fmla="*/ 2383561 w 4008432"/>
                <a:gd name="connsiteY24" fmla="*/ 143065 h 3991319"/>
                <a:gd name="connsiteX25" fmla="*/ 2249683 w 4008432"/>
                <a:gd name="connsiteY25" fmla="*/ 122633 h 3991319"/>
                <a:gd name="connsiteX26" fmla="*/ 2254618 w 4008432"/>
                <a:gd name="connsiteY26" fmla="*/ 106735 h 3991319"/>
                <a:gd name="connsiteX27" fmla="*/ 2259810 w 4008432"/>
                <a:gd name="connsiteY27" fmla="*/ 55224 h 3991319"/>
                <a:gd name="connsiteX28" fmla="*/ 2254618 w 4008432"/>
                <a:gd name="connsiteY28" fmla="*/ 3713 h 3991319"/>
                <a:gd name="connsiteX29" fmla="*/ 1754965 w 4008432"/>
                <a:gd name="connsiteY29" fmla="*/ 0 h 3991319"/>
                <a:gd name="connsiteX30" fmla="*/ 1753813 w 4008432"/>
                <a:gd name="connsiteY30" fmla="*/ 3713 h 3991319"/>
                <a:gd name="connsiteX31" fmla="*/ 1748620 w 4008432"/>
                <a:gd name="connsiteY31" fmla="*/ 55224 h 3991319"/>
                <a:gd name="connsiteX32" fmla="*/ 1753813 w 4008432"/>
                <a:gd name="connsiteY32" fmla="*/ 106735 h 3991319"/>
                <a:gd name="connsiteX33" fmla="*/ 1758748 w 4008432"/>
                <a:gd name="connsiteY33" fmla="*/ 122633 h 3991319"/>
                <a:gd name="connsiteX34" fmla="*/ 1624871 w 4008432"/>
                <a:gd name="connsiteY34" fmla="*/ 143065 h 3991319"/>
                <a:gd name="connsiteX35" fmla="*/ 121937 w 4008432"/>
                <a:gd name="connsiteY35" fmla="*/ 1987103 h 3991319"/>
                <a:gd name="connsiteX36" fmla="*/ 269856 w 4008432"/>
                <a:gd name="connsiteY36" fmla="*/ 2719771 h 3991319"/>
                <a:gd name="connsiteX37" fmla="*/ 300208 w 4008432"/>
                <a:gd name="connsiteY37" fmla="*/ 2782777 h 3991319"/>
                <a:gd name="connsiteX38" fmla="*/ 257710 w 4008432"/>
                <a:gd name="connsiteY38" fmla="*/ 2795969 h 3991319"/>
                <a:gd name="connsiteX39" fmla="*/ 214294 w 4008432"/>
                <a:gd name="connsiteY39" fmla="*/ 2819535 h 3991319"/>
                <a:gd name="connsiteX40" fmla="*/ 191683 w 4008432"/>
                <a:gd name="connsiteY40" fmla="*/ 2838191 h 3991319"/>
                <a:gd name="connsiteX41" fmla="*/ 157501 w 4008432"/>
                <a:gd name="connsiteY41" fmla="*/ 2767235 h 3991319"/>
                <a:gd name="connsiteX42" fmla="*/ 0 w 4008432"/>
                <a:gd name="connsiteY42" fmla="*/ 1987103 h 3991319"/>
                <a:gd name="connsiteX43" fmla="*/ 1600297 w 4008432"/>
                <a:gd name="connsiteY43" fmla="*/ 23606 h 399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008432" h="3991319">
                  <a:moveTo>
                    <a:pt x="3451897" y="3189664"/>
                  </a:moveTo>
                  <a:lnTo>
                    <a:pt x="3470500" y="3212211"/>
                  </a:lnTo>
                  <a:cubicBezTo>
                    <a:pt x="3482064" y="3223775"/>
                    <a:pt x="3494730" y="3234235"/>
                    <a:pt x="3508328" y="3243422"/>
                  </a:cubicBezTo>
                  <a:lnTo>
                    <a:pt x="3548036" y="3264975"/>
                  </a:lnTo>
                  <a:lnTo>
                    <a:pt x="3421411" y="3404298"/>
                  </a:lnTo>
                  <a:cubicBezTo>
                    <a:pt x="3058719" y="3766990"/>
                    <a:pt x="2557665" y="3991319"/>
                    <a:pt x="2004216" y="3991319"/>
                  </a:cubicBezTo>
                  <a:cubicBezTo>
                    <a:pt x="1450767" y="3991319"/>
                    <a:pt x="949713" y="3766990"/>
                    <a:pt x="587022" y="3404298"/>
                  </a:cubicBezTo>
                  <a:lnTo>
                    <a:pt x="460396" y="3264975"/>
                  </a:lnTo>
                  <a:lnTo>
                    <a:pt x="500105" y="3243422"/>
                  </a:lnTo>
                  <a:cubicBezTo>
                    <a:pt x="513703" y="3234235"/>
                    <a:pt x="526369" y="3223775"/>
                    <a:pt x="537932" y="3212211"/>
                  </a:cubicBezTo>
                  <a:lnTo>
                    <a:pt x="556536" y="3189664"/>
                  </a:lnTo>
                  <a:lnTo>
                    <a:pt x="673244" y="3318076"/>
                  </a:lnTo>
                  <a:cubicBezTo>
                    <a:pt x="1013870" y="3658701"/>
                    <a:pt x="1484439" y="3869382"/>
                    <a:pt x="2004216" y="3869382"/>
                  </a:cubicBezTo>
                  <a:cubicBezTo>
                    <a:pt x="2523993" y="3869382"/>
                    <a:pt x="2994563" y="3658701"/>
                    <a:pt x="3335188" y="3318076"/>
                  </a:cubicBezTo>
                  <a:close/>
                  <a:moveTo>
                    <a:pt x="2253465" y="0"/>
                  </a:moveTo>
                  <a:lnTo>
                    <a:pt x="2408136" y="23606"/>
                  </a:lnTo>
                  <a:cubicBezTo>
                    <a:pt x="3321423" y="210491"/>
                    <a:pt x="4008432" y="1018567"/>
                    <a:pt x="4008432" y="1987103"/>
                  </a:cubicBezTo>
                  <a:cubicBezTo>
                    <a:pt x="4008432" y="2263828"/>
                    <a:pt x="3952350" y="2527454"/>
                    <a:pt x="3850931" y="2767235"/>
                  </a:cubicBezTo>
                  <a:lnTo>
                    <a:pt x="3816750" y="2838191"/>
                  </a:lnTo>
                  <a:lnTo>
                    <a:pt x="3794139" y="2819535"/>
                  </a:lnTo>
                  <a:cubicBezTo>
                    <a:pt x="3780541" y="2810348"/>
                    <a:pt x="3766012" y="2802436"/>
                    <a:pt x="3750722" y="2795969"/>
                  </a:cubicBezTo>
                  <a:lnTo>
                    <a:pt x="3708225" y="2782777"/>
                  </a:lnTo>
                  <a:lnTo>
                    <a:pt x="3738576" y="2719771"/>
                  </a:lnTo>
                  <a:cubicBezTo>
                    <a:pt x="3833825" y="2494578"/>
                    <a:pt x="3886495" y="2246992"/>
                    <a:pt x="3886495" y="1987103"/>
                  </a:cubicBezTo>
                  <a:cubicBezTo>
                    <a:pt x="3886495" y="1077493"/>
                    <a:pt x="3241284" y="318581"/>
                    <a:pt x="2383561" y="143065"/>
                  </a:cubicBezTo>
                  <a:lnTo>
                    <a:pt x="2249683" y="122633"/>
                  </a:lnTo>
                  <a:lnTo>
                    <a:pt x="2254618" y="106735"/>
                  </a:lnTo>
                  <a:cubicBezTo>
                    <a:pt x="2258022" y="90097"/>
                    <a:pt x="2259810" y="72869"/>
                    <a:pt x="2259810" y="55224"/>
                  </a:cubicBezTo>
                  <a:cubicBezTo>
                    <a:pt x="2259810" y="37579"/>
                    <a:pt x="2258022" y="20351"/>
                    <a:pt x="2254618" y="3713"/>
                  </a:cubicBezTo>
                  <a:close/>
                  <a:moveTo>
                    <a:pt x="1754965" y="0"/>
                  </a:moveTo>
                  <a:lnTo>
                    <a:pt x="1753813" y="3713"/>
                  </a:lnTo>
                  <a:cubicBezTo>
                    <a:pt x="1750408" y="20351"/>
                    <a:pt x="1748620" y="37579"/>
                    <a:pt x="1748620" y="55224"/>
                  </a:cubicBezTo>
                  <a:cubicBezTo>
                    <a:pt x="1748620" y="72869"/>
                    <a:pt x="1750408" y="90097"/>
                    <a:pt x="1753813" y="106735"/>
                  </a:cubicBezTo>
                  <a:lnTo>
                    <a:pt x="1758748" y="122633"/>
                  </a:lnTo>
                  <a:lnTo>
                    <a:pt x="1624871" y="143065"/>
                  </a:lnTo>
                  <a:cubicBezTo>
                    <a:pt x="767149" y="318581"/>
                    <a:pt x="121937" y="1077493"/>
                    <a:pt x="121937" y="1987103"/>
                  </a:cubicBezTo>
                  <a:cubicBezTo>
                    <a:pt x="121937" y="2246992"/>
                    <a:pt x="174608" y="2494578"/>
                    <a:pt x="269856" y="2719771"/>
                  </a:cubicBezTo>
                  <a:lnTo>
                    <a:pt x="300208" y="2782777"/>
                  </a:lnTo>
                  <a:lnTo>
                    <a:pt x="257710" y="2795969"/>
                  </a:lnTo>
                  <a:cubicBezTo>
                    <a:pt x="242421" y="2802436"/>
                    <a:pt x="227892" y="2810348"/>
                    <a:pt x="214294" y="2819535"/>
                  </a:cubicBezTo>
                  <a:lnTo>
                    <a:pt x="191683" y="2838191"/>
                  </a:lnTo>
                  <a:lnTo>
                    <a:pt x="157501" y="2767235"/>
                  </a:lnTo>
                  <a:cubicBezTo>
                    <a:pt x="56083" y="2527454"/>
                    <a:pt x="0" y="2263828"/>
                    <a:pt x="0" y="1987103"/>
                  </a:cubicBezTo>
                  <a:cubicBezTo>
                    <a:pt x="0" y="1018567"/>
                    <a:pt x="687009" y="210491"/>
                    <a:pt x="1600297" y="23606"/>
                  </a:cubicBezTo>
                  <a:close/>
                </a:path>
              </a:pathLst>
            </a:custGeom>
            <a:solidFill>
              <a:srgbClr val="014F5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solidFill>
                  <a:schemeClr val="tx1"/>
                </a:solidFill>
              </a:endParaRPr>
            </a:p>
          </p:txBody>
        </p:sp>
      </p:grpSp>
      <p:sp>
        <p:nvSpPr>
          <p:cNvPr id="14" name="Oval 13">
            <a:extLst>
              <a:ext uri="{FF2B5EF4-FFF2-40B4-BE49-F238E27FC236}">
                <a16:creationId xmlns:a16="http://schemas.microsoft.com/office/drawing/2014/main" id="{5750CBA0-681C-5FE4-F418-6E97C6BDC7A1}"/>
              </a:ext>
            </a:extLst>
          </p:cNvPr>
          <p:cNvSpPr/>
          <p:nvPr/>
        </p:nvSpPr>
        <p:spPr>
          <a:xfrm>
            <a:off x="5997079" y="2300581"/>
            <a:ext cx="193570" cy="193570"/>
          </a:xfrm>
          <a:prstGeom prst="ellipse">
            <a:avLst/>
          </a:prstGeom>
          <a:solidFill>
            <a:srgbClr val="01C5C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Oval 14">
            <a:extLst>
              <a:ext uri="{FF2B5EF4-FFF2-40B4-BE49-F238E27FC236}">
                <a16:creationId xmlns:a16="http://schemas.microsoft.com/office/drawing/2014/main" id="{3F411C46-A379-E232-7AA3-C0B8BE3A6DD4}"/>
              </a:ext>
            </a:extLst>
          </p:cNvPr>
          <p:cNvSpPr/>
          <p:nvPr/>
        </p:nvSpPr>
        <p:spPr>
          <a:xfrm>
            <a:off x="5112278" y="3893825"/>
            <a:ext cx="193570" cy="193570"/>
          </a:xfrm>
          <a:prstGeom prst="ellipse">
            <a:avLst/>
          </a:prstGeom>
          <a:solidFill>
            <a:srgbClr val="01676D"/>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Oval 15">
            <a:extLst>
              <a:ext uri="{FF2B5EF4-FFF2-40B4-BE49-F238E27FC236}">
                <a16:creationId xmlns:a16="http://schemas.microsoft.com/office/drawing/2014/main" id="{F24DCC0D-A1DD-4305-17E0-00457E728D2A}"/>
              </a:ext>
            </a:extLst>
          </p:cNvPr>
          <p:cNvSpPr/>
          <p:nvPr/>
        </p:nvSpPr>
        <p:spPr>
          <a:xfrm>
            <a:off x="6879758" y="3893825"/>
            <a:ext cx="193570" cy="193570"/>
          </a:xfrm>
          <a:prstGeom prst="ellipse">
            <a:avLst/>
          </a:prstGeom>
          <a:solidFill>
            <a:srgbClr val="019BA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17" name="Group 16">
            <a:extLst>
              <a:ext uri="{FF2B5EF4-FFF2-40B4-BE49-F238E27FC236}">
                <a16:creationId xmlns:a16="http://schemas.microsoft.com/office/drawing/2014/main" id="{C6268C19-E89A-7B4B-9481-7477545A1094}"/>
              </a:ext>
            </a:extLst>
          </p:cNvPr>
          <p:cNvGrpSpPr/>
          <p:nvPr/>
        </p:nvGrpSpPr>
        <p:grpSpPr>
          <a:xfrm>
            <a:off x="5576689" y="956802"/>
            <a:ext cx="1031828" cy="1327259"/>
            <a:chOff x="6006497" y="1668279"/>
            <a:chExt cx="1031828" cy="1327259"/>
          </a:xfrm>
        </p:grpSpPr>
        <p:grpSp>
          <p:nvGrpSpPr>
            <p:cNvPr id="18" name="Group 17">
              <a:extLst>
                <a:ext uri="{FF2B5EF4-FFF2-40B4-BE49-F238E27FC236}">
                  <a16:creationId xmlns:a16="http://schemas.microsoft.com/office/drawing/2014/main" id="{E5671F6C-E598-3D72-54C3-336FD8DC0B7B}"/>
                </a:ext>
              </a:extLst>
            </p:cNvPr>
            <p:cNvGrpSpPr/>
            <p:nvPr/>
          </p:nvGrpSpPr>
          <p:grpSpPr>
            <a:xfrm>
              <a:off x="6006497" y="1668279"/>
              <a:ext cx="1031828" cy="1327259"/>
              <a:chOff x="5587397" y="1214136"/>
              <a:chExt cx="1031828" cy="1327259"/>
            </a:xfrm>
          </p:grpSpPr>
          <p:sp>
            <p:nvSpPr>
              <p:cNvPr id="20" name="Freeform: Shape 19">
                <a:extLst>
                  <a:ext uri="{FF2B5EF4-FFF2-40B4-BE49-F238E27FC236}">
                    <a16:creationId xmlns:a16="http://schemas.microsoft.com/office/drawing/2014/main" id="{8EA2B315-7B68-8B62-9A3B-A774D21E42E9}"/>
                  </a:ext>
                </a:extLst>
              </p:cNvPr>
              <p:cNvSpPr/>
              <p:nvPr/>
            </p:nvSpPr>
            <p:spPr>
              <a:xfrm flipV="1">
                <a:off x="5587397" y="1214136"/>
                <a:ext cx="1031828" cy="1327259"/>
              </a:xfrm>
              <a:custGeom>
                <a:avLst/>
                <a:gdLst>
                  <a:gd name="connsiteX0" fmla="*/ 515914 w 1031828"/>
                  <a:gd name="connsiteY0" fmla="*/ 1327259 h 1327259"/>
                  <a:gd name="connsiteX1" fmla="*/ 1031828 w 1031828"/>
                  <a:gd name="connsiteY1" fmla="*/ 811345 h 1327259"/>
                  <a:gd name="connsiteX2" fmla="*/ 716731 w 1031828"/>
                  <a:gd name="connsiteY2" fmla="*/ 335974 h 1327259"/>
                  <a:gd name="connsiteX3" fmla="*/ 645960 w 1031828"/>
                  <a:gd name="connsiteY3" fmla="*/ 314006 h 1327259"/>
                  <a:gd name="connsiteX4" fmla="*/ 515914 w 1031828"/>
                  <a:gd name="connsiteY4" fmla="*/ 0 h 1327259"/>
                  <a:gd name="connsiteX5" fmla="*/ 385868 w 1031828"/>
                  <a:gd name="connsiteY5" fmla="*/ 314006 h 1327259"/>
                  <a:gd name="connsiteX6" fmla="*/ 315097 w 1031828"/>
                  <a:gd name="connsiteY6" fmla="*/ 335974 h 1327259"/>
                  <a:gd name="connsiteX7" fmla="*/ 0 w 1031828"/>
                  <a:gd name="connsiteY7" fmla="*/ 811345 h 1327259"/>
                  <a:gd name="connsiteX8" fmla="*/ 515914 w 1031828"/>
                  <a:gd name="connsiteY8" fmla="*/ 1327259 h 132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1828" h="1327259">
                    <a:moveTo>
                      <a:pt x="515914" y="1327259"/>
                    </a:moveTo>
                    <a:cubicBezTo>
                      <a:pt x="800845" y="1327259"/>
                      <a:pt x="1031828" y="1096276"/>
                      <a:pt x="1031828" y="811345"/>
                    </a:cubicBezTo>
                    <a:cubicBezTo>
                      <a:pt x="1031828" y="597647"/>
                      <a:pt x="901900" y="414294"/>
                      <a:pt x="716731" y="335974"/>
                    </a:cubicBezTo>
                    <a:lnTo>
                      <a:pt x="645960" y="314006"/>
                    </a:lnTo>
                    <a:lnTo>
                      <a:pt x="515914" y="0"/>
                    </a:lnTo>
                    <a:lnTo>
                      <a:pt x="385868" y="314006"/>
                    </a:lnTo>
                    <a:lnTo>
                      <a:pt x="315097" y="335974"/>
                    </a:lnTo>
                    <a:cubicBezTo>
                      <a:pt x="129928" y="414294"/>
                      <a:pt x="0" y="597647"/>
                      <a:pt x="0" y="811345"/>
                    </a:cubicBezTo>
                    <a:cubicBezTo>
                      <a:pt x="0" y="1096276"/>
                      <a:pt x="230983" y="1327259"/>
                      <a:pt x="515914" y="1327259"/>
                    </a:cubicBezTo>
                    <a:close/>
                  </a:path>
                </a:pathLst>
              </a:custGeom>
              <a:solidFill>
                <a:srgbClr val="01C5C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1" name="Oval 20">
                <a:extLst>
                  <a:ext uri="{FF2B5EF4-FFF2-40B4-BE49-F238E27FC236}">
                    <a16:creationId xmlns:a16="http://schemas.microsoft.com/office/drawing/2014/main" id="{61C76384-5781-F4F2-6364-77E5E2D7B01D}"/>
                  </a:ext>
                </a:extLst>
              </p:cNvPr>
              <p:cNvSpPr/>
              <p:nvPr/>
            </p:nvSpPr>
            <p:spPr>
              <a:xfrm>
                <a:off x="5693617" y="1298562"/>
                <a:ext cx="865065" cy="865065"/>
              </a:xfrm>
              <a:prstGeom prst="ellipse">
                <a:avLst/>
              </a:prstGeom>
              <a:solidFill>
                <a:srgbClr val="014F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pic>
          <p:nvPicPr>
            <p:cNvPr id="19" name="Graphic 18" descr="Renewable Energy outline">
              <a:extLst>
                <a:ext uri="{FF2B5EF4-FFF2-40B4-BE49-F238E27FC236}">
                  <a16:creationId xmlns:a16="http://schemas.microsoft.com/office/drawing/2014/main" id="{AF8310AC-A1BC-AF2B-DD00-9C544FBF71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14566" y="1834559"/>
              <a:ext cx="665295" cy="665295"/>
            </a:xfrm>
            <a:prstGeom prst="rect">
              <a:avLst/>
            </a:prstGeom>
          </p:spPr>
        </p:pic>
      </p:grpSp>
      <p:grpSp>
        <p:nvGrpSpPr>
          <p:cNvPr id="22" name="Group 21">
            <a:extLst>
              <a:ext uri="{FF2B5EF4-FFF2-40B4-BE49-F238E27FC236}">
                <a16:creationId xmlns:a16="http://schemas.microsoft.com/office/drawing/2014/main" id="{7C5B059C-E5FB-F322-8F33-1C2EB07E713F}"/>
              </a:ext>
            </a:extLst>
          </p:cNvPr>
          <p:cNvGrpSpPr/>
          <p:nvPr/>
        </p:nvGrpSpPr>
        <p:grpSpPr>
          <a:xfrm>
            <a:off x="3894385" y="3893681"/>
            <a:ext cx="1327259" cy="1031828"/>
            <a:chOff x="4281458" y="4577512"/>
            <a:chExt cx="1327259" cy="1031828"/>
          </a:xfrm>
        </p:grpSpPr>
        <p:grpSp>
          <p:nvGrpSpPr>
            <p:cNvPr id="23" name="Group 22">
              <a:extLst>
                <a:ext uri="{FF2B5EF4-FFF2-40B4-BE49-F238E27FC236}">
                  <a16:creationId xmlns:a16="http://schemas.microsoft.com/office/drawing/2014/main" id="{65BBFD61-75A2-A2E1-1794-1CC63582EB3F}"/>
                </a:ext>
              </a:extLst>
            </p:cNvPr>
            <p:cNvGrpSpPr/>
            <p:nvPr/>
          </p:nvGrpSpPr>
          <p:grpSpPr>
            <a:xfrm rot="14340000" flipH="1">
              <a:off x="4429174" y="4429796"/>
              <a:ext cx="1031828" cy="1327259"/>
              <a:chOff x="5587397" y="1214136"/>
              <a:chExt cx="1031828" cy="1327259"/>
            </a:xfrm>
          </p:grpSpPr>
          <p:sp>
            <p:nvSpPr>
              <p:cNvPr id="25" name="Freeform: Shape 24">
                <a:extLst>
                  <a:ext uri="{FF2B5EF4-FFF2-40B4-BE49-F238E27FC236}">
                    <a16:creationId xmlns:a16="http://schemas.microsoft.com/office/drawing/2014/main" id="{0BD6F3F7-0456-821A-BCE2-465478E003C3}"/>
                  </a:ext>
                </a:extLst>
              </p:cNvPr>
              <p:cNvSpPr/>
              <p:nvPr/>
            </p:nvSpPr>
            <p:spPr>
              <a:xfrm flipV="1">
                <a:off x="5587397" y="1214136"/>
                <a:ext cx="1031828" cy="1327259"/>
              </a:xfrm>
              <a:custGeom>
                <a:avLst/>
                <a:gdLst>
                  <a:gd name="connsiteX0" fmla="*/ 515914 w 1031828"/>
                  <a:gd name="connsiteY0" fmla="*/ 1327259 h 1327259"/>
                  <a:gd name="connsiteX1" fmla="*/ 1031828 w 1031828"/>
                  <a:gd name="connsiteY1" fmla="*/ 811345 h 1327259"/>
                  <a:gd name="connsiteX2" fmla="*/ 716731 w 1031828"/>
                  <a:gd name="connsiteY2" fmla="*/ 335974 h 1327259"/>
                  <a:gd name="connsiteX3" fmla="*/ 645960 w 1031828"/>
                  <a:gd name="connsiteY3" fmla="*/ 314006 h 1327259"/>
                  <a:gd name="connsiteX4" fmla="*/ 515914 w 1031828"/>
                  <a:gd name="connsiteY4" fmla="*/ 0 h 1327259"/>
                  <a:gd name="connsiteX5" fmla="*/ 385868 w 1031828"/>
                  <a:gd name="connsiteY5" fmla="*/ 314006 h 1327259"/>
                  <a:gd name="connsiteX6" fmla="*/ 315097 w 1031828"/>
                  <a:gd name="connsiteY6" fmla="*/ 335974 h 1327259"/>
                  <a:gd name="connsiteX7" fmla="*/ 0 w 1031828"/>
                  <a:gd name="connsiteY7" fmla="*/ 811345 h 1327259"/>
                  <a:gd name="connsiteX8" fmla="*/ 515914 w 1031828"/>
                  <a:gd name="connsiteY8" fmla="*/ 1327259 h 132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1828" h="1327259">
                    <a:moveTo>
                      <a:pt x="515914" y="1327259"/>
                    </a:moveTo>
                    <a:cubicBezTo>
                      <a:pt x="800845" y="1327259"/>
                      <a:pt x="1031828" y="1096276"/>
                      <a:pt x="1031828" y="811345"/>
                    </a:cubicBezTo>
                    <a:cubicBezTo>
                      <a:pt x="1031828" y="597647"/>
                      <a:pt x="901900" y="414294"/>
                      <a:pt x="716731" y="335974"/>
                    </a:cubicBezTo>
                    <a:lnTo>
                      <a:pt x="645960" y="314006"/>
                    </a:lnTo>
                    <a:lnTo>
                      <a:pt x="515914" y="0"/>
                    </a:lnTo>
                    <a:lnTo>
                      <a:pt x="385868" y="314006"/>
                    </a:lnTo>
                    <a:lnTo>
                      <a:pt x="315097" y="335974"/>
                    </a:lnTo>
                    <a:cubicBezTo>
                      <a:pt x="129928" y="414294"/>
                      <a:pt x="0" y="597647"/>
                      <a:pt x="0" y="811345"/>
                    </a:cubicBezTo>
                    <a:cubicBezTo>
                      <a:pt x="0" y="1096276"/>
                      <a:pt x="230983" y="1327259"/>
                      <a:pt x="515914" y="1327259"/>
                    </a:cubicBezTo>
                    <a:close/>
                  </a:path>
                </a:pathLst>
              </a:custGeom>
              <a:solidFill>
                <a:srgbClr val="01676D"/>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6" name="Oval 25">
                <a:extLst>
                  <a:ext uri="{FF2B5EF4-FFF2-40B4-BE49-F238E27FC236}">
                    <a16:creationId xmlns:a16="http://schemas.microsoft.com/office/drawing/2014/main" id="{2BE48F8F-2BFE-2FE0-0865-7BE722A2F1F5}"/>
                  </a:ext>
                </a:extLst>
              </p:cNvPr>
              <p:cNvSpPr/>
              <p:nvPr/>
            </p:nvSpPr>
            <p:spPr>
              <a:xfrm>
                <a:off x="5685409" y="1308967"/>
                <a:ext cx="865065" cy="865065"/>
              </a:xfrm>
              <a:prstGeom prst="ellipse">
                <a:avLst/>
              </a:prstGeom>
              <a:solidFill>
                <a:srgbClr val="014F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pic>
          <p:nvPicPr>
            <p:cNvPr id="24" name="Graphic 23" descr="Recycle outline">
              <a:extLst>
                <a:ext uri="{FF2B5EF4-FFF2-40B4-BE49-F238E27FC236}">
                  <a16:creationId xmlns:a16="http://schemas.microsoft.com/office/drawing/2014/main" id="{DB883087-E215-F693-B98E-FF5A510915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30074" y="4882339"/>
              <a:ext cx="610176" cy="610176"/>
            </a:xfrm>
            <a:prstGeom prst="rect">
              <a:avLst/>
            </a:prstGeom>
          </p:spPr>
        </p:pic>
      </p:grpSp>
      <p:sp>
        <p:nvSpPr>
          <p:cNvPr id="27" name="Rectangle 26">
            <a:extLst>
              <a:ext uri="{FF2B5EF4-FFF2-40B4-BE49-F238E27FC236}">
                <a16:creationId xmlns:a16="http://schemas.microsoft.com/office/drawing/2014/main" id="{9AC44242-5622-7F99-B374-417D2DC2189D}"/>
              </a:ext>
            </a:extLst>
          </p:cNvPr>
          <p:cNvSpPr/>
          <p:nvPr/>
        </p:nvSpPr>
        <p:spPr>
          <a:xfrm>
            <a:off x="6694315" y="1122898"/>
            <a:ext cx="2519144" cy="400110"/>
          </a:xfrm>
          <a:prstGeom prst="rect">
            <a:avLst/>
          </a:prstGeom>
        </p:spPr>
        <p:txBody>
          <a:bodyPr wrap="square">
            <a:spAutoFit/>
          </a:bodyPr>
          <a:lstStyle/>
          <a:p>
            <a:r>
              <a:rPr lang="en-MY" sz="2000" b="1" dirty="0">
                <a:latin typeface="Open Sans" pitchFamily="2" charset="0"/>
                <a:ea typeface="Open Sans" pitchFamily="2" charset="0"/>
                <a:cs typeface="Open Sans" pitchFamily="2" charset="0"/>
              </a:rPr>
              <a:t>Reduce</a:t>
            </a:r>
          </a:p>
        </p:txBody>
      </p:sp>
      <p:sp>
        <p:nvSpPr>
          <p:cNvPr id="28" name="Rectangle 27">
            <a:extLst>
              <a:ext uri="{FF2B5EF4-FFF2-40B4-BE49-F238E27FC236}">
                <a16:creationId xmlns:a16="http://schemas.microsoft.com/office/drawing/2014/main" id="{FE6BBE59-7E37-4F4F-9F84-2967D3588B47}"/>
              </a:ext>
            </a:extLst>
          </p:cNvPr>
          <p:cNvSpPr/>
          <p:nvPr/>
        </p:nvSpPr>
        <p:spPr>
          <a:xfrm>
            <a:off x="8356929" y="4209540"/>
            <a:ext cx="1238474" cy="400110"/>
          </a:xfrm>
          <a:prstGeom prst="rect">
            <a:avLst/>
          </a:prstGeom>
        </p:spPr>
        <p:txBody>
          <a:bodyPr wrap="square">
            <a:spAutoFit/>
          </a:bodyPr>
          <a:lstStyle/>
          <a:p>
            <a:r>
              <a:rPr lang="en-MY" sz="2000" b="1" dirty="0">
                <a:latin typeface="Open Sans" pitchFamily="2" charset="0"/>
                <a:ea typeface="Open Sans" pitchFamily="2" charset="0"/>
                <a:cs typeface="Open Sans" pitchFamily="2" charset="0"/>
              </a:rPr>
              <a:t>Reuse</a:t>
            </a:r>
          </a:p>
        </p:txBody>
      </p:sp>
      <p:sp>
        <p:nvSpPr>
          <p:cNvPr id="29" name="Rectangle 28">
            <a:extLst>
              <a:ext uri="{FF2B5EF4-FFF2-40B4-BE49-F238E27FC236}">
                <a16:creationId xmlns:a16="http://schemas.microsoft.com/office/drawing/2014/main" id="{C7C0AB48-85D4-2476-1123-781F7713B3BD}"/>
              </a:ext>
            </a:extLst>
          </p:cNvPr>
          <p:cNvSpPr/>
          <p:nvPr/>
        </p:nvSpPr>
        <p:spPr>
          <a:xfrm>
            <a:off x="2571260" y="4209540"/>
            <a:ext cx="1288995" cy="400110"/>
          </a:xfrm>
          <a:prstGeom prst="rect">
            <a:avLst/>
          </a:prstGeom>
        </p:spPr>
        <p:txBody>
          <a:bodyPr wrap="square">
            <a:spAutoFit/>
          </a:bodyPr>
          <a:lstStyle/>
          <a:p>
            <a:pPr algn="r"/>
            <a:r>
              <a:rPr lang="en-MY" sz="2000" b="1" dirty="0">
                <a:latin typeface="Open Sans" pitchFamily="2" charset="0"/>
                <a:ea typeface="Open Sans" pitchFamily="2" charset="0"/>
                <a:cs typeface="Open Sans" pitchFamily="2" charset="0"/>
              </a:rPr>
              <a:t>Recycle</a:t>
            </a:r>
          </a:p>
        </p:txBody>
      </p:sp>
      <p:sp>
        <p:nvSpPr>
          <p:cNvPr id="30" name="Rectangle 29">
            <a:extLst>
              <a:ext uri="{FF2B5EF4-FFF2-40B4-BE49-F238E27FC236}">
                <a16:creationId xmlns:a16="http://schemas.microsoft.com/office/drawing/2014/main" id="{79BD4534-6747-099B-1F8F-0549D552C287}"/>
              </a:ext>
            </a:extLst>
          </p:cNvPr>
          <p:cNvSpPr/>
          <p:nvPr/>
        </p:nvSpPr>
        <p:spPr>
          <a:xfrm>
            <a:off x="6713823" y="1455729"/>
            <a:ext cx="2519144" cy="338554"/>
          </a:xfrm>
          <a:prstGeom prst="rect">
            <a:avLst/>
          </a:prstGeom>
        </p:spPr>
        <p:txBody>
          <a:bodyPr wrap="square">
            <a:spAutoFit/>
          </a:bodyPr>
          <a:lstStyle/>
          <a:p>
            <a:r>
              <a:rPr lang="en-US" sz="1600" dirty="0">
                <a:latin typeface="Open Sans" pitchFamily="2" charset="0"/>
                <a:ea typeface="Open Sans" pitchFamily="2" charset="0"/>
                <a:cs typeface="Open Sans" pitchFamily="2" charset="0"/>
              </a:rPr>
              <a:t>Reducing Consumption</a:t>
            </a:r>
          </a:p>
        </p:txBody>
      </p:sp>
      <p:sp>
        <p:nvSpPr>
          <p:cNvPr id="31" name="Rectangle 30">
            <a:extLst>
              <a:ext uri="{FF2B5EF4-FFF2-40B4-BE49-F238E27FC236}">
                <a16:creationId xmlns:a16="http://schemas.microsoft.com/office/drawing/2014/main" id="{D2059A13-58C4-08E2-1A43-3B0577C1A7DD}"/>
              </a:ext>
            </a:extLst>
          </p:cNvPr>
          <p:cNvSpPr/>
          <p:nvPr/>
        </p:nvSpPr>
        <p:spPr>
          <a:xfrm>
            <a:off x="8359730" y="4549255"/>
            <a:ext cx="1824811" cy="338554"/>
          </a:xfrm>
          <a:prstGeom prst="rect">
            <a:avLst/>
          </a:prstGeom>
        </p:spPr>
        <p:txBody>
          <a:bodyPr wrap="square">
            <a:spAutoFit/>
          </a:bodyPr>
          <a:lstStyle/>
          <a:p>
            <a:r>
              <a:rPr lang="en-US" sz="1600" dirty="0">
                <a:latin typeface="Open Sans" pitchFamily="2" charset="0"/>
                <a:ea typeface="Open Sans" pitchFamily="2" charset="0"/>
                <a:cs typeface="Open Sans" pitchFamily="2" charset="0"/>
              </a:rPr>
              <a:t>Reusing Items</a:t>
            </a:r>
          </a:p>
        </p:txBody>
      </p:sp>
      <p:sp>
        <p:nvSpPr>
          <p:cNvPr id="32" name="Rectangle 31">
            <a:extLst>
              <a:ext uri="{FF2B5EF4-FFF2-40B4-BE49-F238E27FC236}">
                <a16:creationId xmlns:a16="http://schemas.microsoft.com/office/drawing/2014/main" id="{AC642035-50D8-616A-5198-712F918E8BE0}"/>
              </a:ext>
            </a:extLst>
          </p:cNvPr>
          <p:cNvSpPr/>
          <p:nvPr/>
        </p:nvSpPr>
        <p:spPr>
          <a:xfrm>
            <a:off x="1705086" y="4537443"/>
            <a:ext cx="2148222" cy="338554"/>
          </a:xfrm>
          <a:prstGeom prst="rect">
            <a:avLst/>
          </a:prstGeom>
        </p:spPr>
        <p:txBody>
          <a:bodyPr wrap="square">
            <a:spAutoFit/>
          </a:bodyPr>
          <a:lstStyle/>
          <a:p>
            <a:pPr algn="r"/>
            <a:r>
              <a:rPr lang="en-US" sz="1600" dirty="0">
                <a:latin typeface="Open Sans" pitchFamily="2" charset="0"/>
                <a:ea typeface="Open Sans" pitchFamily="2" charset="0"/>
                <a:cs typeface="Open Sans" pitchFamily="2" charset="0"/>
              </a:rPr>
              <a:t>Recycling Materials</a:t>
            </a:r>
          </a:p>
        </p:txBody>
      </p:sp>
      <p:grpSp>
        <p:nvGrpSpPr>
          <p:cNvPr id="33" name="Group 32">
            <a:extLst>
              <a:ext uri="{FF2B5EF4-FFF2-40B4-BE49-F238E27FC236}">
                <a16:creationId xmlns:a16="http://schemas.microsoft.com/office/drawing/2014/main" id="{B2133A85-B09D-C615-8A6F-798542CA97B6}"/>
              </a:ext>
            </a:extLst>
          </p:cNvPr>
          <p:cNvGrpSpPr/>
          <p:nvPr/>
        </p:nvGrpSpPr>
        <p:grpSpPr>
          <a:xfrm>
            <a:off x="6976567" y="3866035"/>
            <a:ext cx="1327259" cy="1031828"/>
            <a:chOff x="7396647" y="4577512"/>
            <a:chExt cx="1327259" cy="1031828"/>
          </a:xfrm>
        </p:grpSpPr>
        <p:grpSp>
          <p:nvGrpSpPr>
            <p:cNvPr id="34" name="Group 33">
              <a:extLst>
                <a:ext uri="{FF2B5EF4-FFF2-40B4-BE49-F238E27FC236}">
                  <a16:creationId xmlns:a16="http://schemas.microsoft.com/office/drawing/2014/main" id="{4DE15151-9176-2049-DA40-57E1C248A55D}"/>
                </a:ext>
              </a:extLst>
            </p:cNvPr>
            <p:cNvGrpSpPr/>
            <p:nvPr/>
          </p:nvGrpSpPr>
          <p:grpSpPr>
            <a:xfrm rot="7260000">
              <a:off x="7544363" y="4429796"/>
              <a:ext cx="1031828" cy="1327259"/>
              <a:chOff x="5587397" y="1214136"/>
              <a:chExt cx="1031828" cy="1327259"/>
            </a:xfrm>
          </p:grpSpPr>
          <p:sp>
            <p:nvSpPr>
              <p:cNvPr id="38" name="Freeform: Shape 37">
                <a:extLst>
                  <a:ext uri="{FF2B5EF4-FFF2-40B4-BE49-F238E27FC236}">
                    <a16:creationId xmlns:a16="http://schemas.microsoft.com/office/drawing/2014/main" id="{B7F824AC-50DE-58DA-C3A9-AF27D6721838}"/>
                  </a:ext>
                </a:extLst>
              </p:cNvPr>
              <p:cNvSpPr/>
              <p:nvPr/>
            </p:nvSpPr>
            <p:spPr>
              <a:xfrm flipV="1">
                <a:off x="5587397" y="1214136"/>
                <a:ext cx="1031828" cy="1327259"/>
              </a:xfrm>
              <a:custGeom>
                <a:avLst/>
                <a:gdLst>
                  <a:gd name="connsiteX0" fmla="*/ 515914 w 1031828"/>
                  <a:gd name="connsiteY0" fmla="*/ 1327259 h 1327259"/>
                  <a:gd name="connsiteX1" fmla="*/ 1031828 w 1031828"/>
                  <a:gd name="connsiteY1" fmla="*/ 811345 h 1327259"/>
                  <a:gd name="connsiteX2" fmla="*/ 716731 w 1031828"/>
                  <a:gd name="connsiteY2" fmla="*/ 335974 h 1327259"/>
                  <a:gd name="connsiteX3" fmla="*/ 645960 w 1031828"/>
                  <a:gd name="connsiteY3" fmla="*/ 314006 h 1327259"/>
                  <a:gd name="connsiteX4" fmla="*/ 515914 w 1031828"/>
                  <a:gd name="connsiteY4" fmla="*/ 0 h 1327259"/>
                  <a:gd name="connsiteX5" fmla="*/ 385868 w 1031828"/>
                  <a:gd name="connsiteY5" fmla="*/ 314006 h 1327259"/>
                  <a:gd name="connsiteX6" fmla="*/ 315097 w 1031828"/>
                  <a:gd name="connsiteY6" fmla="*/ 335974 h 1327259"/>
                  <a:gd name="connsiteX7" fmla="*/ 0 w 1031828"/>
                  <a:gd name="connsiteY7" fmla="*/ 811345 h 1327259"/>
                  <a:gd name="connsiteX8" fmla="*/ 515914 w 1031828"/>
                  <a:gd name="connsiteY8" fmla="*/ 1327259 h 132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1828" h="1327259">
                    <a:moveTo>
                      <a:pt x="515914" y="1327259"/>
                    </a:moveTo>
                    <a:cubicBezTo>
                      <a:pt x="800845" y="1327259"/>
                      <a:pt x="1031828" y="1096276"/>
                      <a:pt x="1031828" y="811345"/>
                    </a:cubicBezTo>
                    <a:cubicBezTo>
                      <a:pt x="1031828" y="597647"/>
                      <a:pt x="901900" y="414294"/>
                      <a:pt x="716731" y="335974"/>
                    </a:cubicBezTo>
                    <a:lnTo>
                      <a:pt x="645960" y="314006"/>
                    </a:lnTo>
                    <a:lnTo>
                      <a:pt x="515914" y="0"/>
                    </a:lnTo>
                    <a:lnTo>
                      <a:pt x="385868" y="314006"/>
                    </a:lnTo>
                    <a:lnTo>
                      <a:pt x="315097" y="335974"/>
                    </a:lnTo>
                    <a:cubicBezTo>
                      <a:pt x="129928" y="414294"/>
                      <a:pt x="0" y="597647"/>
                      <a:pt x="0" y="811345"/>
                    </a:cubicBezTo>
                    <a:cubicBezTo>
                      <a:pt x="0" y="1096276"/>
                      <a:pt x="230983" y="1327259"/>
                      <a:pt x="515914" y="1327259"/>
                    </a:cubicBezTo>
                    <a:close/>
                  </a:path>
                </a:pathLst>
              </a:custGeom>
              <a:solidFill>
                <a:srgbClr val="019BA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9" name="Oval 38">
                <a:extLst>
                  <a:ext uri="{FF2B5EF4-FFF2-40B4-BE49-F238E27FC236}">
                    <a16:creationId xmlns:a16="http://schemas.microsoft.com/office/drawing/2014/main" id="{2E601571-5AF2-6047-1834-D4F36F368CCA}"/>
                  </a:ext>
                </a:extLst>
              </p:cNvPr>
              <p:cNvSpPr/>
              <p:nvPr/>
            </p:nvSpPr>
            <p:spPr>
              <a:xfrm>
                <a:off x="5669879" y="1283123"/>
                <a:ext cx="865065" cy="865065"/>
              </a:xfrm>
              <a:prstGeom prst="ellipse">
                <a:avLst/>
              </a:prstGeom>
              <a:solidFill>
                <a:srgbClr val="014F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35" name="Group 34">
              <a:extLst>
                <a:ext uri="{FF2B5EF4-FFF2-40B4-BE49-F238E27FC236}">
                  <a16:creationId xmlns:a16="http://schemas.microsoft.com/office/drawing/2014/main" id="{CFAF0AF9-DD38-7DDE-7A54-EC9C2B45591A}"/>
                </a:ext>
              </a:extLst>
            </p:cNvPr>
            <p:cNvGrpSpPr/>
            <p:nvPr/>
          </p:nvGrpSpPr>
          <p:grpSpPr>
            <a:xfrm>
              <a:off x="7918463" y="4863581"/>
              <a:ext cx="595148" cy="595148"/>
              <a:chOff x="7899723" y="4878573"/>
              <a:chExt cx="595148" cy="595148"/>
            </a:xfrm>
          </p:grpSpPr>
          <p:pic>
            <p:nvPicPr>
              <p:cNvPr id="36" name="Graphic 35" descr="Shopping bag outline">
                <a:extLst>
                  <a:ext uri="{FF2B5EF4-FFF2-40B4-BE49-F238E27FC236}">
                    <a16:creationId xmlns:a16="http://schemas.microsoft.com/office/drawing/2014/main" id="{E2EA2188-53A0-D3DC-8A8D-270B581E37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99723" y="4878573"/>
                <a:ext cx="595148" cy="595148"/>
              </a:xfrm>
              <a:prstGeom prst="rect">
                <a:avLst/>
              </a:prstGeom>
            </p:spPr>
          </p:pic>
          <p:pic>
            <p:nvPicPr>
              <p:cNvPr id="37" name="Graphic 36" descr="Leaf outline">
                <a:extLst>
                  <a:ext uri="{FF2B5EF4-FFF2-40B4-BE49-F238E27FC236}">
                    <a16:creationId xmlns:a16="http://schemas.microsoft.com/office/drawing/2014/main" id="{B99185E7-6099-3D0C-1A7A-863C5561F2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63551" y="5156647"/>
                <a:ext cx="215666" cy="215666"/>
              </a:xfrm>
              <a:prstGeom prst="rect">
                <a:avLst/>
              </a:prstGeom>
            </p:spPr>
          </p:pic>
        </p:grpSp>
      </p:grpSp>
    </p:spTree>
    <p:extLst>
      <p:ext uri="{BB962C8B-B14F-4D97-AF65-F5344CB8AC3E}">
        <p14:creationId xmlns:p14="http://schemas.microsoft.com/office/powerpoint/2010/main" val="72062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250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22" presetClass="entr" presetSubtype="8" fill="hold" grpId="0" nodeType="withEffect">
                                  <p:stCondLst>
                                    <p:cond delay="12500"/>
                                  </p:stCondLst>
                                  <p:childTnLst>
                                    <p:set>
                                      <p:cBhvr>
                                        <p:cTn id="12" dur="1" fill="hold">
                                          <p:stCondLst>
                                            <p:cond delay="0"/>
                                          </p:stCondLst>
                                        </p:cTn>
                                        <p:tgtEl>
                                          <p:spTgt spid="27"/>
                                        </p:tgtEl>
                                        <p:attrNameLst>
                                          <p:attrName>style.visibility</p:attrName>
                                        </p:attrNameLst>
                                      </p:cBhvr>
                                      <p:to>
                                        <p:strVal val="visible"/>
                                      </p:to>
                                    </p:set>
                                    <p:animEffect transition="in" filter="wipe(left)">
                                      <p:cBhvr>
                                        <p:cTn id="13" dur="500"/>
                                        <p:tgtEl>
                                          <p:spTgt spid="27"/>
                                        </p:tgtEl>
                                      </p:cBhvr>
                                    </p:animEffect>
                                  </p:childTnLst>
                                </p:cTn>
                              </p:par>
                            </p:childTnLst>
                          </p:cTn>
                        </p:par>
                        <p:par>
                          <p:cTn id="14" fill="hold">
                            <p:stCondLst>
                              <p:cond delay="13000"/>
                            </p:stCondLst>
                            <p:childTnLst>
                              <p:par>
                                <p:cTn id="15" presetID="10" presetClass="entr" presetSubtype="0" fill="hold" grpId="0" nodeType="afterEffect">
                                  <p:stCondLst>
                                    <p:cond delay="5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22" presetClass="entr" presetSubtype="8" fill="hold" grpId="0" nodeType="withEffect">
                                  <p:stCondLst>
                                    <p:cond delay="50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500"/>
                                        <p:tgtEl>
                                          <p:spTgt spid="28"/>
                                        </p:tgtEl>
                                      </p:cBhvr>
                                    </p:animEffect>
                                  </p:childTnLst>
                                </p:cTn>
                              </p:par>
                            </p:childTnLst>
                          </p:cTn>
                        </p:par>
                        <p:par>
                          <p:cTn id="21" fill="hold">
                            <p:stCondLst>
                              <p:cond delay="14000"/>
                            </p:stCondLst>
                            <p:childTnLst>
                              <p:par>
                                <p:cTn id="22" presetID="10" presetClass="entr" presetSubtype="0" fill="hold" grpId="0" nodeType="afterEffect">
                                  <p:stCondLst>
                                    <p:cond delay="50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22" presetClass="entr" presetSubtype="2" fill="hold" grpId="0" nodeType="withEffect">
                                  <p:stCondLst>
                                    <p:cond delay="500"/>
                                  </p:stCondLst>
                                  <p:childTnLst>
                                    <p:set>
                                      <p:cBhvr>
                                        <p:cTn id="26" dur="1" fill="hold">
                                          <p:stCondLst>
                                            <p:cond delay="0"/>
                                          </p:stCondLst>
                                        </p:cTn>
                                        <p:tgtEl>
                                          <p:spTgt spid="29"/>
                                        </p:tgtEl>
                                        <p:attrNameLst>
                                          <p:attrName>style.visibility</p:attrName>
                                        </p:attrNameLst>
                                      </p:cBhvr>
                                      <p:to>
                                        <p:strVal val="visible"/>
                                      </p:to>
                                    </p:set>
                                    <p:animEffect transition="in" filter="wipe(right)">
                                      <p:cBhvr>
                                        <p:cTn id="27" dur="500"/>
                                        <p:tgtEl>
                                          <p:spTgt spid="29"/>
                                        </p:tgtEl>
                                      </p:cBhvr>
                                    </p:animEffect>
                                  </p:childTnLst>
                                </p:cTn>
                              </p:par>
                            </p:childTnLst>
                          </p:cTn>
                        </p:par>
                        <p:par>
                          <p:cTn id="28" fill="hold">
                            <p:stCondLst>
                              <p:cond delay="15000"/>
                            </p:stCondLst>
                            <p:childTnLst>
                              <p:par>
                                <p:cTn id="29" presetID="53" presetClass="entr" presetSubtype="16" fill="hold" nodeType="afterEffect">
                                  <p:stCondLst>
                                    <p:cond delay="525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par>
                                <p:cTn id="34" presetID="22" presetClass="entr" presetSubtype="8" fill="hold" grpId="0" nodeType="withEffect">
                                  <p:stCondLst>
                                    <p:cond delay="5250"/>
                                  </p:stCondLst>
                                  <p:childTnLst>
                                    <p:set>
                                      <p:cBhvr>
                                        <p:cTn id="35" dur="1" fill="hold">
                                          <p:stCondLst>
                                            <p:cond delay="0"/>
                                          </p:stCondLst>
                                        </p:cTn>
                                        <p:tgtEl>
                                          <p:spTgt spid="30"/>
                                        </p:tgtEl>
                                        <p:attrNameLst>
                                          <p:attrName>style.visibility</p:attrName>
                                        </p:attrNameLst>
                                      </p:cBhvr>
                                      <p:to>
                                        <p:strVal val="visible"/>
                                      </p:to>
                                    </p:set>
                                    <p:animEffect transition="in" filter="wipe(left)">
                                      <p:cBhvr>
                                        <p:cTn id="36" dur="500"/>
                                        <p:tgtEl>
                                          <p:spTgt spid="30"/>
                                        </p:tgtEl>
                                      </p:cBhvr>
                                    </p:animEffect>
                                  </p:childTnLst>
                                </p:cTn>
                              </p:par>
                            </p:childTnLst>
                          </p:cTn>
                        </p:par>
                        <p:par>
                          <p:cTn id="37" fill="hold">
                            <p:stCondLst>
                              <p:cond delay="20750"/>
                            </p:stCondLst>
                            <p:childTnLst>
                              <p:par>
                                <p:cTn id="38" presetID="53" presetClass="entr" presetSubtype="16" fill="hold" nodeType="afterEffect">
                                  <p:stCondLst>
                                    <p:cond delay="179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22" presetClass="entr" presetSubtype="8" fill="hold" grpId="0" nodeType="withEffect">
                                  <p:stCondLst>
                                    <p:cond delay="17900"/>
                                  </p:stCondLst>
                                  <p:childTnLst>
                                    <p:set>
                                      <p:cBhvr>
                                        <p:cTn id="44" dur="1" fill="hold">
                                          <p:stCondLst>
                                            <p:cond delay="0"/>
                                          </p:stCondLst>
                                        </p:cTn>
                                        <p:tgtEl>
                                          <p:spTgt spid="31"/>
                                        </p:tgtEl>
                                        <p:attrNameLst>
                                          <p:attrName>style.visibility</p:attrName>
                                        </p:attrNameLst>
                                      </p:cBhvr>
                                      <p:to>
                                        <p:strVal val="visible"/>
                                      </p:to>
                                    </p:set>
                                    <p:animEffect transition="in" filter="wipe(left)">
                                      <p:cBhvr>
                                        <p:cTn id="45" dur="500"/>
                                        <p:tgtEl>
                                          <p:spTgt spid="31"/>
                                        </p:tgtEl>
                                      </p:cBhvr>
                                    </p:animEffect>
                                  </p:childTnLst>
                                </p:cTn>
                              </p:par>
                            </p:childTnLst>
                          </p:cTn>
                        </p:par>
                        <p:par>
                          <p:cTn id="46" fill="hold">
                            <p:stCondLst>
                              <p:cond delay="39150"/>
                            </p:stCondLst>
                            <p:childTnLst>
                              <p:par>
                                <p:cTn id="47" presetID="53" presetClass="entr" presetSubtype="16" fill="hold" nodeType="afterEffect">
                                  <p:stCondLst>
                                    <p:cond delay="17000"/>
                                  </p:stCondLst>
                                  <p:childTnLst>
                                    <p:set>
                                      <p:cBhvr>
                                        <p:cTn id="48" dur="1" fill="hold">
                                          <p:stCondLst>
                                            <p:cond delay="0"/>
                                          </p:stCondLst>
                                        </p:cTn>
                                        <p:tgtEl>
                                          <p:spTgt spid="22"/>
                                        </p:tgtEl>
                                        <p:attrNameLst>
                                          <p:attrName>style.visibility</p:attrName>
                                        </p:attrNameLst>
                                      </p:cBhvr>
                                      <p:to>
                                        <p:strVal val="visible"/>
                                      </p:to>
                                    </p:set>
                                    <p:anim calcmode="lin" valueType="num">
                                      <p:cBhvr>
                                        <p:cTn id="49" dur="500" fill="hold"/>
                                        <p:tgtEl>
                                          <p:spTgt spid="22"/>
                                        </p:tgtEl>
                                        <p:attrNameLst>
                                          <p:attrName>ppt_w</p:attrName>
                                        </p:attrNameLst>
                                      </p:cBhvr>
                                      <p:tavLst>
                                        <p:tav tm="0">
                                          <p:val>
                                            <p:fltVal val="0"/>
                                          </p:val>
                                        </p:tav>
                                        <p:tav tm="100000">
                                          <p:val>
                                            <p:strVal val="#ppt_w"/>
                                          </p:val>
                                        </p:tav>
                                      </p:tavLst>
                                    </p:anim>
                                    <p:anim calcmode="lin" valueType="num">
                                      <p:cBhvr>
                                        <p:cTn id="50" dur="500" fill="hold"/>
                                        <p:tgtEl>
                                          <p:spTgt spid="22"/>
                                        </p:tgtEl>
                                        <p:attrNameLst>
                                          <p:attrName>ppt_h</p:attrName>
                                        </p:attrNameLst>
                                      </p:cBhvr>
                                      <p:tavLst>
                                        <p:tav tm="0">
                                          <p:val>
                                            <p:fltVal val="0"/>
                                          </p:val>
                                        </p:tav>
                                        <p:tav tm="100000">
                                          <p:val>
                                            <p:strVal val="#ppt_h"/>
                                          </p:val>
                                        </p:tav>
                                      </p:tavLst>
                                    </p:anim>
                                    <p:animEffect transition="in" filter="fade">
                                      <p:cBhvr>
                                        <p:cTn id="51" dur="500"/>
                                        <p:tgtEl>
                                          <p:spTgt spid="22"/>
                                        </p:tgtEl>
                                      </p:cBhvr>
                                    </p:animEffect>
                                  </p:childTnLst>
                                </p:cTn>
                              </p:par>
                              <p:par>
                                <p:cTn id="52" presetID="22" presetClass="entr" presetSubtype="2" fill="hold" grpId="0" nodeType="withEffect">
                                  <p:stCondLst>
                                    <p:cond delay="17000"/>
                                  </p:stCondLst>
                                  <p:childTnLst>
                                    <p:set>
                                      <p:cBhvr>
                                        <p:cTn id="53" dur="1" fill="hold">
                                          <p:stCondLst>
                                            <p:cond delay="0"/>
                                          </p:stCondLst>
                                        </p:cTn>
                                        <p:tgtEl>
                                          <p:spTgt spid="32"/>
                                        </p:tgtEl>
                                        <p:attrNameLst>
                                          <p:attrName>style.visibility</p:attrName>
                                        </p:attrNameLst>
                                      </p:cBhvr>
                                      <p:to>
                                        <p:strVal val="visible"/>
                                      </p:to>
                                    </p:set>
                                    <p:animEffect transition="in" filter="wipe(right)">
                                      <p:cBhvr>
                                        <p:cTn id="5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27" grpId="0"/>
      <p:bldP spid="28" grpId="0"/>
      <p:bldP spid="29" grpId="0"/>
      <p:bldP spid="30" grpId="0"/>
      <p:bldP spid="31" grpId="0"/>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1FBDD59-30D2-C8D3-3758-327EF5B352BE}"/>
              </a:ext>
            </a:extLst>
          </p:cNvPr>
          <p:cNvGrpSpPr/>
          <p:nvPr/>
        </p:nvGrpSpPr>
        <p:grpSpPr>
          <a:xfrm>
            <a:off x="2392593" y="2038320"/>
            <a:ext cx="4679272" cy="1309754"/>
            <a:chOff x="4663524" y="2440250"/>
            <a:chExt cx="4679272" cy="1309754"/>
          </a:xfrm>
        </p:grpSpPr>
        <p:sp>
          <p:nvSpPr>
            <p:cNvPr id="3" name="TextBox 2">
              <a:extLst>
                <a:ext uri="{FF2B5EF4-FFF2-40B4-BE49-F238E27FC236}">
                  <a16:creationId xmlns:a16="http://schemas.microsoft.com/office/drawing/2014/main" id="{D4900590-C27B-D67C-3AB7-5BC16A8CA8BB}"/>
                </a:ext>
              </a:extLst>
            </p:cNvPr>
            <p:cNvSpPr txBox="1"/>
            <p:nvPr/>
          </p:nvSpPr>
          <p:spPr>
            <a:xfrm>
              <a:off x="4663524" y="2440250"/>
              <a:ext cx="1869568" cy="646331"/>
            </a:xfrm>
            <a:prstGeom prst="rect">
              <a:avLst/>
            </a:prstGeom>
            <a:noFill/>
          </p:spPr>
          <p:txBody>
            <a:bodyPr wrap="square">
              <a:spAutoFit/>
            </a:bodyPr>
            <a:lstStyle/>
            <a:p>
              <a:pPr algn="r" fontAlgn="base">
                <a:spcBef>
                  <a:spcPct val="0"/>
                </a:spcBef>
                <a:spcAft>
                  <a:spcPct val="0"/>
                </a:spcAft>
              </a:pPr>
              <a:r>
                <a:rPr lang="en-US" sz="1800" dirty="0">
                  <a:latin typeface="Arial" panose="020B0604020202020204" pitchFamily="34" charset="0"/>
                  <a:cs typeface="Arial" panose="020B0604020202020204" pitchFamily="34" charset="0"/>
                </a:rPr>
                <a:t>Is it Good or Bad ? </a:t>
              </a:r>
            </a:p>
          </p:txBody>
        </p:sp>
        <p:grpSp>
          <p:nvGrpSpPr>
            <p:cNvPr id="4" name="Group 3">
              <a:extLst>
                <a:ext uri="{FF2B5EF4-FFF2-40B4-BE49-F238E27FC236}">
                  <a16:creationId xmlns:a16="http://schemas.microsoft.com/office/drawing/2014/main" id="{DF823200-62A9-F71F-7375-49365F639429}"/>
                </a:ext>
              </a:extLst>
            </p:cNvPr>
            <p:cNvGrpSpPr/>
            <p:nvPr/>
          </p:nvGrpSpPr>
          <p:grpSpPr>
            <a:xfrm>
              <a:off x="7411032" y="2456620"/>
              <a:ext cx="1931764" cy="1293384"/>
              <a:chOff x="7106238" y="2378497"/>
              <a:chExt cx="1931764" cy="1293384"/>
            </a:xfrm>
          </p:grpSpPr>
          <p:sp>
            <p:nvSpPr>
              <p:cNvPr id="5" name="Freeform: Shape 4">
                <a:extLst>
                  <a:ext uri="{FF2B5EF4-FFF2-40B4-BE49-F238E27FC236}">
                    <a16:creationId xmlns:a16="http://schemas.microsoft.com/office/drawing/2014/main" id="{78AFB073-E8B1-92F3-03D9-8F8D52CC516E}"/>
                  </a:ext>
                </a:extLst>
              </p:cNvPr>
              <p:cNvSpPr/>
              <p:nvPr/>
            </p:nvSpPr>
            <p:spPr>
              <a:xfrm>
                <a:off x="7106238" y="2378497"/>
                <a:ext cx="1931764" cy="1293384"/>
              </a:xfrm>
              <a:custGeom>
                <a:avLst/>
                <a:gdLst>
                  <a:gd name="connsiteX0" fmla="*/ 1002671 w 1931764"/>
                  <a:gd name="connsiteY0" fmla="*/ 0 h 1293384"/>
                  <a:gd name="connsiteX1" fmla="*/ 1898224 w 1931764"/>
                  <a:gd name="connsiteY1" fmla="*/ 476162 h 1293384"/>
                  <a:gd name="connsiteX2" fmla="*/ 1931764 w 1931764"/>
                  <a:gd name="connsiteY2" fmla="*/ 531370 h 1293384"/>
                  <a:gd name="connsiteX3" fmla="*/ 1878537 w 1931764"/>
                  <a:gd name="connsiteY3" fmla="*/ 457451 h 1293384"/>
                  <a:gd name="connsiteX4" fmla="*/ 1251960 w 1931764"/>
                  <a:gd name="connsiteY4" fmla="*/ 356182 h 1293384"/>
                  <a:gd name="connsiteX5" fmla="*/ 1017973 w 1931764"/>
                  <a:gd name="connsiteY5" fmla="*/ 661121 h 1293384"/>
                  <a:gd name="connsiteX6" fmla="*/ 1002672 w 1931764"/>
                  <a:gd name="connsiteY6" fmla="*/ 752309 h 1293384"/>
                  <a:gd name="connsiteX7" fmla="*/ 1002672 w 1931764"/>
                  <a:gd name="connsiteY7" fmla="*/ 752312 h 1293384"/>
                  <a:gd name="connsiteX8" fmla="*/ 1002028 w 1931764"/>
                  <a:gd name="connsiteY8" fmla="*/ 756150 h 1293384"/>
                  <a:gd name="connsiteX9" fmla="*/ 1002672 w 1931764"/>
                  <a:gd name="connsiteY9" fmla="*/ 780616 h 1293384"/>
                  <a:gd name="connsiteX10" fmla="*/ 1000762 w 1931764"/>
                  <a:gd name="connsiteY10" fmla="*/ 853178 h 1293384"/>
                  <a:gd name="connsiteX11" fmla="*/ 937201 w 1931764"/>
                  <a:gd name="connsiteY11" fmla="*/ 1042200 h 1293384"/>
                  <a:gd name="connsiteX12" fmla="*/ 805284 w 1931764"/>
                  <a:gd name="connsiteY12" fmla="*/ 1191757 h 1293384"/>
                  <a:gd name="connsiteX13" fmla="*/ 743402 w 1931764"/>
                  <a:gd name="connsiteY13" fmla="*/ 1229690 h 1293384"/>
                  <a:gd name="connsiteX14" fmla="*/ 721887 w 1931764"/>
                  <a:gd name="connsiteY14" fmla="*/ 1241368 h 1293384"/>
                  <a:gd name="connsiteX15" fmla="*/ 718886 w 1931764"/>
                  <a:gd name="connsiteY15" fmla="*/ 1243845 h 1293384"/>
                  <a:gd name="connsiteX16" fmla="*/ 632262 w 1931764"/>
                  <a:gd name="connsiteY16" fmla="*/ 1276188 h 1293384"/>
                  <a:gd name="connsiteX17" fmla="*/ 251183 w 1931764"/>
                  <a:gd name="connsiteY17" fmla="*/ 1226018 h 1293384"/>
                  <a:gd name="connsiteX18" fmla="*/ 25596 w 1931764"/>
                  <a:gd name="connsiteY18" fmla="*/ 632752 h 1293384"/>
                  <a:gd name="connsiteX19" fmla="*/ 64583 w 1931764"/>
                  <a:gd name="connsiteY19" fmla="*/ 546179 h 1293384"/>
                  <a:gd name="connsiteX20" fmla="*/ 73579 w 1931764"/>
                  <a:gd name="connsiteY20" fmla="*/ 531371 h 1293384"/>
                  <a:gd name="connsiteX21" fmla="*/ 126807 w 1931764"/>
                  <a:gd name="connsiteY21" fmla="*/ 457451 h 1293384"/>
                  <a:gd name="connsiteX22" fmla="*/ 145652 w 1931764"/>
                  <a:gd name="connsiteY22" fmla="*/ 440028 h 1293384"/>
                  <a:gd name="connsiteX23" fmla="*/ 146424 w 1931764"/>
                  <a:gd name="connsiteY23" fmla="*/ 438861 h 1293384"/>
                  <a:gd name="connsiteX24" fmla="*/ 126806 w 1931764"/>
                  <a:gd name="connsiteY24" fmla="*/ 457451 h 1293384"/>
                  <a:gd name="connsiteX25" fmla="*/ 73578 w 1931764"/>
                  <a:gd name="connsiteY25" fmla="*/ 531371 h 1293384"/>
                  <a:gd name="connsiteX26" fmla="*/ 107118 w 1931764"/>
                  <a:gd name="connsiteY26" fmla="*/ 476162 h 1293384"/>
                  <a:gd name="connsiteX27" fmla="*/ 1002671 w 1931764"/>
                  <a:gd name="connsiteY27" fmla="*/ 0 h 129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931764" h="1293384">
                    <a:moveTo>
                      <a:pt x="1002671" y="0"/>
                    </a:moveTo>
                    <a:cubicBezTo>
                      <a:pt x="1375464" y="0"/>
                      <a:pt x="1704141" y="188880"/>
                      <a:pt x="1898224" y="476162"/>
                    </a:cubicBezTo>
                    <a:lnTo>
                      <a:pt x="1931764" y="531370"/>
                    </a:lnTo>
                    <a:lnTo>
                      <a:pt x="1878537" y="457451"/>
                    </a:lnTo>
                    <a:cubicBezTo>
                      <a:pt x="1723561" y="282680"/>
                      <a:pt x="1462133" y="234839"/>
                      <a:pt x="1251960" y="356182"/>
                    </a:cubicBezTo>
                    <a:cubicBezTo>
                      <a:pt x="1131861" y="425522"/>
                      <a:pt x="1051237" y="536977"/>
                      <a:pt x="1017973" y="661121"/>
                    </a:cubicBezTo>
                    <a:lnTo>
                      <a:pt x="1002672" y="752309"/>
                    </a:lnTo>
                    <a:lnTo>
                      <a:pt x="1002672" y="752312"/>
                    </a:lnTo>
                    <a:lnTo>
                      <a:pt x="1002028" y="756150"/>
                    </a:lnTo>
                    <a:lnTo>
                      <a:pt x="1002672" y="780616"/>
                    </a:lnTo>
                    <a:lnTo>
                      <a:pt x="1000762" y="853178"/>
                    </a:lnTo>
                    <a:cubicBezTo>
                      <a:pt x="992730" y="917917"/>
                      <a:pt x="971871" y="982151"/>
                      <a:pt x="937201" y="1042200"/>
                    </a:cubicBezTo>
                    <a:cubicBezTo>
                      <a:pt x="902532" y="1102250"/>
                      <a:pt x="857333" y="1152430"/>
                      <a:pt x="805284" y="1191757"/>
                    </a:cubicBezTo>
                    <a:lnTo>
                      <a:pt x="743402" y="1229690"/>
                    </a:lnTo>
                    <a:lnTo>
                      <a:pt x="721887" y="1241368"/>
                    </a:lnTo>
                    <a:lnTo>
                      <a:pt x="718886" y="1243845"/>
                    </a:lnTo>
                    <a:lnTo>
                      <a:pt x="632262" y="1276188"/>
                    </a:lnTo>
                    <a:cubicBezTo>
                      <a:pt x="508117" y="1309453"/>
                      <a:pt x="371282" y="1295358"/>
                      <a:pt x="251183" y="1226018"/>
                    </a:cubicBezTo>
                    <a:cubicBezTo>
                      <a:pt x="41010" y="1104675"/>
                      <a:pt x="-48271" y="854351"/>
                      <a:pt x="25596" y="632752"/>
                    </a:cubicBezTo>
                    <a:lnTo>
                      <a:pt x="64583" y="546179"/>
                    </a:lnTo>
                    <a:lnTo>
                      <a:pt x="73579" y="531371"/>
                    </a:lnTo>
                    <a:lnTo>
                      <a:pt x="126807" y="457451"/>
                    </a:lnTo>
                    <a:lnTo>
                      <a:pt x="145652" y="440028"/>
                    </a:lnTo>
                    <a:lnTo>
                      <a:pt x="146424" y="438861"/>
                    </a:lnTo>
                    <a:lnTo>
                      <a:pt x="126806" y="457451"/>
                    </a:lnTo>
                    <a:lnTo>
                      <a:pt x="73578" y="531371"/>
                    </a:lnTo>
                    <a:lnTo>
                      <a:pt x="107118" y="476162"/>
                    </a:lnTo>
                    <a:cubicBezTo>
                      <a:pt x="301202" y="188880"/>
                      <a:pt x="629879" y="0"/>
                      <a:pt x="1002671" y="0"/>
                    </a:cubicBezTo>
                    <a:close/>
                  </a:path>
                </a:pathLst>
              </a:custGeom>
              <a:solidFill>
                <a:srgbClr val="82A7C7"/>
              </a:solid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nvGrpSpPr>
              <p:cNvPr id="6" name="Group 5">
                <a:extLst>
                  <a:ext uri="{FF2B5EF4-FFF2-40B4-BE49-F238E27FC236}">
                    <a16:creationId xmlns:a16="http://schemas.microsoft.com/office/drawing/2014/main" id="{D905DDF2-3A92-1F53-A550-515DAEB7B538}"/>
                  </a:ext>
                </a:extLst>
              </p:cNvPr>
              <p:cNvGrpSpPr/>
              <p:nvPr/>
            </p:nvGrpSpPr>
            <p:grpSpPr>
              <a:xfrm>
                <a:off x="7291344" y="2849880"/>
                <a:ext cx="632460" cy="632460"/>
                <a:chOff x="7298964" y="2849880"/>
                <a:chExt cx="632460" cy="632460"/>
              </a:xfrm>
            </p:grpSpPr>
            <p:sp>
              <p:nvSpPr>
                <p:cNvPr id="7" name="Oval 6">
                  <a:extLst>
                    <a:ext uri="{FF2B5EF4-FFF2-40B4-BE49-F238E27FC236}">
                      <a16:creationId xmlns:a16="http://schemas.microsoft.com/office/drawing/2014/main" id="{ABBE5BD6-4538-421B-7461-F08DA3D09220}"/>
                    </a:ext>
                  </a:extLst>
                </p:cNvPr>
                <p:cNvSpPr/>
                <p:nvPr/>
              </p:nvSpPr>
              <p:spPr>
                <a:xfrm>
                  <a:off x="7298964" y="2849880"/>
                  <a:ext cx="632460" cy="63246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8" name="Graphic 7" descr="Questions outline">
                  <a:extLst>
                    <a:ext uri="{FF2B5EF4-FFF2-40B4-BE49-F238E27FC236}">
                      <a16:creationId xmlns:a16="http://schemas.microsoft.com/office/drawing/2014/main" id="{215FA615-652D-6893-2966-94347EE343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77489" y="2931788"/>
                  <a:ext cx="475409" cy="475409"/>
                </a:xfrm>
                <a:prstGeom prst="rect">
                  <a:avLst/>
                </a:prstGeom>
              </p:spPr>
            </p:pic>
          </p:grpSp>
        </p:grpSp>
      </p:grpSp>
      <p:grpSp>
        <p:nvGrpSpPr>
          <p:cNvPr id="9" name="Group 8">
            <a:extLst>
              <a:ext uri="{FF2B5EF4-FFF2-40B4-BE49-F238E27FC236}">
                <a16:creationId xmlns:a16="http://schemas.microsoft.com/office/drawing/2014/main" id="{155732D4-FE28-E3FF-83EF-98A24E591055}"/>
              </a:ext>
            </a:extLst>
          </p:cNvPr>
          <p:cNvGrpSpPr/>
          <p:nvPr/>
        </p:nvGrpSpPr>
        <p:grpSpPr>
          <a:xfrm>
            <a:off x="6142772" y="2115503"/>
            <a:ext cx="3891188" cy="2088796"/>
            <a:chOff x="8413703" y="2517433"/>
            <a:chExt cx="3891188" cy="2088796"/>
          </a:xfrm>
        </p:grpSpPr>
        <p:sp>
          <p:nvSpPr>
            <p:cNvPr id="10" name="TextBox 9">
              <a:extLst>
                <a:ext uri="{FF2B5EF4-FFF2-40B4-BE49-F238E27FC236}">
                  <a16:creationId xmlns:a16="http://schemas.microsoft.com/office/drawing/2014/main" id="{68460BD7-4F99-6A3C-59D0-FCC2E3C7B52C}"/>
                </a:ext>
              </a:extLst>
            </p:cNvPr>
            <p:cNvSpPr txBox="1"/>
            <p:nvPr/>
          </p:nvSpPr>
          <p:spPr>
            <a:xfrm>
              <a:off x="10233986" y="2517433"/>
              <a:ext cx="2070905" cy="646331"/>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Where does it come from?</a:t>
              </a:r>
              <a:endParaRPr lang="en-MY"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352A59DA-4260-9FB3-2E5C-5395D05DC5F0}"/>
                </a:ext>
              </a:extLst>
            </p:cNvPr>
            <p:cNvGrpSpPr/>
            <p:nvPr/>
          </p:nvGrpSpPr>
          <p:grpSpPr>
            <a:xfrm>
              <a:off x="8413703" y="2735045"/>
              <a:ext cx="1080000" cy="1871184"/>
              <a:chOff x="8108909" y="2667313"/>
              <a:chExt cx="1080000" cy="1871184"/>
            </a:xfrm>
          </p:grpSpPr>
          <p:sp>
            <p:nvSpPr>
              <p:cNvPr id="12" name="Freeform: Shape 11">
                <a:extLst>
                  <a:ext uri="{FF2B5EF4-FFF2-40B4-BE49-F238E27FC236}">
                    <a16:creationId xmlns:a16="http://schemas.microsoft.com/office/drawing/2014/main" id="{4427BA1D-1449-BD79-9EDB-59661EB000E7}"/>
                  </a:ext>
                </a:extLst>
              </p:cNvPr>
              <p:cNvSpPr/>
              <p:nvPr/>
            </p:nvSpPr>
            <p:spPr>
              <a:xfrm>
                <a:off x="8108909" y="2667313"/>
                <a:ext cx="1080000" cy="1871184"/>
              </a:xfrm>
              <a:custGeom>
                <a:avLst/>
                <a:gdLst>
                  <a:gd name="connsiteX0" fmla="*/ 535340 w 1080000"/>
                  <a:gd name="connsiteY0" fmla="*/ 1250 h 1871184"/>
                  <a:gd name="connsiteX1" fmla="*/ 875866 w 1080000"/>
                  <a:gd name="connsiteY1" fmla="*/ 168634 h 1871184"/>
                  <a:gd name="connsiteX2" fmla="*/ 929093 w 1080000"/>
                  <a:gd name="connsiteY2" fmla="*/ 242553 h 1871184"/>
                  <a:gd name="connsiteX3" fmla="*/ 938090 w 1080000"/>
                  <a:gd name="connsiteY3" fmla="*/ 257362 h 1871184"/>
                  <a:gd name="connsiteX4" fmla="*/ 938092 w 1080000"/>
                  <a:gd name="connsiteY4" fmla="*/ 257366 h 1871184"/>
                  <a:gd name="connsiteX5" fmla="*/ 949650 w 1080000"/>
                  <a:gd name="connsiteY5" fmla="*/ 276392 h 1871184"/>
                  <a:gd name="connsiteX6" fmla="*/ 1080000 w 1080000"/>
                  <a:gd name="connsiteY6" fmla="*/ 791184 h 1871184"/>
                  <a:gd name="connsiteX7" fmla="*/ 0 w 1080000"/>
                  <a:gd name="connsiteY7" fmla="*/ 1871184 h 1871184"/>
                  <a:gd name="connsiteX8" fmla="*/ 502200 w 1080000"/>
                  <a:gd name="connsiteY8" fmla="*/ 1368984 h 1871184"/>
                  <a:gd name="connsiteX9" fmla="*/ 355109 w 1080000"/>
                  <a:gd name="connsiteY9" fmla="*/ 1013875 h 1871184"/>
                  <a:gd name="connsiteX10" fmla="*/ 283786 w 1080000"/>
                  <a:gd name="connsiteY10" fmla="*/ 955028 h 1871184"/>
                  <a:gd name="connsiteX11" fmla="*/ 370410 w 1080000"/>
                  <a:gd name="connsiteY11" fmla="*/ 987372 h 1871184"/>
                  <a:gd name="connsiteX12" fmla="*/ 463026 w 1080000"/>
                  <a:gd name="connsiteY12" fmla="*/ 1002913 h 1871184"/>
                  <a:gd name="connsiteX13" fmla="*/ 463026 w 1080000"/>
                  <a:gd name="connsiteY13" fmla="*/ 1002912 h 1871184"/>
                  <a:gd name="connsiteX14" fmla="*/ 370410 w 1080000"/>
                  <a:gd name="connsiteY14" fmla="*/ 987371 h 1871184"/>
                  <a:gd name="connsiteX15" fmla="*/ 283786 w 1080000"/>
                  <a:gd name="connsiteY15" fmla="*/ 955027 h 1871184"/>
                  <a:gd name="connsiteX16" fmla="*/ 280785 w 1080000"/>
                  <a:gd name="connsiteY16" fmla="*/ 952551 h 1871184"/>
                  <a:gd name="connsiteX17" fmla="*/ 259279 w 1080000"/>
                  <a:gd name="connsiteY17" fmla="*/ 940878 h 1871184"/>
                  <a:gd name="connsiteX18" fmla="*/ 197389 w 1080000"/>
                  <a:gd name="connsiteY18" fmla="*/ 902940 h 1871184"/>
                  <a:gd name="connsiteX19" fmla="*/ 65471 w 1080000"/>
                  <a:gd name="connsiteY19" fmla="*/ 753383 h 1871184"/>
                  <a:gd name="connsiteX20" fmla="*/ 1910 w 1080000"/>
                  <a:gd name="connsiteY20" fmla="*/ 564361 h 1871184"/>
                  <a:gd name="connsiteX21" fmla="*/ 0 w 1080000"/>
                  <a:gd name="connsiteY21" fmla="*/ 491799 h 1871184"/>
                  <a:gd name="connsiteX22" fmla="*/ 644 w 1080000"/>
                  <a:gd name="connsiteY22" fmla="*/ 467333 h 1871184"/>
                  <a:gd name="connsiteX23" fmla="*/ 0 w 1080000"/>
                  <a:gd name="connsiteY23" fmla="*/ 463495 h 1871184"/>
                  <a:gd name="connsiteX24" fmla="*/ 15302 w 1080000"/>
                  <a:gd name="connsiteY24" fmla="*/ 372304 h 1871184"/>
                  <a:gd name="connsiteX25" fmla="*/ 249289 w 1080000"/>
                  <a:gd name="connsiteY25" fmla="*/ 67365 h 1871184"/>
                  <a:gd name="connsiteX26" fmla="*/ 535340 w 1080000"/>
                  <a:gd name="connsiteY26" fmla="*/ 1250 h 187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80000" h="1871184">
                    <a:moveTo>
                      <a:pt x="535340" y="1250"/>
                    </a:moveTo>
                    <a:cubicBezTo>
                      <a:pt x="663991" y="10342"/>
                      <a:pt x="787308" y="68765"/>
                      <a:pt x="875866" y="168634"/>
                    </a:cubicBezTo>
                    <a:lnTo>
                      <a:pt x="929093" y="242553"/>
                    </a:lnTo>
                    <a:lnTo>
                      <a:pt x="938090" y="257362"/>
                    </a:lnTo>
                    <a:lnTo>
                      <a:pt x="938092" y="257366"/>
                    </a:lnTo>
                    <a:lnTo>
                      <a:pt x="949650" y="276392"/>
                    </a:lnTo>
                    <a:cubicBezTo>
                      <a:pt x="1032780" y="429421"/>
                      <a:pt x="1080000" y="604788"/>
                      <a:pt x="1080000" y="791184"/>
                    </a:cubicBezTo>
                    <a:cubicBezTo>
                      <a:pt x="1080000" y="1387652"/>
                      <a:pt x="596468" y="1871184"/>
                      <a:pt x="0" y="1871184"/>
                    </a:cubicBezTo>
                    <a:cubicBezTo>
                      <a:pt x="277357" y="1871184"/>
                      <a:pt x="502200" y="1646341"/>
                      <a:pt x="502200" y="1368984"/>
                    </a:cubicBezTo>
                    <a:cubicBezTo>
                      <a:pt x="502200" y="1230306"/>
                      <a:pt x="445989" y="1104756"/>
                      <a:pt x="355109" y="1013875"/>
                    </a:cubicBezTo>
                    <a:lnTo>
                      <a:pt x="283786" y="955028"/>
                    </a:lnTo>
                    <a:lnTo>
                      <a:pt x="370410" y="987372"/>
                    </a:lnTo>
                    <a:lnTo>
                      <a:pt x="463026" y="1002913"/>
                    </a:lnTo>
                    <a:lnTo>
                      <a:pt x="463026" y="1002912"/>
                    </a:lnTo>
                    <a:lnTo>
                      <a:pt x="370410" y="987371"/>
                    </a:lnTo>
                    <a:lnTo>
                      <a:pt x="283786" y="955027"/>
                    </a:lnTo>
                    <a:lnTo>
                      <a:pt x="280785" y="952551"/>
                    </a:lnTo>
                    <a:lnTo>
                      <a:pt x="259279" y="940878"/>
                    </a:lnTo>
                    <a:lnTo>
                      <a:pt x="197389" y="902940"/>
                    </a:lnTo>
                    <a:cubicBezTo>
                      <a:pt x="145340" y="863613"/>
                      <a:pt x="100141" y="813433"/>
                      <a:pt x="65471" y="753383"/>
                    </a:cubicBezTo>
                    <a:cubicBezTo>
                      <a:pt x="30802" y="693334"/>
                      <a:pt x="9943" y="629100"/>
                      <a:pt x="1910" y="564361"/>
                    </a:cubicBezTo>
                    <a:lnTo>
                      <a:pt x="0" y="491799"/>
                    </a:lnTo>
                    <a:lnTo>
                      <a:pt x="644" y="467333"/>
                    </a:lnTo>
                    <a:lnTo>
                      <a:pt x="0" y="463495"/>
                    </a:lnTo>
                    <a:lnTo>
                      <a:pt x="15302" y="372304"/>
                    </a:lnTo>
                    <a:cubicBezTo>
                      <a:pt x="48566" y="248160"/>
                      <a:pt x="129190" y="136705"/>
                      <a:pt x="249289" y="67365"/>
                    </a:cubicBezTo>
                    <a:cubicBezTo>
                      <a:pt x="339363" y="15361"/>
                      <a:pt x="438852" y="-5569"/>
                      <a:pt x="535340" y="1250"/>
                    </a:cubicBezTo>
                    <a:close/>
                  </a:path>
                </a:pathLst>
              </a:custGeom>
              <a:solidFill>
                <a:srgbClr val="0D4689"/>
              </a:solid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nvGrpSpPr>
              <p:cNvPr id="13" name="Group 12">
                <a:extLst>
                  <a:ext uri="{FF2B5EF4-FFF2-40B4-BE49-F238E27FC236}">
                    <a16:creationId xmlns:a16="http://schemas.microsoft.com/office/drawing/2014/main" id="{E34260C4-18F3-1DDF-7A67-FBCABD486EA2}"/>
                  </a:ext>
                </a:extLst>
              </p:cNvPr>
              <p:cNvGrpSpPr/>
              <p:nvPr/>
            </p:nvGrpSpPr>
            <p:grpSpPr>
              <a:xfrm>
                <a:off x="8294879" y="2849880"/>
                <a:ext cx="632460" cy="632460"/>
                <a:chOff x="8302499" y="2849880"/>
                <a:chExt cx="632460" cy="632460"/>
              </a:xfrm>
            </p:grpSpPr>
            <p:sp>
              <p:nvSpPr>
                <p:cNvPr id="14" name="Oval 13">
                  <a:extLst>
                    <a:ext uri="{FF2B5EF4-FFF2-40B4-BE49-F238E27FC236}">
                      <a16:creationId xmlns:a16="http://schemas.microsoft.com/office/drawing/2014/main" id="{57E8D16B-4FBC-E6D1-73A3-A993EC703454}"/>
                    </a:ext>
                  </a:extLst>
                </p:cNvPr>
                <p:cNvSpPr/>
                <p:nvPr/>
              </p:nvSpPr>
              <p:spPr>
                <a:xfrm>
                  <a:off x="8302499" y="2849880"/>
                  <a:ext cx="632460" cy="63246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5" name="Graphic 14" descr="Agriculture outline">
                  <a:extLst>
                    <a:ext uri="{FF2B5EF4-FFF2-40B4-BE49-F238E27FC236}">
                      <a16:creationId xmlns:a16="http://schemas.microsoft.com/office/drawing/2014/main" id="{0B5CB629-E5B6-8A97-5222-2C63C83E8B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24194" y="2971575"/>
                  <a:ext cx="389070" cy="389070"/>
                </a:xfrm>
                <a:prstGeom prst="rect">
                  <a:avLst/>
                </a:prstGeom>
              </p:spPr>
            </p:pic>
          </p:grpSp>
        </p:grpSp>
      </p:grpSp>
      <p:grpSp>
        <p:nvGrpSpPr>
          <p:cNvPr id="16" name="Group 15">
            <a:extLst>
              <a:ext uri="{FF2B5EF4-FFF2-40B4-BE49-F238E27FC236}">
                <a16:creationId xmlns:a16="http://schemas.microsoft.com/office/drawing/2014/main" id="{C4445D45-5751-0923-7CC5-C0DD7FA335FC}"/>
              </a:ext>
            </a:extLst>
          </p:cNvPr>
          <p:cNvGrpSpPr/>
          <p:nvPr/>
        </p:nvGrpSpPr>
        <p:grpSpPr>
          <a:xfrm>
            <a:off x="4997889" y="2590479"/>
            <a:ext cx="2302873" cy="3130455"/>
            <a:chOff x="7268820" y="2992409"/>
            <a:chExt cx="2302873" cy="3130455"/>
          </a:xfrm>
        </p:grpSpPr>
        <p:sp>
          <p:nvSpPr>
            <p:cNvPr id="17" name="TextBox 16">
              <a:extLst>
                <a:ext uri="{FF2B5EF4-FFF2-40B4-BE49-F238E27FC236}">
                  <a16:creationId xmlns:a16="http://schemas.microsoft.com/office/drawing/2014/main" id="{992B7BBC-6D79-F333-EBBB-05250F7D34CD}"/>
                </a:ext>
              </a:extLst>
            </p:cNvPr>
            <p:cNvSpPr txBox="1"/>
            <p:nvPr/>
          </p:nvSpPr>
          <p:spPr>
            <a:xfrm>
              <a:off x="7268820" y="5476533"/>
              <a:ext cx="2302873" cy="646331"/>
            </a:xfrm>
            <a:prstGeom prst="rect">
              <a:avLst/>
            </a:prstGeom>
            <a:noFill/>
          </p:spPr>
          <p:txBody>
            <a:bodyPr wrap="square">
              <a:spAutoFit/>
            </a:bodyPr>
            <a:lstStyle/>
            <a:p>
              <a:pPr algn="ctr" fontAlgn="base">
                <a:spcBef>
                  <a:spcPct val="0"/>
                </a:spcBef>
                <a:spcAft>
                  <a:spcPct val="0"/>
                </a:spcAft>
              </a:pPr>
              <a:r>
                <a:rPr lang="en-US" sz="1800" dirty="0">
                  <a:latin typeface="Arial" panose="020B0604020202020204" pitchFamily="34" charset="0"/>
                  <a:cs typeface="Arial" panose="020B0604020202020204" pitchFamily="34" charset="0"/>
                </a:rPr>
                <a:t>What kind of stress are there?</a:t>
              </a:r>
            </a:p>
          </p:txBody>
        </p:sp>
        <p:grpSp>
          <p:nvGrpSpPr>
            <p:cNvPr id="18" name="Group 17">
              <a:extLst>
                <a:ext uri="{FF2B5EF4-FFF2-40B4-BE49-F238E27FC236}">
                  <a16:creationId xmlns:a16="http://schemas.microsoft.com/office/drawing/2014/main" id="{24D4D72E-7540-A14C-A27F-6BD7523E0973}"/>
                </a:ext>
              </a:extLst>
            </p:cNvPr>
            <p:cNvGrpSpPr/>
            <p:nvPr/>
          </p:nvGrpSpPr>
          <p:grpSpPr>
            <a:xfrm>
              <a:off x="7341323" y="2992409"/>
              <a:ext cx="1582200" cy="1613821"/>
              <a:chOff x="7036529" y="2924677"/>
              <a:chExt cx="1582200" cy="1613821"/>
            </a:xfrm>
          </p:grpSpPr>
          <p:sp>
            <p:nvSpPr>
              <p:cNvPr id="19" name="Freeform: Shape 18">
                <a:extLst>
                  <a:ext uri="{FF2B5EF4-FFF2-40B4-BE49-F238E27FC236}">
                    <a16:creationId xmlns:a16="http://schemas.microsoft.com/office/drawing/2014/main" id="{BDCD1C50-8FF9-7C8B-1DA8-EC877E9536DE}"/>
                  </a:ext>
                </a:extLst>
              </p:cNvPr>
              <p:cNvSpPr/>
              <p:nvPr/>
            </p:nvSpPr>
            <p:spPr>
              <a:xfrm>
                <a:off x="7036529" y="2924677"/>
                <a:ext cx="1582200" cy="1613821"/>
              </a:xfrm>
              <a:custGeom>
                <a:avLst/>
                <a:gdLst>
                  <a:gd name="connsiteX0" fmla="*/ 141911 w 1582200"/>
                  <a:gd name="connsiteY0" fmla="*/ 0 h 1613821"/>
                  <a:gd name="connsiteX1" fmla="*/ 102924 w 1582200"/>
                  <a:gd name="connsiteY1" fmla="*/ 86573 h 1613821"/>
                  <a:gd name="connsiteX2" fmla="*/ 328511 w 1582200"/>
                  <a:gd name="connsiteY2" fmla="*/ 679839 h 1613821"/>
                  <a:gd name="connsiteX3" fmla="*/ 709590 w 1582200"/>
                  <a:gd name="connsiteY3" fmla="*/ 730009 h 1613821"/>
                  <a:gd name="connsiteX4" fmla="*/ 796212 w 1582200"/>
                  <a:gd name="connsiteY4" fmla="*/ 697667 h 1613821"/>
                  <a:gd name="connsiteX5" fmla="*/ 796214 w 1582200"/>
                  <a:gd name="connsiteY5" fmla="*/ 697665 h 1613821"/>
                  <a:gd name="connsiteX6" fmla="*/ 799860 w 1582200"/>
                  <a:gd name="connsiteY6" fmla="*/ 696303 h 1613821"/>
                  <a:gd name="connsiteX7" fmla="*/ 820730 w 1582200"/>
                  <a:gd name="connsiteY7" fmla="*/ 683510 h 1613821"/>
                  <a:gd name="connsiteX8" fmla="*/ 884521 w 1582200"/>
                  <a:gd name="connsiteY8" fmla="*/ 648885 h 1613821"/>
                  <a:gd name="connsiteX9" fmla="*/ 1080000 w 1582200"/>
                  <a:gd name="connsiteY9" fmla="*/ 609420 h 1613821"/>
                  <a:gd name="connsiteX10" fmla="*/ 1275479 w 1582200"/>
                  <a:gd name="connsiteY10" fmla="*/ 648885 h 1613821"/>
                  <a:gd name="connsiteX11" fmla="*/ 1339279 w 1582200"/>
                  <a:gd name="connsiteY11" fmla="*/ 683515 h 1613821"/>
                  <a:gd name="connsiteX12" fmla="*/ 1360141 w 1582200"/>
                  <a:gd name="connsiteY12" fmla="*/ 696303 h 1613821"/>
                  <a:gd name="connsiteX13" fmla="*/ 1363786 w 1582200"/>
                  <a:gd name="connsiteY13" fmla="*/ 697664 h 1613821"/>
                  <a:gd name="connsiteX14" fmla="*/ 1435109 w 1582200"/>
                  <a:gd name="connsiteY14" fmla="*/ 756511 h 1613821"/>
                  <a:gd name="connsiteX15" fmla="*/ 1582200 w 1582200"/>
                  <a:gd name="connsiteY15" fmla="*/ 1111620 h 1613821"/>
                  <a:gd name="connsiteX16" fmla="*/ 1080000 w 1582200"/>
                  <a:gd name="connsiteY16" fmla="*/ 1613820 h 1613821"/>
                  <a:gd name="connsiteX17" fmla="*/ 1079922 w 1582200"/>
                  <a:gd name="connsiteY17" fmla="*/ 1613813 h 1613821"/>
                  <a:gd name="connsiteX18" fmla="*/ 984506 w 1582200"/>
                  <a:gd name="connsiteY18" fmla="*/ 1604195 h 1613821"/>
                  <a:gd name="connsiteX19" fmla="*/ 977633 w 1582200"/>
                  <a:gd name="connsiteY19" fmla="*/ 1602338 h 1613821"/>
                  <a:gd name="connsiteX20" fmla="*/ 974710 w 1582200"/>
                  <a:gd name="connsiteY20" fmla="*/ 1602352 h 1613821"/>
                  <a:gd name="connsiteX21" fmla="*/ 978790 w 1582200"/>
                  <a:gd name="connsiteY21" fmla="*/ 1603618 h 1613821"/>
                  <a:gd name="connsiteX22" fmla="*/ 984506 w 1582200"/>
                  <a:gd name="connsiteY22" fmla="*/ 1604195 h 1613821"/>
                  <a:gd name="connsiteX23" fmla="*/ 991103 w 1582200"/>
                  <a:gd name="connsiteY23" fmla="*/ 1605976 h 1613821"/>
                  <a:gd name="connsiteX24" fmla="*/ 1079922 w 1582200"/>
                  <a:gd name="connsiteY24" fmla="*/ 1613813 h 1613821"/>
                  <a:gd name="connsiteX25" fmla="*/ 1080000 w 1582200"/>
                  <a:gd name="connsiteY25" fmla="*/ 1613821 h 1613821"/>
                  <a:gd name="connsiteX26" fmla="*/ 0 w 1582200"/>
                  <a:gd name="connsiteY26" fmla="*/ 533821 h 1613821"/>
                  <a:gd name="connsiteX27" fmla="*/ 130350 w 1582200"/>
                  <a:gd name="connsiteY27" fmla="*/ 19029 h 161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82200" h="1613821">
                    <a:moveTo>
                      <a:pt x="141911" y="0"/>
                    </a:moveTo>
                    <a:lnTo>
                      <a:pt x="102924" y="86573"/>
                    </a:lnTo>
                    <a:cubicBezTo>
                      <a:pt x="29057" y="308172"/>
                      <a:pt x="118338" y="558496"/>
                      <a:pt x="328511" y="679839"/>
                    </a:cubicBezTo>
                    <a:cubicBezTo>
                      <a:pt x="448610" y="749179"/>
                      <a:pt x="585445" y="763274"/>
                      <a:pt x="709590" y="730009"/>
                    </a:cubicBezTo>
                    <a:lnTo>
                      <a:pt x="796212" y="697667"/>
                    </a:lnTo>
                    <a:lnTo>
                      <a:pt x="796214" y="697665"/>
                    </a:lnTo>
                    <a:lnTo>
                      <a:pt x="799860" y="696303"/>
                    </a:lnTo>
                    <a:lnTo>
                      <a:pt x="820730" y="683510"/>
                    </a:lnTo>
                    <a:lnTo>
                      <a:pt x="884521" y="648885"/>
                    </a:lnTo>
                    <a:cubicBezTo>
                      <a:pt x="944604" y="623473"/>
                      <a:pt x="1010661" y="609420"/>
                      <a:pt x="1080000" y="609420"/>
                    </a:cubicBezTo>
                    <a:cubicBezTo>
                      <a:pt x="1149339" y="609420"/>
                      <a:pt x="1215397" y="623473"/>
                      <a:pt x="1275479" y="648885"/>
                    </a:cubicBezTo>
                    <a:lnTo>
                      <a:pt x="1339279" y="683515"/>
                    </a:lnTo>
                    <a:lnTo>
                      <a:pt x="1360141" y="696303"/>
                    </a:lnTo>
                    <a:lnTo>
                      <a:pt x="1363786" y="697664"/>
                    </a:lnTo>
                    <a:lnTo>
                      <a:pt x="1435109" y="756511"/>
                    </a:lnTo>
                    <a:cubicBezTo>
                      <a:pt x="1525989" y="847392"/>
                      <a:pt x="1582200" y="972942"/>
                      <a:pt x="1582200" y="1111620"/>
                    </a:cubicBezTo>
                    <a:cubicBezTo>
                      <a:pt x="1582200" y="1388977"/>
                      <a:pt x="1357357" y="1613820"/>
                      <a:pt x="1080000" y="1613820"/>
                    </a:cubicBezTo>
                    <a:lnTo>
                      <a:pt x="1079922" y="1613813"/>
                    </a:lnTo>
                    <a:lnTo>
                      <a:pt x="984506" y="1604195"/>
                    </a:lnTo>
                    <a:lnTo>
                      <a:pt x="977633" y="1602338"/>
                    </a:lnTo>
                    <a:lnTo>
                      <a:pt x="974710" y="1602352"/>
                    </a:lnTo>
                    <a:lnTo>
                      <a:pt x="978790" y="1603618"/>
                    </a:lnTo>
                    <a:lnTo>
                      <a:pt x="984506" y="1604195"/>
                    </a:lnTo>
                    <a:lnTo>
                      <a:pt x="991103" y="1605976"/>
                    </a:lnTo>
                    <a:lnTo>
                      <a:pt x="1079922" y="1613813"/>
                    </a:lnTo>
                    <a:lnTo>
                      <a:pt x="1080000" y="1613821"/>
                    </a:lnTo>
                    <a:cubicBezTo>
                      <a:pt x="483532" y="1613821"/>
                      <a:pt x="0" y="1130289"/>
                      <a:pt x="0" y="533821"/>
                    </a:cubicBezTo>
                    <a:cubicBezTo>
                      <a:pt x="0" y="347425"/>
                      <a:pt x="47220" y="172058"/>
                      <a:pt x="130350" y="19029"/>
                    </a:cubicBezTo>
                    <a:close/>
                  </a:path>
                </a:pathLst>
              </a:custGeom>
              <a:solidFill>
                <a:srgbClr val="78376F"/>
              </a:solid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nvGrpSpPr>
              <p:cNvPr id="20" name="Group 19">
                <a:extLst>
                  <a:ext uri="{FF2B5EF4-FFF2-40B4-BE49-F238E27FC236}">
                    <a16:creationId xmlns:a16="http://schemas.microsoft.com/office/drawing/2014/main" id="{A0C72812-0298-E29B-8C0B-B54363C4A877}"/>
                  </a:ext>
                </a:extLst>
              </p:cNvPr>
              <p:cNvGrpSpPr/>
              <p:nvPr/>
            </p:nvGrpSpPr>
            <p:grpSpPr>
              <a:xfrm>
                <a:off x="7800299" y="3708319"/>
                <a:ext cx="632460" cy="632460"/>
                <a:chOff x="7800299" y="3708319"/>
                <a:chExt cx="632460" cy="632460"/>
              </a:xfrm>
            </p:grpSpPr>
            <p:sp>
              <p:nvSpPr>
                <p:cNvPr id="21" name="Oval 20">
                  <a:extLst>
                    <a:ext uri="{FF2B5EF4-FFF2-40B4-BE49-F238E27FC236}">
                      <a16:creationId xmlns:a16="http://schemas.microsoft.com/office/drawing/2014/main" id="{A9BA1ADA-F309-182E-B5BA-CC87791BC501}"/>
                    </a:ext>
                  </a:extLst>
                </p:cNvPr>
                <p:cNvSpPr/>
                <p:nvPr/>
              </p:nvSpPr>
              <p:spPr>
                <a:xfrm>
                  <a:off x="7800299" y="3708319"/>
                  <a:ext cx="632460" cy="63246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2" name="Graphic 21" descr="Playbook outline">
                  <a:extLst>
                    <a:ext uri="{FF2B5EF4-FFF2-40B4-BE49-F238E27FC236}">
                      <a16:creationId xmlns:a16="http://schemas.microsoft.com/office/drawing/2014/main" id="{613181D6-1C03-9113-26F2-C69027A01E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77761" y="3786844"/>
                  <a:ext cx="475409" cy="475409"/>
                </a:xfrm>
                <a:prstGeom prst="rect">
                  <a:avLst/>
                </a:prstGeom>
              </p:spPr>
            </p:pic>
          </p:grpSp>
        </p:grpSp>
      </p:grpSp>
      <p:grpSp>
        <p:nvGrpSpPr>
          <p:cNvPr id="23" name="Group 22">
            <a:extLst>
              <a:ext uri="{FF2B5EF4-FFF2-40B4-BE49-F238E27FC236}">
                <a16:creationId xmlns:a16="http://schemas.microsoft.com/office/drawing/2014/main" id="{63C358A3-C273-88A5-136C-B617BFB751A2}"/>
              </a:ext>
            </a:extLst>
          </p:cNvPr>
          <p:cNvGrpSpPr/>
          <p:nvPr/>
        </p:nvGrpSpPr>
        <p:grpSpPr>
          <a:xfrm>
            <a:off x="4233595" y="1205709"/>
            <a:ext cx="3739052" cy="3823172"/>
            <a:chOff x="6504526" y="1607639"/>
            <a:chExt cx="3739052" cy="3823172"/>
          </a:xfrm>
        </p:grpSpPr>
        <p:sp>
          <p:nvSpPr>
            <p:cNvPr id="24" name="Oval 23">
              <a:extLst>
                <a:ext uri="{FF2B5EF4-FFF2-40B4-BE49-F238E27FC236}">
                  <a16:creationId xmlns:a16="http://schemas.microsoft.com/office/drawing/2014/main" id="{97D5DB43-1482-078C-4521-827CA62DFAFD}"/>
                </a:ext>
              </a:extLst>
            </p:cNvPr>
            <p:cNvSpPr/>
            <p:nvPr/>
          </p:nvSpPr>
          <p:spPr>
            <a:xfrm rot="7200000">
              <a:off x="9995479" y="2739935"/>
              <a:ext cx="201328" cy="201329"/>
            </a:xfrm>
            <a:prstGeom prst="ellipse">
              <a:avLst/>
            </a:prstGeom>
            <a:solidFill>
              <a:srgbClr val="0D4689"/>
            </a:solidFill>
            <a:ln>
              <a:noFill/>
            </a:ln>
            <a:scene3d>
              <a:camera prst="orthographicFront"/>
              <a:lightRig rig="threePt" dir="t"/>
            </a:scene3d>
            <a:sp3d>
              <a:bevelT/>
              <a:bevelB/>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Oval 24">
              <a:extLst>
                <a:ext uri="{FF2B5EF4-FFF2-40B4-BE49-F238E27FC236}">
                  <a16:creationId xmlns:a16="http://schemas.microsoft.com/office/drawing/2014/main" id="{9A2A0EB0-2C8B-F951-10FA-E74E4EED6BDB}"/>
                </a:ext>
              </a:extLst>
            </p:cNvPr>
            <p:cNvSpPr/>
            <p:nvPr/>
          </p:nvSpPr>
          <p:spPr>
            <a:xfrm rot="7200000">
              <a:off x="6570105" y="2662752"/>
              <a:ext cx="201328" cy="201329"/>
            </a:xfrm>
            <a:prstGeom prst="ellipse">
              <a:avLst/>
            </a:prstGeom>
            <a:solidFill>
              <a:srgbClr val="82A7C7"/>
            </a:solidFill>
            <a:ln>
              <a:noFill/>
            </a:ln>
            <a:scene3d>
              <a:camera prst="orthographicFront"/>
              <a:lightRig rig="threePt" dir="t"/>
            </a:scene3d>
            <a:sp3d>
              <a:bevelT/>
              <a:bevelB/>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6" name="Oval 25">
              <a:extLst>
                <a:ext uri="{FF2B5EF4-FFF2-40B4-BE49-F238E27FC236}">
                  <a16:creationId xmlns:a16="http://schemas.microsoft.com/office/drawing/2014/main" id="{B0B44B89-20E9-EB21-B48E-F6E276D844C0}"/>
                </a:ext>
              </a:extLst>
            </p:cNvPr>
            <p:cNvSpPr/>
            <p:nvPr/>
          </p:nvSpPr>
          <p:spPr>
            <a:xfrm>
              <a:off x="8319593" y="5229483"/>
              <a:ext cx="201329" cy="201328"/>
            </a:xfrm>
            <a:prstGeom prst="ellipse">
              <a:avLst/>
            </a:prstGeom>
            <a:solidFill>
              <a:srgbClr val="78376F"/>
            </a:solidFill>
            <a:ln>
              <a:noFill/>
            </a:ln>
            <a:scene3d>
              <a:camera prst="orthographicFront"/>
              <a:lightRig rig="threePt" dir="t"/>
            </a:scene3d>
            <a:sp3d>
              <a:bevelT/>
              <a:bevelB/>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7" name="Freeform: Shape 26">
              <a:extLst>
                <a:ext uri="{FF2B5EF4-FFF2-40B4-BE49-F238E27FC236}">
                  <a16:creationId xmlns:a16="http://schemas.microsoft.com/office/drawing/2014/main" id="{2E23BDB5-FED1-44AC-A54E-C101817B53FE}"/>
                </a:ext>
              </a:extLst>
            </p:cNvPr>
            <p:cNvSpPr/>
            <p:nvPr/>
          </p:nvSpPr>
          <p:spPr>
            <a:xfrm rot="7200000">
              <a:off x="6504526" y="1607639"/>
              <a:ext cx="3739052" cy="3739052"/>
            </a:xfrm>
            <a:custGeom>
              <a:avLst/>
              <a:gdLst>
                <a:gd name="connsiteX0" fmla="*/ 541180 w 3739052"/>
                <a:gd name="connsiteY0" fmla="*/ 554602 h 3739052"/>
                <a:gd name="connsiteX1" fmla="*/ 547571 w 3739052"/>
                <a:gd name="connsiteY1" fmla="*/ 547571 h 3739052"/>
                <a:gd name="connsiteX2" fmla="*/ 1869526 w 3739052"/>
                <a:gd name="connsiteY2" fmla="*/ 0 h 3739052"/>
                <a:gd name="connsiteX3" fmla="*/ 3312143 w 3739052"/>
                <a:gd name="connsiteY3" fmla="*/ 680333 h 3739052"/>
                <a:gd name="connsiteX4" fmla="*/ 3369548 w 3739052"/>
                <a:gd name="connsiteY4" fmla="*/ 757100 h 3739052"/>
                <a:gd name="connsiteX5" fmla="*/ 3367336 w 3739052"/>
                <a:gd name="connsiteY5" fmla="*/ 757844 h 3739052"/>
                <a:gd name="connsiteX6" fmla="*/ 3323564 w 3739052"/>
                <a:gd name="connsiteY6" fmla="*/ 796454 h 3739052"/>
                <a:gd name="connsiteX7" fmla="*/ 3265489 w 3739052"/>
                <a:gd name="connsiteY7" fmla="*/ 718792 h 3739052"/>
                <a:gd name="connsiteX8" fmla="*/ 1869526 w 3739052"/>
                <a:gd name="connsiteY8" fmla="*/ 60460 h 3739052"/>
                <a:gd name="connsiteX9" fmla="*/ 590323 w 3739052"/>
                <a:gd name="connsiteY9" fmla="*/ 590323 h 3739052"/>
                <a:gd name="connsiteX10" fmla="*/ 586757 w 3739052"/>
                <a:gd name="connsiteY10" fmla="*/ 594248 h 3739052"/>
                <a:gd name="connsiteX11" fmla="*/ 575734 w 3739052"/>
                <a:gd name="connsiteY11" fmla="*/ 577900 h 3739052"/>
                <a:gd name="connsiteX12" fmla="*/ 2265027 w 3739052"/>
                <a:gd name="connsiteY12" fmla="*/ 3696255 h 3739052"/>
                <a:gd name="connsiteX13" fmla="*/ 2265709 w 3739052"/>
                <a:gd name="connsiteY13" fmla="*/ 3692880 h 3739052"/>
                <a:gd name="connsiteX14" fmla="*/ 2254353 w 3739052"/>
                <a:gd name="connsiteY14" fmla="*/ 3636635 h 3739052"/>
                <a:gd name="connsiteX15" fmla="*/ 2407487 w 3739052"/>
                <a:gd name="connsiteY15" fmla="*/ 3597260 h 3739052"/>
                <a:gd name="connsiteX16" fmla="*/ 3678592 w 3739052"/>
                <a:gd name="connsiteY16" fmla="*/ 1869526 h 3739052"/>
                <a:gd name="connsiteX17" fmla="*/ 3536427 w 3739052"/>
                <a:gd name="connsiteY17" fmla="*/ 1165356 h 3739052"/>
                <a:gd name="connsiteX18" fmla="*/ 3487651 w 3739052"/>
                <a:gd name="connsiteY18" fmla="*/ 1064104 h 3739052"/>
                <a:gd name="connsiteX19" fmla="*/ 3534969 w 3739052"/>
                <a:gd name="connsiteY19" fmla="*/ 1048193 h 3739052"/>
                <a:gd name="connsiteX20" fmla="*/ 3543434 w 3739052"/>
                <a:gd name="connsiteY20" fmla="*/ 1040726 h 3739052"/>
                <a:gd name="connsiteX21" fmla="*/ 3592135 w 3739052"/>
                <a:gd name="connsiteY21" fmla="*/ 1141822 h 3739052"/>
                <a:gd name="connsiteX22" fmla="*/ 3739052 w 3739052"/>
                <a:gd name="connsiteY22" fmla="*/ 1869526 h 3739052"/>
                <a:gd name="connsiteX23" fmla="*/ 2425466 w 3739052"/>
                <a:gd name="connsiteY23" fmla="*/ 3655002 h 3739052"/>
                <a:gd name="connsiteX24" fmla="*/ 225642 w 3739052"/>
                <a:gd name="connsiteY24" fmla="*/ 2760653 h 3739052"/>
                <a:gd name="connsiteX25" fmla="*/ 0 w 3739052"/>
                <a:gd name="connsiteY25" fmla="*/ 1869526 h 3739052"/>
                <a:gd name="connsiteX26" fmla="*/ 319285 w 3739052"/>
                <a:gd name="connsiteY26" fmla="*/ 824256 h 3739052"/>
                <a:gd name="connsiteX27" fmla="*/ 332770 w 3739052"/>
                <a:gd name="connsiteY27" fmla="*/ 806224 h 3739052"/>
                <a:gd name="connsiteX28" fmla="*/ 338665 w 3739052"/>
                <a:gd name="connsiteY28" fmla="*/ 814968 h 3739052"/>
                <a:gd name="connsiteX29" fmla="*/ 380534 w 3739052"/>
                <a:gd name="connsiteY29" fmla="*/ 843197 h 3739052"/>
                <a:gd name="connsiteX30" fmla="*/ 369420 w 3739052"/>
                <a:gd name="connsiteY30" fmla="*/ 858060 h 3739052"/>
                <a:gd name="connsiteX31" fmla="*/ 60460 w 3739052"/>
                <a:gd name="connsiteY31" fmla="*/ 1869526 h 3739052"/>
                <a:gd name="connsiteX32" fmla="*/ 1869526 w 3739052"/>
                <a:gd name="connsiteY32" fmla="*/ 3678592 h 3739052"/>
                <a:gd name="connsiteX33" fmla="*/ 1933985 w 3739052"/>
                <a:gd name="connsiteY33" fmla="*/ 3675337 h 3739052"/>
                <a:gd name="connsiteX34" fmla="*/ 1930443 w 3739052"/>
                <a:gd name="connsiteY34" fmla="*/ 3692880 h 3739052"/>
                <a:gd name="connsiteX35" fmla="*/ 1939055 w 3739052"/>
                <a:gd name="connsiteY35" fmla="*/ 3735541 h 3739052"/>
                <a:gd name="connsiteX36" fmla="*/ 1869526 w 3739052"/>
                <a:gd name="connsiteY36" fmla="*/ 3739052 h 3739052"/>
                <a:gd name="connsiteX37" fmla="*/ 225642 w 3739052"/>
                <a:gd name="connsiteY37" fmla="*/ 2760653 h 3739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739052" h="3739052">
                  <a:moveTo>
                    <a:pt x="541180" y="554602"/>
                  </a:moveTo>
                  <a:lnTo>
                    <a:pt x="547571" y="547571"/>
                  </a:lnTo>
                  <a:cubicBezTo>
                    <a:pt x="885889" y="209253"/>
                    <a:pt x="1353270" y="0"/>
                    <a:pt x="1869526" y="0"/>
                  </a:cubicBezTo>
                  <a:cubicBezTo>
                    <a:pt x="2450313" y="-1"/>
                    <a:pt x="2969244" y="264836"/>
                    <a:pt x="3312143" y="680333"/>
                  </a:cubicBezTo>
                  <a:lnTo>
                    <a:pt x="3369548" y="757100"/>
                  </a:lnTo>
                  <a:lnTo>
                    <a:pt x="3367336" y="757844"/>
                  </a:lnTo>
                  <a:lnTo>
                    <a:pt x="3323564" y="796454"/>
                  </a:lnTo>
                  <a:lnTo>
                    <a:pt x="3265489" y="718792"/>
                  </a:lnTo>
                  <a:cubicBezTo>
                    <a:pt x="2933680" y="316732"/>
                    <a:pt x="2431531" y="60460"/>
                    <a:pt x="1869526" y="60460"/>
                  </a:cubicBezTo>
                  <a:cubicBezTo>
                    <a:pt x="1369966" y="60460"/>
                    <a:pt x="917699" y="262946"/>
                    <a:pt x="590323" y="590323"/>
                  </a:cubicBezTo>
                  <a:lnTo>
                    <a:pt x="586757" y="594248"/>
                  </a:lnTo>
                  <a:lnTo>
                    <a:pt x="575734" y="577900"/>
                  </a:lnTo>
                  <a:close/>
                  <a:moveTo>
                    <a:pt x="2265027" y="3696255"/>
                  </a:moveTo>
                  <a:lnTo>
                    <a:pt x="2265709" y="3692880"/>
                  </a:lnTo>
                  <a:lnTo>
                    <a:pt x="2254353" y="3636635"/>
                  </a:lnTo>
                  <a:lnTo>
                    <a:pt x="2407487" y="3597260"/>
                  </a:lnTo>
                  <a:cubicBezTo>
                    <a:pt x="3143901" y="3368212"/>
                    <a:pt x="3678592" y="2681311"/>
                    <a:pt x="3678592" y="1869526"/>
                  </a:cubicBezTo>
                  <a:cubicBezTo>
                    <a:pt x="3678592" y="1619746"/>
                    <a:pt x="3627970" y="1381790"/>
                    <a:pt x="3536427" y="1165356"/>
                  </a:cubicBezTo>
                  <a:lnTo>
                    <a:pt x="3487651" y="1064104"/>
                  </a:lnTo>
                  <a:lnTo>
                    <a:pt x="3534969" y="1048193"/>
                  </a:lnTo>
                  <a:lnTo>
                    <a:pt x="3543434" y="1040726"/>
                  </a:lnTo>
                  <a:lnTo>
                    <a:pt x="3592135" y="1141822"/>
                  </a:lnTo>
                  <a:cubicBezTo>
                    <a:pt x="3686738" y="1365489"/>
                    <a:pt x="3739052" y="1611398"/>
                    <a:pt x="3739052" y="1869526"/>
                  </a:cubicBezTo>
                  <a:cubicBezTo>
                    <a:pt x="3739052" y="2708441"/>
                    <a:pt x="3186491" y="3418298"/>
                    <a:pt x="2425466" y="3655002"/>
                  </a:cubicBezTo>
                  <a:close/>
                  <a:moveTo>
                    <a:pt x="225642" y="2760653"/>
                  </a:moveTo>
                  <a:cubicBezTo>
                    <a:pt x="81740" y="2495754"/>
                    <a:pt x="0" y="2192186"/>
                    <a:pt x="0" y="1869526"/>
                  </a:cubicBezTo>
                  <a:cubicBezTo>
                    <a:pt x="0" y="1482334"/>
                    <a:pt x="117705" y="1122634"/>
                    <a:pt x="319285" y="824256"/>
                  </a:cubicBezTo>
                  <a:lnTo>
                    <a:pt x="332770" y="806224"/>
                  </a:lnTo>
                  <a:lnTo>
                    <a:pt x="338665" y="814968"/>
                  </a:lnTo>
                  <a:lnTo>
                    <a:pt x="380534" y="843197"/>
                  </a:lnTo>
                  <a:lnTo>
                    <a:pt x="369420" y="858060"/>
                  </a:lnTo>
                  <a:cubicBezTo>
                    <a:pt x="174359" y="1146789"/>
                    <a:pt x="60460" y="1494856"/>
                    <a:pt x="60460" y="1869526"/>
                  </a:cubicBezTo>
                  <a:cubicBezTo>
                    <a:pt x="60460" y="2868646"/>
                    <a:pt x="870406" y="3678592"/>
                    <a:pt x="1869526" y="3678592"/>
                  </a:cubicBezTo>
                  <a:lnTo>
                    <a:pt x="1933985" y="3675337"/>
                  </a:lnTo>
                  <a:lnTo>
                    <a:pt x="1930443" y="3692880"/>
                  </a:lnTo>
                  <a:lnTo>
                    <a:pt x="1939055" y="3735541"/>
                  </a:lnTo>
                  <a:lnTo>
                    <a:pt x="1869526" y="3739052"/>
                  </a:lnTo>
                  <a:cubicBezTo>
                    <a:pt x="1159675" y="3739052"/>
                    <a:pt x="542226" y="3343432"/>
                    <a:pt x="225642" y="276065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solidFill>
                  <a:schemeClr val="tx1"/>
                </a:solidFill>
              </a:endParaRPr>
            </a:p>
          </p:txBody>
        </p:sp>
      </p:grpSp>
    </p:spTree>
    <p:extLst>
      <p:ext uri="{BB962C8B-B14F-4D97-AF65-F5344CB8AC3E}">
        <p14:creationId xmlns:p14="http://schemas.microsoft.com/office/powerpoint/2010/main" val="259773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50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2000"/>
                                        <p:tgtEl>
                                          <p:spTgt spid="23"/>
                                        </p:tgtEl>
                                      </p:cBhvr>
                                    </p:animEffect>
                                  </p:childTnLst>
                                </p:cTn>
                              </p:par>
                              <p:par>
                                <p:cTn id="8" presetID="10" presetClass="entr" presetSubtype="0" fill="hold" nodeType="withEffect">
                                  <p:stCondLst>
                                    <p:cond delay="12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nodeType="withEffect">
                                  <p:stCondLst>
                                    <p:cond delay="247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326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E195C9F-5365-1B8C-2D21-C080330A1229}"/>
              </a:ext>
            </a:extLst>
          </p:cNvPr>
          <p:cNvGrpSpPr/>
          <p:nvPr/>
        </p:nvGrpSpPr>
        <p:grpSpPr>
          <a:xfrm>
            <a:off x="2489526" y="1778348"/>
            <a:ext cx="3152446" cy="3280051"/>
            <a:chOff x="2135560" y="1916832"/>
            <a:chExt cx="3152446" cy="3280051"/>
          </a:xfrm>
          <a:effectLst/>
        </p:grpSpPr>
        <p:grpSp>
          <p:nvGrpSpPr>
            <p:cNvPr id="3" name="Group 2">
              <a:extLst>
                <a:ext uri="{FF2B5EF4-FFF2-40B4-BE49-F238E27FC236}">
                  <a16:creationId xmlns:a16="http://schemas.microsoft.com/office/drawing/2014/main" id="{1A60A44D-CB42-3A59-1A8F-72F59E79CBBB}"/>
                </a:ext>
              </a:extLst>
            </p:cNvPr>
            <p:cNvGrpSpPr/>
            <p:nvPr/>
          </p:nvGrpSpPr>
          <p:grpSpPr>
            <a:xfrm>
              <a:off x="2135560" y="1916832"/>
              <a:ext cx="3152446" cy="3280051"/>
              <a:chOff x="3866151" y="1301077"/>
              <a:chExt cx="3909334" cy="4067577"/>
            </a:xfrm>
          </p:grpSpPr>
          <p:sp>
            <p:nvSpPr>
              <p:cNvPr id="8" name="Freeform: Shape 7">
                <a:extLst>
                  <a:ext uri="{FF2B5EF4-FFF2-40B4-BE49-F238E27FC236}">
                    <a16:creationId xmlns:a16="http://schemas.microsoft.com/office/drawing/2014/main" id="{E04391E6-67C8-31BD-644E-EA6A656A12C9}"/>
                  </a:ext>
                </a:extLst>
              </p:cNvPr>
              <p:cNvSpPr/>
              <p:nvPr/>
            </p:nvSpPr>
            <p:spPr>
              <a:xfrm rot="14400000" flipH="1">
                <a:off x="5492990" y="2160641"/>
                <a:ext cx="3142060" cy="1422931"/>
              </a:xfrm>
              <a:custGeom>
                <a:avLst/>
                <a:gdLst>
                  <a:gd name="connsiteX0" fmla="*/ 0 w 3142060"/>
                  <a:gd name="connsiteY0" fmla="*/ 529896 h 1422931"/>
                  <a:gd name="connsiteX1" fmla="*/ 87887 w 3142060"/>
                  <a:gd name="connsiteY1" fmla="*/ 665796 h 1422931"/>
                  <a:gd name="connsiteX2" fmla="*/ 2483274 w 3142060"/>
                  <a:gd name="connsiteY2" fmla="*/ 1177729 h 1422931"/>
                  <a:gd name="connsiteX3" fmla="*/ 3127534 w 3142060"/>
                  <a:gd name="connsiteY3" fmla="*/ 551013 h 1422931"/>
                  <a:gd name="connsiteX4" fmla="*/ 3142060 w 3142060"/>
                  <a:gd name="connsiteY4" fmla="*/ 524504 h 1422931"/>
                  <a:gd name="connsiteX5" fmla="*/ 2233592 w 3142060"/>
                  <a:gd name="connsiteY5" fmla="*/ 0 h 1422931"/>
                  <a:gd name="connsiteX6" fmla="*/ 2192940 w 3142060"/>
                  <a:gd name="connsiteY6" fmla="*/ 66318 h 1422931"/>
                  <a:gd name="connsiteX7" fmla="*/ 1960150 w 3142060"/>
                  <a:gd name="connsiteY7" fmla="*/ 271652 h 1422931"/>
                  <a:gd name="connsiteX8" fmla="*/ 935800 w 3142060"/>
                  <a:gd name="connsiteY8" fmla="*/ 52731 h 1422931"/>
                  <a:gd name="connsiteX9" fmla="*/ 906078 w 3142060"/>
                  <a:gd name="connsiteY9" fmla="*/ 6772 h 1422931"/>
                  <a:gd name="connsiteX10" fmla="*/ 0 w 3142060"/>
                  <a:gd name="connsiteY10" fmla="*/ 529896 h 142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42060" h="1422931">
                    <a:moveTo>
                      <a:pt x="0" y="529896"/>
                    </a:moveTo>
                    <a:lnTo>
                      <a:pt x="87887" y="665796"/>
                    </a:lnTo>
                    <a:cubicBezTo>
                      <a:pt x="629829" y="1417249"/>
                      <a:pt x="1663628" y="1650952"/>
                      <a:pt x="2483274" y="1177729"/>
                    </a:cubicBezTo>
                    <a:cubicBezTo>
                      <a:pt x="2756490" y="1019988"/>
                      <a:pt x="2973578" y="802366"/>
                      <a:pt x="3127534" y="551013"/>
                    </a:cubicBezTo>
                    <a:lnTo>
                      <a:pt x="3142060" y="524504"/>
                    </a:lnTo>
                    <a:lnTo>
                      <a:pt x="2233592" y="0"/>
                    </a:lnTo>
                    <a:lnTo>
                      <a:pt x="2192940" y="66318"/>
                    </a:lnTo>
                    <a:cubicBezTo>
                      <a:pt x="2131727" y="147334"/>
                      <a:pt x="2053619" y="217687"/>
                      <a:pt x="1960150" y="271652"/>
                    </a:cubicBezTo>
                    <a:cubicBezTo>
                      <a:pt x="1609641" y="474018"/>
                      <a:pt x="1167553" y="374078"/>
                      <a:pt x="935800" y="52731"/>
                    </a:cubicBezTo>
                    <a:lnTo>
                      <a:pt x="906078" y="6772"/>
                    </a:lnTo>
                    <a:lnTo>
                      <a:pt x="0" y="529896"/>
                    </a:lnTo>
                    <a:close/>
                  </a:path>
                </a:pathLst>
              </a:custGeom>
              <a:solidFill>
                <a:srgbClr val="D61A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9" name="Freeform: Shape 8">
                <a:extLst>
                  <a:ext uri="{FF2B5EF4-FFF2-40B4-BE49-F238E27FC236}">
                    <a16:creationId xmlns:a16="http://schemas.microsoft.com/office/drawing/2014/main" id="{DF0E3687-8312-E0B2-DFDC-7E578D5C8D32}"/>
                  </a:ext>
                </a:extLst>
              </p:cNvPr>
              <p:cNvSpPr/>
              <p:nvPr/>
            </p:nvSpPr>
            <p:spPr>
              <a:xfrm rot="14400000" flipH="1">
                <a:off x="4327319" y="1498214"/>
                <a:ext cx="1796744" cy="2719080"/>
              </a:xfrm>
              <a:custGeom>
                <a:avLst/>
                <a:gdLst>
                  <a:gd name="connsiteX0" fmla="*/ 233675 w 1796744"/>
                  <a:gd name="connsiteY0" fmla="*/ 2719080 h 2719080"/>
                  <a:gd name="connsiteX1" fmla="*/ 1139753 w 1796744"/>
                  <a:gd name="connsiteY1" fmla="*/ 2195956 h 2719080"/>
                  <a:gd name="connsiteX2" fmla="*/ 1114813 w 1796744"/>
                  <a:gd name="connsiteY2" fmla="*/ 2147238 h 2719080"/>
                  <a:gd name="connsiteX3" fmla="*/ 1437397 w 1796744"/>
                  <a:gd name="connsiteY3" fmla="*/ 1150665 h 2719080"/>
                  <a:gd name="connsiteX4" fmla="*/ 1731616 w 1796744"/>
                  <a:gd name="connsiteY4" fmla="*/ 1051729 h 2719080"/>
                  <a:gd name="connsiteX5" fmla="*/ 1796743 w 1796744"/>
                  <a:gd name="connsiteY5" fmla="*/ 1050015 h 2719080"/>
                  <a:gd name="connsiteX6" fmla="*/ 1796744 w 1796744"/>
                  <a:gd name="connsiteY6" fmla="*/ 393 h 2719080"/>
                  <a:gd name="connsiteX7" fmla="*/ 1779155 w 1796744"/>
                  <a:gd name="connsiteY7" fmla="*/ 0 h 2719080"/>
                  <a:gd name="connsiteX8" fmla="*/ 914273 w 1796744"/>
                  <a:gd name="connsiteY8" fmla="*/ 244587 h 2719080"/>
                  <a:gd name="connsiteX9" fmla="*/ 159927 w 1796744"/>
                  <a:gd name="connsiteY9" fmla="*/ 2575020 h 2719080"/>
                  <a:gd name="connsiteX10" fmla="*/ 233675 w 1796744"/>
                  <a:gd name="connsiteY10" fmla="*/ 2719080 h 2719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6744" h="2719080">
                    <a:moveTo>
                      <a:pt x="233675" y="2719080"/>
                    </a:moveTo>
                    <a:lnTo>
                      <a:pt x="1139753" y="2195956"/>
                    </a:lnTo>
                    <a:lnTo>
                      <a:pt x="1114813" y="2147238"/>
                    </a:lnTo>
                    <a:cubicBezTo>
                      <a:pt x="952394" y="1785861"/>
                      <a:pt x="1086888" y="1353031"/>
                      <a:pt x="1437397" y="1150665"/>
                    </a:cubicBezTo>
                    <a:cubicBezTo>
                      <a:pt x="1530866" y="1096700"/>
                      <a:pt x="1630848" y="1064233"/>
                      <a:pt x="1731616" y="1051729"/>
                    </a:cubicBezTo>
                    <a:lnTo>
                      <a:pt x="1796743" y="1050015"/>
                    </a:lnTo>
                    <a:lnTo>
                      <a:pt x="1796744" y="393"/>
                    </a:lnTo>
                    <a:lnTo>
                      <a:pt x="1779155" y="0"/>
                    </a:lnTo>
                    <a:cubicBezTo>
                      <a:pt x="1484499" y="7653"/>
                      <a:pt x="1187489" y="86846"/>
                      <a:pt x="914273" y="244587"/>
                    </a:cubicBezTo>
                    <a:cubicBezTo>
                      <a:pt x="94627" y="717810"/>
                      <a:pt x="-219880" y="1729958"/>
                      <a:pt x="159927" y="2575020"/>
                    </a:cubicBezTo>
                    <a:lnTo>
                      <a:pt x="233675" y="2719080"/>
                    </a:lnTo>
                    <a:close/>
                  </a:path>
                </a:pathLst>
              </a:custGeom>
              <a:solidFill>
                <a:srgbClr val="AFABA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0" name="Freeform: Shape 9">
                <a:extLst>
                  <a:ext uri="{FF2B5EF4-FFF2-40B4-BE49-F238E27FC236}">
                    <a16:creationId xmlns:a16="http://schemas.microsoft.com/office/drawing/2014/main" id="{ED162F6A-04B7-620C-4BD7-3D1525494D41}"/>
                  </a:ext>
                </a:extLst>
              </p:cNvPr>
              <p:cNvSpPr/>
              <p:nvPr/>
            </p:nvSpPr>
            <p:spPr>
              <a:xfrm rot="14400000" flipH="1">
                <a:off x="5245912" y="3108243"/>
                <a:ext cx="1809219" cy="2711603"/>
              </a:xfrm>
              <a:custGeom>
                <a:avLst/>
                <a:gdLst>
                  <a:gd name="connsiteX0" fmla="*/ 0 w 1809219"/>
                  <a:gd name="connsiteY0" fmla="*/ 1047164 h 2711603"/>
                  <a:gd name="connsiteX1" fmla="*/ 35379 w 1809219"/>
                  <a:gd name="connsiteY1" fmla="*/ 1046233 h 2711603"/>
                  <a:gd name="connsiteX2" fmla="*/ 657939 w 1809219"/>
                  <a:gd name="connsiteY2" fmla="*/ 1435262 h 2711603"/>
                  <a:gd name="connsiteX3" fmla="*/ 683568 w 1809219"/>
                  <a:gd name="connsiteY3" fmla="*/ 2168929 h 2711603"/>
                  <a:gd name="connsiteX4" fmla="*/ 671676 w 1809219"/>
                  <a:gd name="connsiteY4" fmla="*/ 2188329 h 2711603"/>
                  <a:gd name="connsiteX5" fmla="*/ 1578014 w 1809219"/>
                  <a:gd name="connsiteY5" fmla="*/ 2711603 h 2711603"/>
                  <a:gd name="connsiteX6" fmla="*/ 1623946 w 1809219"/>
                  <a:gd name="connsiteY6" fmla="*/ 2627779 h 2711603"/>
                  <a:gd name="connsiteX7" fmla="*/ 1564017 w 1809219"/>
                  <a:gd name="connsiteY7" fmla="*/ 912138 h 2711603"/>
                  <a:gd name="connsiteX8" fmla="*/ 108192 w 1809219"/>
                  <a:gd name="connsiteY8" fmla="*/ 2416 h 2711603"/>
                  <a:gd name="connsiteX9" fmla="*/ 0 w 1809219"/>
                  <a:gd name="connsiteY9" fmla="*/ 0 h 2711603"/>
                  <a:gd name="connsiteX10" fmla="*/ 0 w 1809219"/>
                  <a:gd name="connsiteY10" fmla="*/ 1047164 h 271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9219" h="2711603">
                    <a:moveTo>
                      <a:pt x="0" y="1047164"/>
                    </a:moveTo>
                    <a:lnTo>
                      <a:pt x="35379" y="1046233"/>
                    </a:lnTo>
                    <a:cubicBezTo>
                      <a:pt x="285689" y="1063923"/>
                      <a:pt x="523028" y="1201589"/>
                      <a:pt x="657939" y="1435262"/>
                    </a:cubicBezTo>
                    <a:cubicBezTo>
                      <a:pt x="792850" y="1668934"/>
                      <a:pt x="793403" y="1943309"/>
                      <a:pt x="683568" y="2168929"/>
                    </a:cubicBezTo>
                    <a:lnTo>
                      <a:pt x="671676" y="2188329"/>
                    </a:lnTo>
                    <a:lnTo>
                      <a:pt x="1578014" y="2711603"/>
                    </a:lnTo>
                    <a:lnTo>
                      <a:pt x="1623946" y="2627779"/>
                    </a:lnTo>
                    <a:cubicBezTo>
                      <a:pt x="1880791" y="2100178"/>
                      <a:pt x="1879499" y="1458568"/>
                      <a:pt x="1564017" y="912138"/>
                    </a:cubicBezTo>
                    <a:cubicBezTo>
                      <a:pt x="1248535" y="365707"/>
                      <a:pt x="693531" y="43783"/>
                      <a:pt x="108192" y="2416"/>
                    </a:cubicBezTo>
                    <a:lnTo>
                      <a:pt x="0" y="0"/>
                    </a:lnTo>
                    <a:lnTo>
                      <a:pt x="0" y="1047164"/>
                    </a:lnTo>
                    <a:close/>
                  </a:path>
                </a:pathLst>
              </a:cu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nvGrpSpPr>
            <p:cNvPr id="4" name="Group 3">
              <a:extLst>
                <a:ext uri="{FF2B5EF4-FFF2-40B4-BE49-F238E27FC236}">
                  <a16:creationId xmlns:a16="http://schemas.microsoft.com/office/drawing/2014/main" id="{0B0954C5-8016-ED8E-DC76-D8BC4AD1DDDC}"/>
                </a:ext>
              </a:extLst>
            </p:cNvPr>
            <p:cNvGrpSpPr/>
            <p:nvPr/>
          </p:nvGrpSpPr>
          <p:grpSpPr>
            <a:xfrm>
              <a:off x="2666089" y="2866175"/>
              <a:ext cx="2518784" cy="2111584"/>
              <a:chOff x="2666089" y="2866175"/>
              <a:chExt cx="2518784" cy="2111584"/>
            </a:xfrm>
          </p:grpSpPr>
          <p:sp>
            <p:nvSpPr>
              <p:cNvPr id="5" name="TextBox 4">
                <a:extLst>
                  <a:ext uri="{FF2B5EF4-FFF2-40B4-BE49-F238E27FC236}">
                    <a16:creationId xmlns:a16="http://schemas.microsoft.com/office/drawing/2014/main" id="{2ADF7D1C-4811-F833-B8CB-0C3F24ECCA7B}"/>
                  </a:ext>
                </a:extLst>
              </p:cNvPr>
              <p:cNvSpPr txBox="1"/>
              <p:nvPr/>
            </p:nvSpPr>
            <p:spPr>
              <a:xfrm>
                <a:off x="2666089" y="2875700"/>
                <a:ext cx="750657" cy="584775"/>
              </a:xfrm>
              <a:prstGeom prst="rect">
                <a:avLst/>
              </a:prstGeom>
              <a:noFill/>
            </p:spPr>
            <p:txBody>
              <a:bodyPr wrap="square" rtlCol="0">
                <a:spAutoFit/>
              </a:bodyPr>
              <a:lstStyle/>
              <a:p>
                <a:pPr algn="ctr"/>
                <a:r>
                  <a:rPr lang="en-MY" sz="3200" dirty="0">
                    <a:solidFill>
                      <a:schemeClr val="bg1">
                        <a:lumMod val="95000"/>
                      </a:schemeClr>
                    </a:solidFill>
                    <a:latin typeface="Daytona Condensed" panose="020B0506030503040204" pitchFamily="34" charset="0"/>
                  </a:rPr>
                  <a:t>01</a:t>
                </a:r>
              </a:p>
            </p:txBody>
          </p:sp>
          <p:sp>
            <p:nvSpPr>
              <p:cNvPr id="6" name="TextBox 5">
                <a:extLst>
                  <a:ext uri="{FF2B5EF4-FFF2-40B4-BE49-F238E27FC236}">
                    <a16:creationId xmlns:a16="http://schemas.microsoft.com/office/drawing/2014/main" id="{9C71E310-4058-5277-4710-D4B3BF4734A2}"/>
                  </a:ext>
                </a:extLst>
              </p:cNvPr>
              <p:cNvSpPr txBox="1"/>
              <p:nvPr/>
            </p:nvSpPr>
            <p:spPr>
              <a:xfrm>
                <a:off x="4497680" y="2866175"/>
                <a:ext cx="687193" cy="584775"/>
              </a:xfrm>
              <a:prstGeom prst="rect">
                <a:avLst/>
              </a:prstGeom>
              <a:noFill/>
            </p:spPr>
            <p:txBody>
              <a:bodyPr wrap="square" rtlCol="0">
                <a:spAutoFit/>
              </a:bodyPr>
              <a:lstStyle/>
              <a:p>
                <a:pPr algn="ctr"/>
                <a:r>
                  <a:rPr lang="en-MY" sz="3200" dirty="0">
                    <a:solidFill>
                      <a:schemeClr val="bg1">
                        <a:lumMod val="95000"/>
                      </a:schemeClr>
                    </a:solidFill>
                    <a:latin typeface="Daytona Condensed" panose="020B0506030503040204" pitchFamily="34" charset="0"/>
                  </a:rPr>
                  <a:t>03</a:t>
                </a:r>
              </a:p>
            </p:txBody>
          </p:sp>
          <p:sp>
            <p:nvSpPr>
              <p:cNvPr id="7" name="TextBox 6">
                <a:extLst>
                  <a:ext uri="{FF2B5EF4-FFF2-40B4-BE49-F238E27FC236}">
                    <a16:creationId xmlns:a16="http://schemas.microsoft.com/office/drawing/2014/main" id="{C1EC8AFE-8C3E-84A3-D1E1-E16BA6FF8928}"/>
                  </a:ext>
                </a:extLst>
              </p:cNvPr>
              <p:cNvSpPr txBox="1"/>
              <p:nvPr/>
            </p:nvSpPr>
            <p:spPr>
              <a:xfrm>
                <a:off x="3584002" y="4392984"/>
                <a:ext cx="750657" cy="584775"/>
              </a:xfrm>
              <a:prstGeom prst="rect">
                <a:avLst/>
              </a:prstGeom>
              <a:noFill/>
            </p:spPr>
            <p:txBody>
              <a:bodyPr wrap="square" rtlCol="0">
                <a:spAutoFit/>
              </a:bodyPr>
              <a:lstStyle/>
              <a:p>
                <a:pPr algn="ctr"/>
                <a:r>
                  <a:rPr lang="en-MY" sz="3200" dirty="0">
                    <a:solidFill>
                      <a:schemeClr val="bg1">
                        <a:lumMod val="95000"/>
                      </a:schemeClr>
                    </a:solidFill>
                    <a:latin typeface="Daytona Condensed" panose="020B0506030503040204" pitchFamily="34" charset="0"/>
                  </a:rPr>
                  <a:t>02</a:t>
                </a:r>
              </a:p>
            </p:txBody>
          </p:sp>
        </p:grpSp>
      </p:grpSp>
      <p:grpSp>
        <p:nvGrpSpPr>
          <p:cNvPr id="11" name="Group 10">
            <a:extLst>
              <a:ext uri="{FF2B5EF4-FFF2-40B4-BE49-F238E27FC236}">
                <a16:creationId xmlns:a16="http://schemas.microsoft.com/office/drawing/2014/main" id="{E2930259-F184-204E-B21F-D712D14D5C92}"/>
              </a:ext>
            </a:extLst>
          </p:cNvPr>
          <p:cNvGrpSpPr/>
          <p:nvPr/>
        </p:nvGrpSpPr>
        <p:grpSpPr>
          <a:xfrm>
            <a:off x="6207271" y="2282404"/>
            <a:ext cx="3495202" cy="830997"/>
            <a:chOff x="6561238" y="2124274"/>
            <a:chExt cx="3495202" cy="830997"/>
          </a:xfrm>
        </p:grpSpPr>
        <p:sp>
          <p:nvSpPr>
            <p:cNvPr id="12" name="TextBox 11">
              <a:extLst>
                <a:ext uri="{FF2B5EF4-FFF2-40B4-BE49-F238E27FC236}">
                  <a16:creationId xmlns:a16="http://schemas.microsoft.com/office/drawing/2014/main" id="{7D84DE95-DA8C-32FF-F3DE-AB75D3DE348C}"/>
                </a:ext>
              </a:extLst>
            </p:cNvPr>
            <p:cNvSpPr txBox="1"/>
            <p:nvPr/>
          </p:nvSpPr>
          <p:spPr>
            <a:xfrm>
              <a:off x="7320136" y="2216606"/>
              <a:ext cx="2736304" cy="584775"/>
            </a:xfrm>
            <a:prstGeom prst="rect">
              <a:avLst/>
            </a:prstGeom>
            <a:noFill/>
          </p:spPr>
          <p:txBody>
            <a:bodyPr wrap="square" rtlCol="0">
              <a:spAutoFit/>
            </a:bodyPr>
            <a:lstStyle/>
            <a:p>
              <a:pPr fontAlgn="auto">
                <a:spcAft>
                  <a:spcPts val="0"/>
                </a:spcAft>
                <a:defRPr/>
              </a:pPr>
              <a:r>
                <a:rPr lang="en-US" sz="1600" dirty="0">
                  <a:latin typeface="Century Gothic" panose="020B0502020202020204" pitchFamily="34" charset="0"/>
                </a:rPr>
                <a:t>Use “</a:t>
              </a:r>
              <a:r>
                <a:rPr lang="en-US" sz="1600" b="1" i="1" dirty="0">
                  <a:solidFill>
                    <a:srgbClr val="AFABAB"/>
                  </a:solidFill>
                  <a:latin typeface="Century Gothic" panose="020B0502020202020204" pitchFamily="34" charset="0"/>
                </a:rPr>
                <a:t>we</a:t>
              </a:r>
              <a:r>
                <a:rPr lang="en-US" sz="1600" dirty="0">
                  <a:latin typeface="Century Gothic" panose="020B0502020202020204" pitchFamily="34" charset="0"/>
                </a:rPr>
                <a:t>” to refer to your agency</a:t>
              </a:r>
            </a:p>
          </p:txBody>
        </p:sp>
        <p:sp>
          <p:nvSpPr>
            <p:cNvPr id="13" name="TextBox 12">
              <a:extLst>
                <a:ext uri="{FF2B5EF4-FFF2-40B4-BE49-F238E27FC236}">
                  <a16:creationId xmlns:a16="http://schemas.microsoft.com/office/drawing/2014/main" id="{C1061B81-6538-CD2A-7E6A-C677176ED444}"/>
                </a:ext>
              </a:extLst>
            </p:cNvPr>
            <p:cNvSpPr txBox="1"/>
            <p:nvPr/>
          </p:nvSpPr>
          <p:spPr>
            <a:xfrm>
              <a:off x="6561238" y="2124274"/>
              <a:ext cx="792088" cy="830997"/>
            </a:xfrm>
            <a:prstGeom prst="rect">
              <a:avLst/>
            </a:prstGeom>
            <a:noFill/>
          </p:spPr>
          <p:txBody>
            <a:bodyPr wrap="square" rtlCol="0">
              <a:spAutoFit/>
            </a:bodyPr>
            <a:lstStyle/>
            <a:p>
              <a:r>
                <a:rPr lang="en-MY" sz="4800" dirty="0">
                  <a:solidFill>
                    <a:srgbClr val="AFABAB"/>
                  </a:solidFill>
                  <a:latin typeface="Daytona Condensed" panose="020B0506030503040204" pitchFamily="34" charset="0"/>
                </a:rPr>
                <a:t>01</a:t>
              </a:r>
            </a:p>
          </p:txBody>
        </p:sp>
      </p:grpSp>
      <p:grpSp>
        <p:nvGrpSpPr>
          <p:cNvPr id="14" name="Group 13">
            <a:extLst>
              <a:ext uri="{FF2B5EF4-FFF2-40B4-BE49-F238E27FC236}">
                <a16:creationId xmlns:a16="http://schemas.microsoft.com/office/drawing/2014/main" id="{F689D046-7AED-D568-CBDC-2A71FE2197B4}"/>
              </a:ext>
            </a:extLst>
          </p:cNvPr>
          <p:cNvGrpSpPr/>
          <p:nvPr/>
        </p:nvGrpSpPr>
        <p:grpSpPr>
          <a:xfrm>
            <a:off x="6207271" y="3024305"/>
            <a:ext cx="3495202" cy="830997"/>
            <a:chOff x="6561238" y="2124274"/>
            <a:chExt cx="3495202" cy="830997"/>
          </a:xfrm>
        </p:grpSpPr>
        <p:sp>
          <p:nvSpPr>
            <p:cNvPr id="15" name="TextBox 14">
              <a:extLst>
                <a:ext uri="{FF2B5EF4-FFF2-40B4-BE49-F238E27FC236}">
                  <a16:creationId xmlns:a16="http://schemas.microsoft.com/office/drawing/2014/main" id="{F953895C-0926-26A8-86CF-14A86016650D}"/>
                </a:ext>
              </a:extLst>
            </p:cNvPr>
            <p:cNvSpPr txBox="1"/>
            <p:nvPr/>
          </p:nvSpPr>
          <p:spPr>
            <a:xfrm>
              <a:off x="7320136" y="2377847"/>
              <a:ext cx="2736304" cy="338554"/>
            </a:xfrm>
            <a:prstGeom prst="rect">
              <a:avLst/>
            </a:prstGeom>
            <a:noFill/>
          </p:spPr>
          <p:txBody>
            <a:bodyPr wrap="square" rtlCol="0">
              <a:spAutoFit/>
            </a:bodyPr>
            <a:lstStyle/>
            <a:p>
              <a:pPr fontAlgn="auto">
                <a:spcAft>
                  <a:spcPts val="0"/>
                </a:spcAft>
                <a:defRPr/>
              </a:pPr>
              <a:r>
                <a:rPr lang="en-US" sz="1600" dirty="0">
                  <a:latin typeface="Century Gothic" panose="020B0502020202020204" pitchFamily="34" charset="0"/>
                </a:rPr>
                <a:t>Use “</a:t>
              </a:r>
              <a:r>
                <a:rPr lang="en-US" sz="1600" b="1" i="1" dirty="0">
                  <a:solidFill>
                    <a:srgbClr val="3B3838"/>
                  </a:solidFill>
                  <a:latin typeface="Century Gothic" panose="020B0502020202020204" pitchFamily="34" charset="0"/>
                </a:rPr>
                <a:t>you</a:t>
              </a:r>
              <a:r>
                <a:rPr lang="en-US" sz="1600" dirty="0">
                  <a:latin typeface="Century Gothic" panose="020B0502020202020204" pitchFamily="34" charset="0"/>
                </a:rPr>
                <a:t>” for the reader</a:t>
              </a:r>
            </a:p>
          </p:txBody>
        </p:sp>
        <p:sp>
          <p:nvSpPr>
            <p:cNvPr id="16" name="TextBox 15">
              <a:extLst>
                <a:ext uri="{FF2B5EF4-FFF2-40B4-BE49-F238E27FC236}">
                  <a16:creationId xmlns:a16="http://schemas.microsoft.com/office/drawing/2014/main" id="{1C64B0C9-28EA-A0FC-8D8E-2FA804AA68DC}"/>
                </a:ext>
              </a:extLst>
            </p:cNvPr>
            <p:cNvSpPr txBox="1"/>
            <p:nvPr/>
          </p:nvSpPr>
          <p:spPr>
            <a:xfrm>
              <a:off x="6561238" y="2124274"/>
              <a:ext cx="792088" cy="830997"/>
            </a:xfrm>
            <a:prstGeom prst="rect">
              <a:avLst/>
            </a:prstGeom>
            <a:noFill/>
          </p:spPr>
          <p:txBody>
            <a:bodyPr wrap="square" rtlCol="0">
              <a:spAutoFit/>
            </a:bodyPr>
            <a:lstStyle/>
            <a:p>
              <a:r>
                <a:rPr lang="en-MY" sz="4800" dirty="0">
                  <a:solidFill>
                    <a:srgbClr val="3B3838"/>
                  </a:solidFill>
                  <a:latin typeface="Daytona Condensed" panose="020B0506030503040204" pitchFamily="34" charset="0"/>
                </a:rPr>
                <a:t>02</a:t>
              </a:r>
            </a:p>
          </p:txBody>
        </p:sp>
      </p:grpSp>
      <p:grpSp>
        <p:nvGrpSpPr>
          <p:cNvPr id="17" name="Group 16">
            <a:extLst>
              <a:ext uri="{FF2B5EF4-FFF2-40B4-BE49-F238E27FC236}">
                <a16:creationId xmlns:a16="http://schemas.microsoft.com/office/drawing/2014/main" id="{0035FEF2-0880-8E05-BAA4-215DBA8C152D}"/>
              </a:ext>
            </a:extLst>
          </p:cNvPr>
          <p:cNvGrpSpPr/>
          <p:nvPr/>
        </p:nvGrpSpPr>
        <p:grpSpPr>
          <a:xfrm>
            <a:off x="6207271" y="3795480"/>
            <a:ext cx="3495202" cy="830997"/>
            <a:chOff x="6561238" y="2124274"/>
            <a:chExt cx="3495202" cy="830997"/>
          </a:xfrm>
        </p:grpSpPr>
        <p:sp>
          <p:nvSpPr>
            <p:cNvPr id="18" name="TextBox 17">
              <a:extLst>
                <a:ext uri="{FF2B5EF4-FFF2-40B4-BE49-F238E27FC236}">
                  <a16:creationId xmlns:a16="http://schemas.microsoft.com/office/drawing/2014/main" id="{1BDC79FA-71B5-1FEF-227B-17CB303A09E5}"/>
                </a:ext>
              </a:extLst>
            </p:cNvPr>
            <p:cNvSpPr txBox="1"/>
            <p:nvPr/>
          </p:nvSpPr>
          <p:spPr>
            <a:xfrm>
              <a:off x="7320136" y="2377847"/>
              <a:ext cx="2736304" cy="338554"/>
            </a:xfrm>
            <a:prstGeom prst="rect">
              <a:avLst/>
            </a:prstGeom>
            <a:noFill/>
          </p:spPr>
          <p:txBody>
            <a:bodyPr wrap="square" rtlCol="0">
              <a:spAutoFit/>
            </a:bodyPr>
            <a:lstStyle/>
            <a:p>
              <a:pPr fontAlgn="auto">
                <a:spcAft>
                  <a:spcPts val="0"/>
                </a:spcAft>
                <a:defRPr/>
              </a:pPr>
              <a:r>
                <a:rPr lang="en-US" sz="1600" dirty="0">
                  <a:latin typeface="Century Gothic" panose="020B0502020202020204" pitchFamily="34" charset="0"/>
                </a:rPr>
                <a:t>Use “</a:t>
              </a:r>
              <a:r>
                <a:rPr lang="en-US" sz="1600" b="1" i="1" dirty="0">
                  <a:solidFill>
                    <a:srgbClr val="D61A3B"/>
                  </a:solidFill>
                  <a:latin typeface="Century Gothic" panose="020B0502020202020204" pitchFamily="34" charset="0"/>
                </a:rPr>
                <a:t>you</a:t>
              </a:r>
              <a:r>
                <a:rPr lang="en-US" sz="1600" dirty="0">
                  <a:latin typeface="Century Gothic" panose="020B0502020202020204" pitchFamily="34" charset="0"/>
                </a:rPr>
                <a:t>” for the reader</a:t>
              </a:r>
            </a:p>
          </p:txBody>
        </p:sp>
        <p:sp>
          <p:nvSpPr>
            <p:cNvPr id="19" name="TextBox 18">
              <a:extLst>
                <a:ext uri="{FF2B5EF4-FFF2-40B4-BE49-F238E27FC236}">
                  <a16:creationId xmlns:a16="http://schemas.microsoft.com/office/drawing/2014/main" id="{CC35CC24-CD19-8505-311C-AF75F0D6B50B}"/>
                </a:ext>
              </a:extLst>
            </p:cNvPr>
            <p:cNvSpPr txBox="1"/>
            <p:nvPr/>
          </p:nvSpPr>
          <p:spPr>
            <a:xfrm>
              <a:off x="6561238" y="2124274"/>
              <a:ext cx="792088" cy="830997"/>
            </a:xfrm>
            <a:prstGeom prst="rect">
              <a:avLst/>
            </a:prstGeom>
            <a:noFill/>
          </p:spPr>
          <p:txBody>
            <a:bodyPr wrap="square" rtlCol="0">
              <a:spAutoFit/>
            </a:bodyPr>
            <a:lstStyle/>
            <a:p>
              <a:r>
                <a:rPr lang="en-MY" sz="4800" dirty="0">
                  <a:solidFill>
                    <a:srgbClr val="D61A3B"/>
                  </a:solidFill>
                  <a:latin typeface="Daytona Condensed" panose="020B0506030503040204" pitchFamily="34" charset="0"/>
                </a:rPr>
                <a:t>03</a:t>
              </a:r>
            </a:p>
          </p:txBody>
        </p:sp>
      </p:grpSp>
    </p:spTree>
    <p:extLst>
      <p:ext uri="{BB962C8B-B14F-4D97-AF65-F5344CB8AC3E}">
        <p14:creationId xmlns:p14="http://schemas.microsoft.com/office/powerpoint/2010/main" val="209848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1CA867B-B059-C972-1048-D553C7702DEA}"/>
              </a:ext>
            </a:extLst>
          </p:cNvPr>
          <p:cNvGrpSpPr/>
          <p:nvPr/>
        </p:nvGrpSpPr>
        <p:grpSpPr>
          <a:xfrm>
            <a:off x="7028827" y="2328131"/>
            <a:ext cx="2730556" cy="701906"/>
            <a:chOff x="5744828" y="2813236"/>
            <a:chExt cx="2730556" cy="701906"/>
          </a:xfrm>
        </p:grpSpPr>
        <p:sp>
          <p:nvSpPr>
            <p:cNvPr id="3" name="Rectangle: Rounded Corners 2">
              <a:extLst>
                <a:ext uri="{FF2B5EF4-FFF2-40B4-BE49-F238E27FC236}">
                  <a16:creationId xmlns:a16="http://schemas.microsoft.com/office/drawing/2014/main" id="{600A1AA4-82D5-0AA7-7633-5517CEB76624}"/>
                </a:ext>
              </a:extLst>
            </p:cNvPr>
            <p:cNvSpPr/>
            <p:nvPr/>
          </p:nvSpPr>
          <p:spPr>
            <a:xfrm>
              <a:off x="5744828" y="2813236"/>
              <a:ext cx="2730556" cy="701906"/>
            </a:xfrm>
            <a:prstGeom prst="roundRect">
              <a:avLst>
                <a:gd name="adj" fmla="val 50000"/>
              </a:avLst>
            </a:prstGeom>
            <a:solidFill>
              <a:srgbClr val="FFD1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TextBox 3">
              <a:extLst>
                <a:ext uri="{FF2B5EF4-FFF2-40B4-BE49-F238E27FC236}">
                  <a16:creationId xmlns:a16="http://schemas.microsoft.com/office/drawing/2014/main" id="{DFAA94FE-9988-3CE7-91B6-D411452035C0}"/>
                </a:ext>
              </a:extLst>
            </p:cNvPr>
            <p:cNvSpPr txBox="1"/>
            <p:nvPr/>
          </p:nvSpPr>
          <p:spPr>
            <a:xfrm>
              <a:off x="6601409" y="2979523"/>
              <a:ext cx="1554126" cy="369332"/>
            </a:xfrm>
            <a:prstGeom prst="rect">
              <a:avLst/>
            </a:prstGeom>
            <a:noFill/>
          </p:spPr>
          <p:txBody>
            <a:bodyPr wrap="square" rtlCol="0">
              <a:spAutoFit/>
            </a:bodyPr>
            <a:lstStyle/>
            <a:p>
              <a:r>
                <a:rPr lang="en-MY" dirty="0">
                  <a:latin typeface="Century Gothic" panose="020B0502020202020204" pitchFamily="34" charset="0"/>
                </a:rPr>
                <a:t>Knowledge</a:t>
              </a:r>
            </a:p>
          </p:txBody>
        </p:sp>
      </p:grpSp>
      <p:grpSp>
        <p:nvGrpSpPr>
          <p:cNvPr id="5" name="Group 4">
            <a:extLst>
              <a:ext uri="{FF2B5EF4-FFF2-40B4-BE49-F238E27FC236}">
                <a16:creationId xmlns:a16="http://schemas.microsoft.com/office/drawing/2014/main" id="{9EED9D72-F3BE-DAA9-A095-D066499EC714}"/>
              </a:ext>
            </a:extLst>
          </p:cNvPr>
          <p:cNvGrpSpPr/>
          <p:nvPr/>
        </p:nvGrpSpPr>
        <p:grpSpPr>
          <a:xfrm>
            <a:off x="7027834" y="3083037"/>
            <a:ext cx="2730556" cy="701906"/>
            <a:chOff x="5743835" y="3568142"/>
            <a:chExt cx="2730556" cy="701906"/>
          </a:xfrm>
        </p:grpSpPr>
        <p:sp>
          <p:nvSpPr>
            <p:cNvPr id="6" name="Rectangle: Rounded Corners 5">
              <a:extLst>
                <a:ext uri="{FF2B5EF4-FFF2-40B4-BE49-F238E27FC236}">
                  <a16:creationId xmlns:a16="http://schemas.microsoft.com/office/drawing/2014/main" id="{83643A91-91E6-BEAA-7BCA-CCFB0D555BAC}"/>
                </a:ext>
              </a:extLst>
            </p:cNvPr>
            <p:cNvSpPr/>
            <p:nvPr/>
          </p:nvSpPr>
          <p:spPr>
            <a:xfrm>
              <a:off x="5743835" y="3568142"/>
              <a:ext cx="2730556" cy="701906"/>
            </a:xfrm>
            <a:prstGeom prst="roundRect">
              <a:avLst>
                <a:gd name="adj" fmla="val 50000"/>
              </a:avLst>
            </a:prstGeom>
            <a:solidFill>
              <a:srgbClr val="A4F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TextBox 6">
              <a:extLst>
                <a:ext uri="{FF2B5EF4-FFF2-40B4-BE49-F238E27FC236}">
                  <a16:creationId xmlns:a16="http://schemas.microsoft.com/office/drawing/2014/main" id="{66C494E2-A6CF-C624-3BDA-D27773ECF9F0}"/>
                </a:ext>
              </a:extLst>
            </p:cNvPr>
            <p:cNvSpPr txBox="1"/>
            <p:nvPr/>
          </p:nvSpPr>
          <p:spPr>
            <a:xfrm>
              <a:off x="6595860" y="3725731"/>
              <a:ext cx="1559675" cy="369332"/>
            </a:xfrm>
            <a:prstGeom prst="rect">
              <a:avLst/>
            </a:prstGeom>
            <a:noFill/>
          </p:spPr>
          <p:txBody>
            <a:bodyPr wrap="square" rtlCol="0">
              <a:spAutoFit/>
            </a:bodyPr>
            <a:lstStyle/>
            <a:p>
              <a:r>
                <a:rPr lang="en-MY" dirty="0">
                  <a:latin typeface="Century Gothic" panose="020B0502020202020204" pitchFamily="34" charset="0"/>
                </a:rPr>
                <a:t>Attitude</a:t>
              </a:r>
            </a:p>
          </p:txBody>
        </p:sp>
      </p:grpSp>
      <p:grpSp>
        <p:nvGrpSpPr>
          <p:cNvPr id="8" name="Group 7">
            <a:extLst>
              <a:ext uri="{FF2B5EF4-FFF2-40B4-BE49-F238E27FC236}">
                <a16:creationId xmlns:a16="http://schemas.microsoft.com/office/drawing/2014/main" id="{B0E44719-AB13-FDE4-BD32-F836A41E84BB}"/>
              </a:ext>
            </a:extLst>
          </p:cNvPr>
          <p:cNvGrpSpPr/>
          <p:nvPr/>
        </p:nvGrpSpPr>
        <p:grpSpPr>
          <a:xfrm>
            <a:off x="7035458" y="3829265"/>
            <a:ext cx="2730556" cy="701906"/>
            <a:chOff x="5751459" y="4314370"/>
            <a:chExt cx="2730556" cy="701906"/>
          </a:xfrm>
        </p:grpSpPr>
        <p:sp>
          <p:nvSpPr>
            <p:cNvPr id="9" name="Rectangle: Rounded Corners 8">
              <a:extLst>
                <a:ext uri="{FF2B5EF4-FFF2-40B4-BE49-F238E27FC236}">
                  <a16:creationId xmlns:a16="http://schemas.microsoft.com/office/drawing/2014/main" id="{937883DE-7EEC-569A-C971-D1846A690320}"/>
                </a:ext>
              </a:extLst>
            </p:cNvPr>
            <p:cNvSpPr/>
            <p:nvPr/>
          </p:nvSpPr>
          <p:spPr>
            <a:xfrm>
              <a:off x="5751459" y="4314370"/>
              <a:ext cx="2730556" cy="701906"/>
            </a:xfrm>
            <a:prstGeom prst="roundRect">
              <a:avLst>
                <a:gd name="adj" fmla="val 50000"/>
              </a:avLst>
            </a:prstGeom>
            <a:solidFill>
              <a:srgbClr val="FBD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TextBox 9">
              <a:extLst>
                <a:ext uri="{FF2B5EF4-FFF2-40B4-BE49-F238E27FC236}">
                  <a16:creationId xmlns:a16="http://schemas.microsoft.com/office/drawing/2014/main" id="{1706D02C-F107-1EF4-8D01-B4A908C3EC03}"/>
                </a:ext>
              </a:extLst>
            </p:cNvPr>
            <p:cNvSpPr txBox="1"/>
            <p:nvPr/>
          </p:nvSpPr>
          <p:spPr>
            <a:xfrm>
              <a:off x="6595860" y="4478358"/>
              <a:ext cx="1196674" cy="369332"/>
            </a:xfrm>
            <a:prstGeom prst="rect">
              <a:avLst/>
            </a:prstGeom>
            <a:noFill/>
          </p:spPr>
          <p:txBody>
            <a:bodyPr wrap="square" rtlCol="0">
              <a:spAutoFit/>
            </a:bodyPr>
            <a:lstStyle/>
            <a:p>
              <a:r>
                <a:rPr lang="en-MY" dirty="0">
                  <a:latin typeface="Century Gothic" panose="020B0502020202020204" pitchFamily="34" charset="0"/>
                </a:rPr>
                <a:t>Skills</a:t>
              </a:r>
            </a:p>
          </p:txBody>
        </p:sp>
      </p:grpSp>
      <p:grpSp>
        <p:nvGrpSpPr>
          <p:cNvPr id="11" name="Group 10">
            <a:extLst>
              <a:ext uri="{FF2B5EF4-FFF2-40B4-BE49-F238E27FC236}">
                <a16:creationId xmlns:a16="http://schemas.microsoft.com/office/drawing/2014/main" id="{99FA988F-D50E-F6E3-EE96-B8451F969672}"/>
              </a:ext>
            </a:extLst>
          </p:cNvPr>
          <p:cNvGrpSpPr/>
          <p:nvPr/>
        </p:nvGrpSpPr>
        <p:grpSpPr>
          <a:xfrm>
            <a:off x="7015563" y="2319412"/>
            <a:ext cx="701948" cy="701948"/>
            <a:chOff x="5299728" y="2717273"/>
            <a:chExt cx="903734" cy="903734"/>
          </a:xfrm>
        </p:grpSpPr>
        <p:sp>
          <p:nvSpPr>
            <p:cNvPr id="12" name="Rectangle: Rounded Corners 11">
              <a:extLst>
                <a:ext uri="{FF2B5EF4-FFF2-40B4-BE49-F238E27FC236}">
                  <a16:creationId xmlns:a16="http://schemas.microsoft.com/office/drawing/2014/main" id="{68C28C53-F81E-467E-C5EA-D3794D511343}"/>
                </a:ext>
              </a:extLst>
            </p:cNvPr>
            <p:cNvSpPr/>
            <p:nvPr/>
          </p:nvSpPr>
          <p:spPr>
            <a:xfrm>
              <a:off x="5299728" y="2717273"/>
              <a:ext cx="903734" cy="903734"/>
            </a:xfrm>
            <a:prstGeom prst="roundRect">
              <a:avLst>
                <a:gd name="adj" fmla="val 50000"/>
              </a:avLst>
            </a:prstGeom>
            <a:solidFill>
              <a:srgbClr val="ED0009"/>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13" name="Graphic 12" descr="Scientific Thought with solid fill">
              <a:extLst>
                <a:ext uri="{FF2B5EF4-FFF2-40B4-BE49-F238E27FC236}">
                  <a16:creationId xmlns:a16="http://schemas.microsoft.com/office/drawing/2014/main" id="{42E82CA4-491D-826E-4FAD-22BD358F67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50425" y="2848843"/>
              <a:ext cx="641346" cy="641345"/>
            </a:xfrm>
            <a:prstGeom prst="rect">
              <a:avLst/>
            </a:prstGeom>
          </p:spPr>
        </p:pic>
      </p:grpSp>
      <p:grpSp>
        <p:nvGrpSpPr>
          <p:cNvPr id="14" name="Group 13">
            <a:extLst>
              <a:ext uri="{FF2B5EF4-FFF2-40B4-BE49-F238E27FC236}">
                <a16:creationId xmlns:a16="http://schemas.microsoft.com/office/drawing/2014/main" id="{57059F20-3016-5F43-D8FD-F56BC7FE85CA}"/>
              </a:ext>
            </a:extLst>
          </p:cNvPr>
          <p:cNvGrpSpPr/>
          <p:nvPr/>
        </p:nvGrpSpPr>
        <p:grpSpPr>
          <a:xfrm>
            <a:off x="7014570" y="3074318"/>
            <a:ext cx="701948" cy="701948"/>
            <a:chOff x="5298450" y="3689189"/>
            <a:chExt cx="903734" cy="903734"/>
          </a:xfrm>
        </p:grpSpPr>
        <p:sp>
          <p:nvSpPr>
            <p:cNvPr id="15" name="Rectangle: Rounded Corners 14">
              <a:extLst>
                <a:ext uri="{FF2B5EF4-FFF2-40B4-BE49-F238E27FC236}">
                  <a16:creationId xmlns:a16="http://schemas.microsoft.com/office/drawing/2014/main" id="{73119608-2FBF-D0C6-AC33-8A8A2F0B859A}"/>
                </a:ext>
              </a:extLst>
            </p:cNvPr>
            <p:cNvSpPr/>
            <p:nvPr/>
          </p:nvSpPr>
          <p:spPr>
            <a:xfrm>
              <a:off x="5298450" y="3689189"/>
              <a:ext cx="903734" cy="903734"/>
            </a:xfrm>
            <a:prstGeom prst="roundRect">
              <a:avLst>
                <a:gd name="adj" fmla="val 50000"/>
              </a:avLst>
            </a:prstGeom>
            <a:solidFill>
              <a:srgbClr val="01909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16" name="Graphic 15" descr="Confused person with solid fill">
              <a:extLst>
                <a:ext uri="{FF2B5EF4-FFF2-40B4-BE49-F238E27FC236}">
                  <a16:creationId xmlns:a16="http://schemas.microsoft.com/office/drawing/2014/main" id="{E9854CBB-C48F-B04C-E563-43077B062A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69214" y="3841313"/>
              <a:ext cx="603767" cy="603767"/>
            </a:xfrm>
            <a:prstGeom prst="rect">
              <a:avLst/>
            </a:prstGeom>
          </p:spPr>
        </p:pic>
      </p:grpSp>
      <p:grpSp>
        <p:nvGrpSpPr>
          <p:cNvPr id="17" name="Group 16">
            <a:extLst>
              <a:ext uri="{FF2B5EF4-FFF2-40B4-BE49-F238E27FC236}">
                <a16:creationId xmlns:a16="http://schemas.microsoft.com/office/drawing/2014/main" id="{404EFBD1-DA0F-8E18-1CA6-D8D36022746B}"/>
              </a:ext>
            </a:extLst>
          </p:cNvPr>
          <p:cNvGrpSpPr/>
          <p:nvPr/>
        </p:nvGrpSpPr>
        <p:grpSpPr>
          <a:xfrm>
            <a:off x="7022194" y="3820545"/>
            <a:ext cx="701948" cy="701948"/>
            <a:chOff x="5308266" y="4670583"/>
            <a:chExt cx="903734" cy="903734"/>
          </a:xfrm>
        </p:grpSpPr>
        <p:sp>
          <p:nvSpPr>
            <p:cNvPr id="18" name="Rectangle: Rounded Corners 17">
              <a:extLst>
                <a:ext uri="{FF2B5EF4-FFF2-40B4-BE49-F238E27FC236}">
                  <a16:creationId xmlns:a16="http://schemas.microsoft.com/office/drawing/2014/main" id="{DFDC000D-AA53-6083-07D8-188B835BEFAF}"/>
                </a:ext>
              </a:extLst>
            </p:cNvPr>
            <p:cNvSpPr/>
            <p:nvPr/>
          </p:nvSpPr>
          <p:spPr>
            <a:xfrm>
              <a:off x="5308266" y="4670583"/>
              <a:ext cx="903734" cy="903734"/>
            </a:xfrm>
            <a:prstGeom prst="roundRect">
              <a:avLst>
                <a:gd name="adj" fmla="val 50000"/>
              </a:avLst>
            </a:prstGeom>
            <a:solidFill>
              <a:srgbClr val="E8720E"/>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19" name="Graphic 18" descr="Tools with solid fill">
              <a:extLst>
                <a:ext uri="{FF2B5EF4-FFF2-40B4-BE49-F238E27FC236}">
                  <a16:creationId xmlns:a16="http://schemas.microsoft.com/office/drawing/2014/main" id="{63EEC397-DB60-DB0C-4259-15254FAD820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40570" y="4886020"/>
              <a:ext cx="461812" cy="461812"/>
            </a:xfrm>
            <a:prstGeom prst="rect">
              <a:avLst/>
            </a:prstGeom>
          </p:spPr>
        </p:pic>
      </p:grpSp>
      <p:pic>
        <p:nvPicPr>
          <p:cNvPr id="20" name="Graphic 19" descr="Confused person with solid fill">
            <a:extLst>
              <a:ext uri="{FF2B5EF4-FFF2-40B4-BE49-F238E27FC236}">
                <a16:creationId xmlns:a16="http://schemas.microsoft.com/office/drawing/2014/main" id="{9BE9054F-7EFD-CB7A-A279-3F8C697E9B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2747" y="3666970"/>
            <a:ext cx="735412" cy="735412"/>
          </a:xfrm>
          <a:prstGeom prst="rect">
            <a:avLst/>
          </a:prstGeom>
        </p:spPr>
      </p:pic>
      <p:pic>
        <p:nvPicPr>
          <p:cNvPr id="21" name="Graphic 20" descr="Scientific Thought with solid fill">
            <a:extLst>
              <a:ext uri="{FF2B5EF4-FFF2-40B4-BE49-F238E27FC236}">
                <a16:creationId xmlns:a16="http://schemas.microsoft.com/office/drawing/2014/main" id="{7744D2EF-84A2-951A-C480-6A185CFA68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349615" y="1608671"/>
            <a:ext cx="735412" cy="735412"/>
          </a:xfrm>
          <a:prstGeom prst="rect">
            <a:avLst/>
          </a:prstGeom>
        </p:spPr>
      </p:pic>
      <p:grpSp>
        <p:nvGrpSpPr>
          <p:cNvPr id="22" name="Group 21">
            <a:extLst>
              <a:ext uri="{FF2B5EF4-FFF2-40B4-BE49-F238E27FC236}">
                <a16:creationId xmlns:a16="http://schemas.microsoft.com/office/drawing/2014/main" id="{08CB99BC-F8BF-E7FF-6E81-B8AFC024BEE8}"/>
              </a:ext>
            </a:extLst>
          </p:cNvPr>
          <p:cNvGrpSpPr/>
          <p:nvPr/>
        </p:nvGrpSpPr>
        <p:grpSpPr>
          <a:xfrm>
            <a:off x="2555097" y="1553260"/>
            <a:ext cx="3869150" cy="3872056"/>
            <a:chOff x="2088339" y="1844824"/>
            <a:chExt cx="3869150" cy="3872056"/>
          </a:xfrm>
          <a:effectLst>
            <a:outerShdw blurRad="76200" dir="13500000" sy="23000" kx="1200000" algn="br" rotWithShape="0">
              <a:prstClr val="black">
                <a:alpha val="20000"/>
              </a:prstClr>
            </a:outerShdw>
          </a:effectLst>
        </p:grpSpPr>
        <p:grpSp>
          <p:nvGrpSpPr>
            <p:cNvPr id="23" name="Group 22">
              <a:extLst>
                <a:ext uri="{FF2B5EF4-FFF2-40B4-BE49-F238E27FC236}">
                  <a16:creationId xmlns:a16="http://schemas.microsoft.com/office/drawing/2014/main" id="{823D3650-E532-C2CE-9563-4D728D2F4DCA}"/>
                </a:ext>
              </a:extLst>
            </p:cNvPr>
            <p:cNvGrpSpPr/>
            <p:nvPr/>
          </p:nvGrpSpPr>
          <p:grpSpPr>
            <a:xfrm rot="18000000">
              <a:off x="2086886" y="1846277"/>
              <a:ext cx="3872056" cy="3869150"/>
              <a:chOff x="4268063" y="1603807"/>
              <a:chExt cx="3655875" cy="3653131"/>
            </a:xfrm>
          </p:grpSpPr>
          <p:sp>
            <p:nvSpPr>
              <p:cNvPr id="27" name="Circle: Hollow 26">
                <a:extLst>
                  <a:ext uri="{FF2B5EF4-FFF2-40B4-BE49-F238E27FC236}">
                    <a16:creationId xmlns:a16="http://schemas.microsoft.com/office/drawing/2014/main" id="{E7C55EBD-A1D6-E67B-388F-2E3C3E7490E4}"/>
                  </a:ext>
                </a:extLst>
              </p:cNvPr>
              <p:cNvSpPr/>
              <p:nvPr/>
            </p:nvSpPr>
            <p:spPr>
              <a:xfrm>
                <a:off x="4581171" y="1914171"/>
                <a:ext cx="3029658" cy="3029658"/>
              </a:xfrm>
              <a:prstGeom prst="donut">
                <a:avLst>
                  <a:gd name="adj" fmla="val 23654"/>
                </a:avLst>
              </a:prstGeom>
              <a:solidFill>
                <a:srgbClr val="66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tx1"/>
                  </a:solidFill>
                </a:endParaRPr>
              </a:p>
            </p:txBody>
          </p:sp>
          <p:sp>
            <p:nvSpPr>
              <p:cNvPr id="28" name="Freeform: Shape 27">
                <a:extLst>
                  <a:ext uri="{FF2B5EF4-FFF2-40B4-BE49-F238E27FC236}">
                    <a16:creationId xmlns:a16="http://schemas.microsoft.com/office/drawing/2014/main" id="{A0029B79-3C4F-8DAD-0FB0-613DEB8C88C1}"/>
                  </a:ext>
                </a:extLst>
              </p:cNvPr>
              <p:cNvSpPr/>
              <p:nvPr/>
            </p:nvSpPr>
            <p:spPr>
              <a:xfrm>
                <a:off x="6150348" y="2628685"/>
                <a:ext cx="748712" cy="1140444"/>
              </a:xfrm>
              <a:custGeom>
                <a:avLst/>
                <a:gdLst>
                  <a:gd name="connsiteX0" fmla="*/ 0 w 748712"/>
                  <a:gd name="connsiteY0" fmla="*/ 0 h 1140444"/>
                  <a:gd name="connsiteX1" fmla="*/ 27760 w 748712"/>
                  <a:gd name="connsiteY1" fmla="*/ 1402 h 1140444"/>
                  <a:gd name="connsiteX2" fmla="*/ 748712 w 748712"/>
                  <a:gd name="connsiteY2" fmla="*/ 800316 h 1140444"/>
                  <a:gd name="connsiteX3" fmla="*/ 685604 w 748712"/>
                  <a:gd name="connsiteY3" fmla="*/ 1112903 h 1140444"/>
                  <a:gd name="connsiteX4" fmla="*/ 670655 w 748712"/>
                  <a:gd name="connsiteY4" fmla="*/ 1140444 h 1140444"/>
                  <a:gd name="connsiteX5" fmla="*/ 405628 w 748712"/>
                  <a:gd name="connsiteY5" fmla="*/ 987430 h 1140444"/>
                  <a:gd name="connsiteX6" fmla="*/ 432615 w 748712"/>
                  <a:gd name="connsiteY6" fmla="*/ 900491 h 1140444"/>
                  <a:gd name="connsiteX7" fmla="*/ 442714 w 748712"/>
                  <a:gd name="connsiteY7" fmla="*/ 800316 h 1140444"/>
                  <a:gd name="connsiteX8" fmla="*/ 45827 w 748712"/>
                  <a:gd name="connsiteY8" fmla="*/ 313353 h 1140444"/>
                  <a:gd name="connsiteX9" fmla="*/ 0 w 748712"/>
                  <a:gd name="connsiteY9" fmla="*/ 308733 h 1140444"/>
                  <a:gd name="connsiteX10" fmla="*/ 0 w 748712"/>
                  <a:gd name="connsiteY10" fmla="*/ 0 h 1140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8712" h="1140444">
                    <a:moveTo>
                      <a:pt x="0" y="0"/>
                    </a:moveTo>
                    <a:lnTo>
                      <a:pt x="27760" y="1402"/>
                    </a:lnTo>
                    <a:cubicBezTo>
                      <a:pt x="432709" y="42527"/>
                      <a:pt x="748712" y="384518"/>
                      <a:pt x="748712" y="800316"/>
                    </a:cubicBezTo>
                    <a:cubicBezTo>
                      <a:pt x="748712" y="911196"/>
                      <a:pt x="726241" y="1016827"/>
                      <a:pt x="685604" y="1112903"/>
                    </a:cubicBezTo>
                    <a:lnTo>
                      <a:pt x="670655" y="1140444"/>
                    </a:lnTo>
                    <a:lnTo>
                      <a:pt x="405628" y="987430"/>
                    </a:lnTo>
                    <a:lnTo>
                      <a:pt x="432615" y="900491"/>
                    </a:lnTo>
                    <a:cubicBezTo>
                      <a:pt x="439237" y="868134"/>
                      <a:pt x="442714" y="834631"/>
                      <a:pt x="442714" y="800316"/>
                    </a:cubicBezTo>
                    <a:cubicBezTo>
                      <a:pt x="442714" y="560111"/>
                      <a:pt x="272331" y="359702"/>
                      <a:pt x="45827" y="313353"/>
                    </a:cubicBezTo>
                    <a:lnTo>
                      <a:pt x="0" y="308733"/>
                    </a:lnTo>
                    <a:lnTo>
                      <a:pt x="0" y="0"/>
                    </a:lnTo>
                    <a:close/>
                  </a:path>
                </a:pathLst>
              </a:custGeom>
              <a:gradFill>
                <a:gsLst>
                  <a:gs pos="2721">
                    <a:srgbClr val="F98170"/>
                  </a:gs>
                  <a:gs pos="25000">
                    <a:srgbClr val="FE0000"/>
                  </a:gs>
                  <a:gs pos="100000">
                    <a:srgbClr val="C80000"/>
                  </a:gs>
                </a:gsLst>
                <a:lin ang="72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9" name="Freeform: Shape 28">
                <a:extLst>
                  <a:ext uri="{FF2B5EF4-FFF2-40B4-BE49-F238E27FC236}">
                    <a16:creationId xmlns:a16="http://schemas.microsoft.com/office/drawing/2014/main" id="{0ED4308F-9A1A-4113-FB55-B73227FD9615}"/>
                  </a:ext>
                </a:extLst>
              </p:cNvPr>
              <p:cNvSpPr/>
              <p:nvPr/>
            </p:nvSpPr>
            <p:spPr>
              <a:xfrm>
                <a:off x="5292941" y="2628686"/>
                <a:ext cx="748709" cy="1140614"/>
              </a:xfrm>
              <a:custGeom>
                <a:avLst/>
                <a:gdLst>
                  <a:gd name="connsiteX0" fmla="*/ 748709 w 748709"/>
                  <a:gd name="connsiteY0" fmla="*/ 0 h 1140614"/>
                  <a:gd name="connsiteX1" fmla="*/ 748709 w 748709"/>
                  <a:gd name="connsiteY1" fmla="*/ 308732 h 1140614"/>
                  <a:gd name="connsiteX2" fmla="*/ 702885 w 748709"/>
                  <a:gd name="connsiteY2" fmla="*/ 313352 h 1140614"/>
                  <a:gd name="connsiteX3" fmla="*/ 305998 w 748709"/>
                  <a:gd name="connsiteY3" fmla="*/ 800315 h 1140614"/>
                  <a:gd name="connsiteX4" fmla="*/ 316097 w 748709"/>
                  <a:gd name="connsiteY4" fmla="*/ 900490 h 1140614"/>
                  <a:gd name="connsiteX5" fmla="*/ 343143 w 748709"/>
                  <a:gd name="connsiteY5" fmla="*/ 987620 h 1140614"/>
                  <a:gd name="connsiteX6" fmla="*/ 78149 w 748709"/>
                  <a:gd name="connsiteY6" fmla="*/ 1140614 h 1140614"/>
                  <a:gd name="connsiteX7" fmla="*/ 63108 w 748709"/>
                  <a:gd name="connsiteY7" fmla="*/ 1112902 h 1140614"/>
                  <a:gd name="connsiteX8" fmla="*/ 0 w 748709"/>
                  <a:gd name="connsiteY8" fmla="*/ 800315 h 1140614"/>
                  <a:gd name="connsiteX9" fmla="*/ 720952 w 748709"/>
                  <a:gd name="connsiteY9" fmla="*/ 1401 h 1140614"/>
                  <a:gd name="connsiteX10" fmla="*/ 748709 w 748709"/>
                  <a:gd name="connsiteY10" fmla="*/ 0 h 1140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8709" h="1140614">
                    <a:moveTo>
                      <a:pt x="748709" y="0"/>
                    </a:moveTo>
                    <a:lnTo>
                      <a:pt x="748709" y="308732"/>
                    </a:lnTo>
                    <a:lnTo>
                      <a:pt x="702885" y="313352"/>
                    </a:lnTo>
                    <a:cubicBezTo>
                      <a:pt x="476381" y="359701"/>
                      <a:pt x="305998" y="560110"/>
                      <a:pt x="305998" y="800315"/>
                    </a:cubicBezTo>
                    <a:cubicBezTo>
                      <a:pt x="305998" y="834630"/>
                      <a:pt x="309475" y="868133"/>
                      <a:pt x="316097" y="900490"/>
                    </a:cubicBezTo>
                    <a:lnTo>
                      <a:pt x="343143" y="987620"/>
                    </a:lnTo>
                    <a:lnTo>
                      <a:pt x="78149" y="1140614"/>
                    </a:lnTo>
                    <a:lnTo>
                      <a:pt x="63108" y="1112902"/>
                    </a:lnTo>
                    <a:cubicBezTo>
                      <a:pt x="22471" y="1016826"/>
                      <a:pt x="0" y="911195"/>
                      <a:pt x="0" y="800315"/>
                    </a:cubicBezTo>
                    <a:cubicBezTo>
                      <a:pt x="0" y="384517"/>
                      <a:pt x="316003" y="42526"/>
                      <a:pt x="720952" y="1401"/>
                    </a:cubicBezTo>
                    <a:lnTo>
                      <a:pt x="748709" y="0"/>
                    </a:lnTo>
                    <a:close/>
                  </a:path>
                </a:pathLst>
              </a:custGeom>
              <a:gradFill>
                <a:gsLst>
                  <a:gs pos="2721">
                    <a:srgbClr val="FFA14B"/>
                  </a:gs>
                  <a:gs pos="100000">
                    <a:srgbClr val="FF8211"/>
                  </a:gs>
                </a:gsLst>
                <a:lin ang="72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0" name="Freeform: Shape 29">
                <a:extLst>
                  <a:ext uri="{FF2B5EF4-FFF2-40B4-BE49-F238E27FC236}">
                    <a16:creationId xmlns:a16="http://schemas.microsoft.com/office/drawing/2014/main" id="{7C05DD83-22CE-04C9-61A1-E7CA727F0409}"/>
                  </a:ext>
                </a:extLst>
              </p:cNvPr>
              <p:cNvSpPr/>
              <p:nvPr/>
            </p:nvSpPr>
            <p:spPr>
              <a:xfrm>
                <a:off x="5422962" y="3711734"/>
                <a:ext cx="1346171" cy="520327"/>
              </a:xfrm>
              <a:custGeom>
                <a:avLst/>
                <a:gdLst>
                  <a:gd name="connsiteX0" fmla="*/ 1081233 w 1346171"/>
                  <a:gd name="connsiteY0" fmla="*/ 0 h 520327"/>
                  <a:gd name="connsiteX1" fmla="*/ 1346171 w 1346171"/>
                  <a:gd name="connsiteY1" fmla="*/ 152962 h 520327"/>
                  <a:gd name="connsiteX2" fmla="*/ 1338949 w 1346171"/>
                  <a:gd name="connsiteY2" fmla="*/ 166266 h 520327"/>
                  <a:gd name="connsiteX3" fmla="*/ 673039 w 1346171"/>
                  <a:gd name="connsiteY3" fmla="*/ 520327 h 520327"/>
                  <a:gd name="connsiteX4" fmla="*/ 7129 w 1346171"/>
                  <a:gd name="connsiteY4" fmla="*/ 166266 h 520327"/>
                  <a:gd name="connsiteX5" fmla="*/ 0 w 1346171"/>
                  <a:gd name="connsiteY5" fmla="*/ 153133 h 520327"/>
                  <a:gd name="connsiteX6" fmla="*/ 264970 w 1346171"/>
                  <a:gd name="connsiteY6" fmla="*/ 152 h 520327"/>
                  <a:gd name="connsiteX7" fmla="*/ 321563 w 1346171"/>
                  <a:gd name="connsiteY7" fmla="*/ 68743 h 520327"/>
                  <a:gd name="connsiteX8" fmla="*/ 673039 w 1346171"/>
                  <a:gd name="connsiteY8" fmla="*/ 214329 h 520327"/>
                  <a:gd name="connsiteX9" fmla="*/ 1024515 w 1346171"/>
                  <a:gd name="connsiteY9" fmla="*/ 68743 h 520327"/>
                  <a:gd name="connsiteX10" fmla="*/ 1081233 w 1346171"/>
                  <a:gd name="connsiteY10" fmla="*/ 0 h 52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6171" h="520327">
                    <a:moveTo>
                      <a:pt x="1081233" y="0"/>
                    </a:moveTo>
                    <a:lnTo>
                      <a:pt x="1346171" y="152962"/>
                    </a:lnTo>
                    <a:lnTo>
                      <a:pt x="1338949" y="166266"/>
                    </a:lnTo>
                    <a:cubicBezTo>
                      <a:pt x="1194634" y="379881"/>
                      <a:pt x="950238" y="520327"/>
                      <a:pt x="673039" y="520327"/>
                    </a:cubicBezTo>
                    <a:cubicBezTo>
                      <a:pt x="395840" y="520327"/>
                      <a:pt x="151444" y="379881"/>
                      <a:pt x="7129" y="166266"/>
                    </a:cubicBezTo>
                    <a:lnTo>
                      <a:pt x="0" y="153133"/>
                    </a:lnTo>
                    <a:lnTo>
                      <a:pt x="264970" y="152"/>
                    </a:lnTo>
                    <a:lnTo>
                      <a:pt x="321563" y="68743"/>
                    </a:lnTo>
                    <a:cubicBezTo>
                      <a:pt x="411513" y="158694"/>
                      <a:pt x="535779" y="214329"/>
                      <a:pt x="673039" y="214329"/>
                    </a:cubicBezTo>
                    <a:cubicBezTo>
                      <a:pt x="810299" y="214329"/>
                      <a:pt x="934565" y="158694"/>
                      <a:pt x="1024515" y="68743"/>
                    </a:cubicBezTo>
                    <a:lnTo>
                      <a:pt x="1081233" y="0"/>
                    </a:lnTo>
                    <a:close/>
                  </a:path>
                </a:pathLst>
              </a:custGeom>
              <a:gradFill>
                <a:gsLst>
                  <a:gs pos="2721">
                    <a:srgbClr val="01AFAE"/>
                  </a:gs>
                  <a:gs pos="100000">
                    <a:srgbClr val="017071"/>
                  </a:gs>
                </a:gsLst>
                <a:lin ang="156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1" name="Freeform: Shape 30">
                <a:extLst>
                  <a:ext uri="{FF2B5EF4-FFF2-40B4-BE49-F238E27FC236}">
                    <a16:creationId xmlns:a16="http://schemas.microsoft.com/office/drawing/2014/main" id="{EB003B5B-5D56-8B52-9DC8-3E72B4A1CC8F}"/>
                  </a:ext>
                </a:extLst>
              </p:cNvPr>
              <p:cNvSpPr/>
              <p:nvPr/>
            </p:nvSpPr>
            <p:spPr>
              <a:xfrm>
                <a:off x="6150349" y="1603807"/>
                <a:ext cx="1773589" cy="2679462"/>
              </a:xfrm>
              <a:custGeom>
                <a:avLst/>
                <a:gdLst>
                  <a:gd name="connsiteX0" fmla="*/ 0 w 1773589"/>
                  <a:gd name="connsiteY0" fmla="*/ 0 h 2679462"/>
                  <a:gd name="connsiteX1" fmla="*/ 132548 w 1773589"/>
                  <a:gd name="connsiteY1" fmla="*/ 6693 h 2679462"/>
                  <a:gd name="connsiteX2" fmla="*/ 1773589 w 1773589"/>
                  <a:gd name="connsiteY2" fmla="*/ 1825193 h 2679462"/>
                  <a:gd name="connsiteX3" fmla="*/ 1629941 w 1773589"/>
                  <a:gd name="connsiteY3" fmla="*/ 2536709 h 2679462"/>
                  <a:gd name="connsiteX4" fmla="*/ 1561173 w 1773589"/>
                  <a:gd name="connsiteY4" fmla="*/ 2679462 h 2679462"/>
                  <a:gd name="connsiteX5" fmla="*/ 670655 w 1773589"/>
                  <a:gd name="connsiteY5" fmla="*/ 2165321 h 2679462"/>
                  <a:gd name="connsiteX6" fmla="*/ 685604 w 1773589"/>
                  <a:gd name="connsiteY6" fmla="*/ 2137780 h 2679462"/>
                  <a:gd name="connsiteX7" fmla="*/ 748712 w 1773589"/>
                  <a:gd name="connsiteY7" fmla="*/ 1825193 h 2679462"/>
                  <a:gd name="connsiteX8" fmla="*/ 27760 w 1773589"/>
                  <a:gd name="connsiteY8" fmla="*/ 1026279 h 2679462"/>
                  <a:gd name="connsiteX9" fmla="*/ 0 w 1773589"/>
                  <a:gd name="connsiteY9" fmla="*/ 1024877 h 2679462"/>
                  <a:gd name="connsiteX10" fmla="*/ 0 w 1773589"/>
                  <a:gd name="connsiteY10" fmla="*/ 0 h 267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3589" h="2679462">
                    <a:moveTo>
                      <a:pt x="0" y="0"/>
                    </a:moveTo>
                    <a:lnTo>
                      <a:pt x="132548" y="6693"/>
                    </a:lnTo>
                    <a:cubicBezTo>
                      <a:pt x="1054297" y="100302"/>
                      <a:pt x="1773589" y="878748"/>
                      <a:pt x="1773589" y="1825193"/>
                    </a:cubicBezTo>
                    <a:cubicBezTo>
                      <a:pt x="1773589" y="2077579"/>
                      <a:pt x="1722440" y="2318017"/>
                      <a:pt x="1629941" y="2536709"/>
                    </a:cubicBezTo>
                    <a:lnTo>
                      <a:pt x="1561173" y="2679462"/>
                    </a:lnTo>
                    <a:lnTo>
                      <a:pt x="670655" y="2165321"/>
                    </a:lnTo>
                    <a:lnTo>
                      <a:pt x="685604" y="2137780"/>
                    </a:lnTo>
                    <a:cubicBezTo>
                      <a:pt x="726241" y="2041704"/>
                      <a:pt x="748712" y="1936073"/>
                      <a:pt x="748712" y="1825193"/>
                    </a:cubicBezTo>
                    <a:cubicBezTo>
                      <a:pt x="748712" y="1409395"/>
                      <a:pt x="432709" y="1067404"/>
                      <a:pt x="27760" y="1026279"/>
                    </a:cubicBezTo>
                    <a:lnTo>
                      <a:pt x="0" y="1024877"/>
                    </a:lnTo>
                    <a:lnTo>
                      <a:pt x="0" y="0"/>
                    </a:lnTo>
                    <a:close/>
                  </a:path>
                </a:pathLst>
              </a:custGeom>
              <a:gradFill>
                <a:gsLst>
                  <a:gs pos="0">
                    <a:srgbClr val="FF000A"/>
                  </a:gs>
                  <a:gs pos="100000">
                    <a:srgbClr val="9C0001"/>
                  </a:gs>
                </a:gsLst>
                <a:lin ang="72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2" name="Freeform: Shape 31">
                <a:extLst>
                  <a:ext uri="{FF2B5EF4-FFF2-40B4-BE49-F238E27FC236}">
                    <a16:creationId xmlns:a16="http://schemas.microsoft.com/office/drawing/2014/main" id="{C9674C7F-481E-B9C7-1481-32DCF9340AD4}"/>
                  </a:ext>
                </a:extLst>
              </p:cNvPr>
              <p:cNvSpPr/>
              <p:nvPr/>
            </p:nvSpPr>
            <p:spPr>
              <a:xfrm>
                <a:off x="4268063" y="1603807"/>
                <a:ext cx="1773586" cy="2679638"/>
              </a:xfrm>
              <a:custGeom>
                <a:avLst/>
                <a:gdLst>
                  <a:gd name="connsiteX0" fmla="*/ 1773586 w 1773586"/>
                  <a:gd name="connsiteY0" fmla="*/ 0 h 2679638"/>
                  <a:gd name="connsiteX1" fmla="*/ 1773586 w 1773586"/>
                  <a:gd name="connsiteY1" fmla="*/ 1024878 h 2679638"/>
                  <a:gd name="connsiteX2" fmla="*/ 1745829 w 1773586"/>
                  <a:gd name="connsiteY2" fmla="*/ 1026279 h 2679638"/>
                  <a:gd name="connsiteX3" fmla="*/ 1024877 w 1773586"/>
                  <a:gd name="connsiteY3" fmla="*/ 1825193 h 2679638"/>
                  <a:gd name="connsiteX4" fmla="*/ 1087985 w 1773586"/>
                  <a:gd name="connsiteY4" fmla="*/ 2137780 h 2679638"/>
                  <a:gd name="connsiteX5" fmla="*/ 1103026 w 1773586"/>
                  <a:gd name="connsiteY5" fmla="*/ 2165492 h 2679638"/>
                  <a:gd name="connsiteX6" fmla="*/ 212500 w 1773586"/>
                  <a:gd name="connsiteY6" fmla="*/ 2679638 h 2679638"/>
                  <a:gd name="connsiteX7" fmla="*/ 143648 w 1773586"/>
                  <a:gd name="connsiteY7" fmla="*/ 2536709 h 2679638"/>
                  <a:gd name="connsiteX8" fmla="*/ 0 w 1773586"/>
                  <a:gd name="connsiteY8" fmla="*/ 1825193 h 2679638"/>
                  <a:gd name="connsiteX9" fmla="*/ 1641041 w 1773586"/>
                  <a:gd name="connsiteY9" fmla="*/ 6693 h 2679638"/>
                  <a:gd name="connsiteX10" fmla="*/ 1773586 w 1773586"/>
                  <a:gd name="connsiteY10" fmla="*/ 0 h 267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3586" h="2679638">
                    <a:moveTo>
                      <a:pt x="1773586" y="0"/>
                    </a:moveTo>
                    <a:lnTo>
                      <a:pt x="1773586" y="1024878"/>
                    </a:lnTo>
                    <a:lnTo>
                      <a:pt x="1745829" y="1026279"/>
                    </a:lnTo>
                    <a:cubicBezTo>
                      <a:pt x="1340880" y="1067404"/>
                      <a:pt x="1024877" y="1409395"/>
                      <a:pt x="1024877" y="1825193"/>
                    </a:cubicBezTo>
                    <a:cubicBezTo>
                      <a:pt x="1024877" y="1936073"/>
                      <a:pt x="1047348" y="2041704"/>
                      <a:pt x="1087985" y="2137780"/>
                    </a:cubicBezTo>
                    <a:lnTo>
                      <a:pt x="1103026" y="2165492"/>
                    </a:lnTo>
                    <a:lnTo>
                      <a:pt x="212500" y="2679638"/>
                    </a:lnTo>
                    <a:lnTo>
                      <a:pt x="143648" y="2536709"/>
                    </a:lnTo>
                    <a:cubicBezTo>
                      <a:pt x="51149" y="2318017"/>
                      <a:pt x="0" y="2077579"/>
                      <a:pt x="0" y="1825193"/>
                    </a:cubicBezTo>
                    <a:cubicBezTo>
                      <a:pt x="0" y="878748"/>
                      <a:pt x="719292" y="100302"/>
                      <a:pt x="1641041" y="6693"/>
                    </a:cubicBezTo>
                    <a:lnTo>
                      <a:pt x="1773586" y="0"/>
                    </a:lnTo>
                    <a:close/>
                  </a:path>
                </a:pathLst>
              </a:custGeom>
              <a:gradFill>
                <a:gsLst>
                  <a:gs pos="2721">
                    <a:srgbClr val="FF8211"/>
                  </a:gs>
                  <a:gs pos="100000">
                    <a:srgbClr val="D1610A"/>
                  </a:gs>
                </a:gsLst>
                <a:lin ang="120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3" name="Freeform: Shape 32">
                <a:extLst>
                  <a:ext uri="{FF2B5EF4-FFF2-40B4-BE49-F238E27FC236}">
                    <a16:creationId xmlns:a16="http://schemas.microsoft.com/office/drawing/2014/main" id="{71345D75-1B9A-CCFB-CDEF-6200C4245049}"/>
                  </a:ext>
                </a:extLst>
              </p:cNvPr>
              <p:cNvSpPr/>
              <p:nvPr/>
            </p:nvSpPr>
            <p:spPr>
              <a:xfrm>
                <a:off x="4535446" y="3864696"/>
                <a:ext cx="3121211" cy="1392242"/>
              </a:xfrm>
              <a:custGeom>
                <a:avLst/>
                <a:gdLst>
                  <a:gd name="connsiteX0" fmla="*/ 2233687 w 3121211"/>
                  <a:gd name="connsiteY0" fmla="*/ 0 h 1392242"/>
                  <a:gd name="connsiteX1" fmla="*/ 3121211 w 3121211"/>
                  <a:gd name="connsiteY1" fmla="*/ 512412 h 1392242"/>
                  <a:gd name="connsiteX2" fmla="*/ 3076309 w 3121211"/>
                  <a:gd name="connsiteY2" fmla="*/ 586322 h 1392242"/>
                  <a:gd name="connsiteX3" fmla="*/ 1560555 w 3121211"/>
                  <a:gd name="connsiteY3" fmla="*/ 1392242 h 1392242"/>
                  <a:gd name="connsiteX4" fmla="*/ 44801 w 3121211"/>
                  <a:gd name="connsiteY4" fmla="*/ 586322 h 1392242"/>
                  <a:gd name="connsiteX5" fmla="*/ 0 w 3121211"/>
                  <a:gd name="connsiteY5" fmla="*/ 512579 h 1392242"/>
                  <a:gd name="connsiteX6" fmla="*/ 887516 w 3121211"/>
                  <a:gd name="connsiteY6" fmla="*/ 171 h 1392242"/>
                  <a:gd name="connsiteX7" fmla="*/ 894645 w 3121211"/>
                  <a:gd name="connsiteY7" fmla="*/ 13304 h 1392242"/>
                  <a:gd name="connsiteX8" fmla="*/ 1560555 w 3121211"/>
                  <a:gd name="connsiteY8" fmla="*/ 367365 h 1392242"/>
                  <a:gd name="connsiteX9" fmla="*/ 2226465 w 3121211"/>
                  <a:gd name="connsiteY9" fmla="*/ 13304 h 1392242"/>
                  <a:gd name="connsiteX10" fmla="*/ 2233687 w 3121211"/>
                  <a:gd name="connsiteY10" fmla="*/ 0 h 1392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21211" h="1392242">
                    <a:moveTo>
                      <a:pt x="2233687" y="0"/>
                    </a:moveTo>
                    <a:lnTo>
                      <a:pt x="3121211" y="512412"/>
                    </a:lnTo>
                    <a:lnTo>
                      <a:pt x="3076309" y="586322"/>
                    </a:lnTo>
                    <a:cubicBezTo>
                      <a:pt x="2747816" y="1072557"/>
                      <a:pt x="2191519" y="1392242"/>
                      <a:pt x="1560555" y="1392242"/>
                    </a:cubicBezTo>
                    <a:cubicBezTo>
                      <a:pt x="929591" y="1392242"/>
                      <a:pt x="373294" y="1072557"/>
                      <a:pt x="44801" y="586322"/>
                    </a:cubicBezTo>
                    <a:lnTo>
                      <a:pt x="0" y="512579"/>
                    </a:lnTo>
                    <a:lnTo>
                      <a:pt x="887516" y="171"/>
                    </a:lnTo>
                    <a:lnTo>
                      <a:pt x="894645" y="13304"/>
                    </a:lnTo>
                    <a:cubicBezTo>
                      <a:pt x="1038960" y="226919"/>
                      <a:pt x="1283356" y="367365"/>
                      <a:pt x="1560555" y="367365"/>
                    </a:cubicBezTo>
                    <a:cubicBezTo>
                      <a:pt x="1837754" y="367365"/>
                      <a:pt x="2082150" y="226919"/>
                      <a:pt x="2226465" y="13304"/>
                    </a:cubicBezTo>
                    <a:lnTo>
                      <a:pt x="2233687" y="0"/>
                    </a:lnTo>
                    <a:close/>
                  </a:path>
                </a:pathLst>
              </a:custGeom>
              <a:gradFill>
                <a:gsLst>
                  <a:gs pos="2721">
                    <a:srgbClr val="01AFAE"/>
                  </a:gs>
                  <a:gs pos="100000">
                    <a:srgbClr val="017071"/>
                  </a:gs>
                </a:gsLst>
                <a:lin ang="144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pic>
          <p:nvPicPr>
            <p:cNvPr id="24" name="Graphic 23" descr="Scientific Thought with solid fill">
              <a:extLst>
                <a:ext uri="{FF2B5EF4-FFF2-40B4-BE49-F238E27FC236}">
                  <a16:creationId xmlns:a16="http://schemas.microsoft.com/office/drawing/2014/main" id="{DC48EEF7-6A5F-BE16-E1F2-3D3060CB26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19285" y="2100101"/>
              <a:ext cx="641346" cy="641345"/>
            </a:xfrm>
            <a:prstGeom prst="rect">
              <a:avLst/>
            </a:prstGeom>
          </p:spPr>
        </p:pic>
        <p:pic>
          <p:nvPicPr>
            <p:cNvPr id="25" name="Graphic 24" descr="Confused person with solid fill">
              <a:extLst>
                <a:ext uri="{FF2B5EF4-FFF2-40B4-BE49-F238E27FC236}">
                  <a16:creationId xmlns:a16="http://schemas.microsoft.com/office/drawing/2014/main" id="{1A5255BB-CCFF-F10E-F5C5-C38B454880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7645" y="4122162"/>
              <a:ext cx="603767" cy="603767"/>
            </a:xfrm>
            <a:prstGeom prst="rect">
              <a:avLst/>
            </a:prstGeom>
          </p:spPr>
        </p:pic>
        <p:pic>
          <p:nvPicPr>
            <p:cNvPr id="26" name="Graphic 25" descr="Tools with solid fill">
              <a:extLst>
                <a:ext uri="{FF2B5EF4-FFF2-40B4-BE49-F238E27FC236}">
                  <a16:creationId xmlns:a16="http://schemas.microsoft.com/office/drawing/2014/main" id="{1E277595-7033-0B8E-4465-F2BE4637AE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94244" y="4207400"/>
              <a:ext cx="461812" cy="461812"/>
            </a:xfrm>
            <a:prstGeom prst="rect">
              <a:avLst/>
            </a:prstGeom>
          </p:spPr>
        </p:pic>
      </p:grpSp>
    </p:spTree>
    <p:extLst>
      <p:ext uri="{BB962C8B-B14F-4D97-AF65-F5344CB8AC3E}">
        <p14:creationId xmlns:p14="http://schemas.microsoft.com/office/powerpoint/2010/main" val="185653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par>
                          <p:cTn id="8" fill="hold">
                            <p:stCondLst>
                              <p:cond delay="25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50"/>
                                        <p:tgtEl>
                                          <p:spTgt spid="14"/>
                                        </p:tgtEl>
                                      </p:cBhvr>
                                    </p:animEffect>
                                  </p:childTnLst>
                                </p:cTn>
                              </p:par>
                            </p:childTnLst>
                          </p:cTn>
                        </p:par>
                        <p:par>
                          <p:cTn id="17" fill="hold">
                            <p:stCondLst>
                              <p:cond delay="250"/>
                            </p:stCondLst>
                            <p:childTnLst>
                              <p:par>
                                <p:cTn id="18" presetID="22" presetClass="entr" presetSubtype="8"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250"/>
                                        <p:tgtEl>
                                          <p:spTgt spid="17"/>
                                        </p:tgtEl>
                                      </p:cBhvr>
                                    </p:animEffect>
                                  </p:childTnLst>
                                </p:cTn>
                              </p:par>
                            </p:childTnLst>
                          </p:cTn>
                        </p:par>
                        <p:par>
                          <p:cTn id="26" fill="hold">
                            <p:stCondLst>
                              <p:cond delay="250"/>
                            </p:stCondLst>
                            <p:childTnLst>
                              <p:par>
                                <p:cTn id="27" presetID="22" presetClass="entr" presetSubtype="8"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a:extLst>
              <a:ext uri="{FF2B5EF4-FFF2-40B4-BE49-F238E27FC236}">
                <a16:creationId xmlns:a16="http://schemas.microsoft.com/office/drawing/2014/main" id="{BD388459-A774-50B8-39A4-485E87A943B2}"/>
              </a:ext>
            </a:extLst>
          </p:cNvPr>
          <p:cNvSpPr>
            <a:spLocks noGrp="1" noChangeArrowheads="1"/>
          </p:cNvSpPr>
          <p:nvPr>
            <p:ph type="title"/>
          </p:nvPr>
        </p:nvSpPr>
        <p:spPr bwMode="auto">
          <a:xfrm>
            <a:off x="723900" y="114300"/>
            <a:ext cx="10309225" cy="527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r>
              <a:rPr lang="en-MY" altLang="en-US"/>
              <a:t>PAX 05.10.02   CHECK-IN CLOSURE</a:t>
            </a:r>
          </a:p>
        </p:txBody>
      </p:sp>
      <p:sp>
        <p:nvSpPr>
          <p:cNvPr id="135171" name="Text Placeholder 5">
            <a:extLst>
              <a:ext uri="{FF2B5EF4-FFF2-40B4-BE49-F238E27FC236}">
                <a16:creationId xmlns:a16="http://schemas.microsoft.com/office/drawing/2014/main" id="{A814854B-C97B-D1DF-2B43-A9221355166B}"/>
              </a:ext>
            </a:extLst>
          </p:cNvPr>
          <p:cNvSpPr>
            <a:spLocks noGrp="1" noChangeArrowheads="1"/>
          </p:cNvSpPr>
          <p:nvPr>
            <p:ph type="body" sz="quarter" idx="14"/>
          </p:nvPr>
        </p:nvSpPr>
        <p:spPr bwMode="auto">
          <a:xfrm>
            <a:off x="723900" y="584200"/>
            <a:ext cx="4919663" cy="44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MY" altLang="en-US"/>
              <a:t>Check-in Closure Activities</a:t>
            </a:r>
          </a:p>
        </p:txBody>
      </p:sp>
      <p:pic>
        <p:nvPicPr>
          <p:cNvPr id="135172" name="Picture 3" descr="A blue and black rectangle&#10;&#10;AI-generated content may be incorrect.">
            <a:extLst>
              <a:ext uri="{FF2B5EF4-FFF2-40B4-BE49-F238E27FC236}">
                <a16:creationId xmlns:a16="http://schemas.microsoft.com/office/drawing/2014/main" id="{C397017C-ADB6-6A7A-6388-341987E5BE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225" y="1335088"/>
            <a:ext cx="7747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a:extLst>
              <a:ext uri="{FF2B5EF4-FFF2-40B4-BE49-F238E27FC236}">
                <a16:creationId xmlns:a16="http://schemas.microsoft.com/office/drawing/2014/main" id="{F1441438-5949-C638-9756-643109D286C1}"/>
              </a:ext>
            </a:extLst>
          </p:cNvPr>
          <p:cNvSpPr/>
          <p:nvPr/>
        </p:nvSpPr>
        <p:spPr>
          <a:xfrm>
            <a:off x="7142163" y="1798638"/>
            <a:ext cx="4108450" cy="4108450"/>
          </a:xfrm>
          <a:prstGeom prst="ellipse">
            <a:avLst/>
          </a:prstGeom>
          <a:solidFill>
            <a:srgbClr val="8B1B5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sp>
        <p:nvSpPr>
          <p:cNvPr id="14" name="Rectangle: Rounded Corners 13">
            <a:extLst>
              <a:ext uri="{FF2B5EF4-FFF2-40B4-BE49-F238E27FC236}">
                <a16:creationId xmlns:a16="http://schemas.microsoft.com/office/drawing/2014/main" id="{EC8D498F-75C8-8AD9-075C-4C89A432B745}"/>
              </a:ext>
            </a:extLst>
          </p:cNvPr>
          <p:cNvSpPr/>
          <p:nvPr/>
        </p:nvSpPr>
        <p:spPr>
          <a:xfrm>
            <a:off x="941261" y="2346005"/>
            <a:ext cx="7713451" cy="446344"/>
          </a:xfrm>
          <a:prstGeom prst="roundRect">
            <a:avLst>
              <a:gd name="adj" fmla="val 41706"/>
            </a:avLst>
          </a:pr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en-US" dirty="0">
                <a:latin typeface="Arial" panose="020B0604020202020204" pitchFamily="34" charset="0"/>
                <a:cs typeface="Arial" panose="020B0604020202020204" pitchFamily="34" charset="0"/>
              </a:rPr>
              <a:t>Reconfirmation of baggage, pieces and destination.</a:t>
            </a:r>
          </a:p>
        </p:txBody>
      </p:sp>
      <p:sp>
        <p:nvSpPr>
          <p:cNvPr id="17" name="Rectangle: Rounded Corners 16">
            <a:extLst>
              <a:ext uri="{FF2B5EF4-FFF2-40B4-BE49-F238E27FC236}">
                <a16:creationId xmlns:a16="http://schemas.microsoft.com/office/drawing/2014/main" id="{EF8B0EDB-5D79-B340-CFAB-99C09A8D1E61}"/>
              </a:ext>
            </a:extLst>
          </p:cNvPr>
          <p:cNvSpPr/>
          <p:nvPr/>
        </p:nvSpPr>
        <p:spPr>
          <a:xfrm>
            <a:off x="941261" y="2989592"/>
            <a:ext cx="7713451" cy="446344"/>
          </a:xfrm>
          <a:prstGeom prst="roundRect">
            <a:avLst>
              <a:gd name="adj" fmla="val 41706"/>
            </a:avLst>
          </a:prstGeom>
          <a:solidFill>
            <a:srgbClr val="76397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en-US" dirty="0">
                <a:latin typeface="Arial" panose="020B0604020202020204" pitchFamily="34" charset="0"/>
                <a:cs typeface="Arial" panose="020B0604020202020204" pitchFamily="34" charset="0"/>
              </a:rPr>
              <a:t>Farewell salutation. </a:t>
            </a:r>
          </a:p>
        </p:txBody>
      </p:sp>
      <p:sp>
        <p:nvSpPr>
          <p:cNvPr id="21" name="Rectangle: Rounded Corners 20">
            <a:extLst>
              <a:ext uri="{FF2B5EF4-FFF2-40B4-BE49-F238E27FC236}">
                <a16:creationId xmlns:a16="http://schemas.microsoft.com/office/drawing/2014/main" id="{414BD690-1D77-0C03-0CD9-568164C3EB34}"/>
              </a:ext>
            </a:extLst>
          </p:cNvPr>
          <p:cNvSpPr/>
          <p:nvPr/>
        </p:nvSpPr>
        <p:spPr>
          <a:xfrm>
            <a:off x="941261" y="3633179"/>
            <a:ext cx="7713451" cy="1725840"/>
          </a:xfrm>
          <a:prstGeom prst="roundRect">
            <a:avLst>
              <a:gd name="adj" fmla="val 11682"/>
            </a:avLst>
          </a:prstGeom>
          <a:solidFill>
            <a:srgbClr val="2B5DAA"/>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r>
              <a:rPr lang="en-US" dirty="0">
                <a:latin typeface="Arial" panose="020B0604020202020204" pitchFamily="34" charset="0"/>
                <a:cs typeface="Arial" panose="020B0604020202020204" pitchFamily="34" charset="0"/>
              </a:rPr>
              <a:t>Standing up:</a:t>
            </a:r>
          </a:p>
          <a:p>
            <a:pPr eaLnBrk="1" fontAlgn="auto" hangingPunct="1">
              <a:spcBef>
                <a:spcPts val="0"/>
              </a:spcBef>
              <a:spcAft>
                <a:spcPts val="0"/>
              </a:spcAft>
              <a:defRPr/>
            </a:pPr>
            <a:r>
              <a:rPr lang="en-US" dirty="0">
                <a:latin typeface="Arial" panose="020B0604020202020204" pitchFamily="34" charset="0"/>
                <a:cs typeface="Arial" panose="020B0604020202020204" pitchFamily="34" charset="0"/>
              </a:rPr>
              <a:t>     </a:t>
            </a:r>
          </a:p>
        </p:txBody>
      </p:sp>
      <p:sp>
        <p:nvSpPr>
          <p:cNvPr id="29" name="Rectangle 28">
            <a:extLst>
              <a:ext uri="{FF2B5EF4-FFF2-40B4-BE49-F238E27FC236}">
                <a16:creationId xmlns:a16="http://schemas.microsoft.com/office/drawing/2014/main" id="{78B3912D-32FB-868E-3901-F60918AC4C4F}"/>
              </a:ext>
            </a:extLst>
          </p:cNvPr>
          <p:cNvSpPr/>
          <p:nvPr/>
        </p:nvSpPr>
        <p:spPr>
          <a:xfrm>
            <a:off x="1457302" y="4129659"/>
            <a:ext cx="3309547" cy="1036320"/>
          </a:xfrm>
          <a:prstGeom prst="rect">
            <a:avLst/>
          </a:prstGeom>
          <a:solidFill>
            <a:schemeClr val="bg1"/>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a:lstStyle/>
          <a:p>
            <a:pPr marL="0" lvl="2" eaLnBrk="1" fontAlgn="auto" hangingPunct="1">
              <a:spcBef>
                <a:spcPts val="0"/>
              </a:spcBef>
              <a:spcAft>
                <a:spcPts val="0"/>
              </a:spcAft>
              <a:defRPr/>
            </a:pPr>
            <a:r>
              <a:rPr lang="en-US" sz="1600" dirty="0">
                <a:solidFill>
                  <a:schemeClr val="tx1"/>
                </a:solidFill>
                <a:latin typeface="Arial" panose="020B0604020202020204" pitchFamily="34" charset="0"/>
                <a:cs typeface="Arial" panose="020B0604020202020204" pitchFamily="34" charset="0"/>
              </a:rPr>
              <a:t>Eye to eye contact</a:t>
            </a:r>
          </a:p>
          <a:p>
            <a:pPr marL="0" lvl="2" eaLnBrk="1" fontAlgn="auto" hangingPunct="1">
              <a:spcBef>
                <a:spcPts val="0"/>
              </a:spcBef>
              <a:spcAft>
                <a:spcPts val="0"/>
              </a:spcAft>
              <a:defRPr/>
            </a:pPr>
            <a:r>
              <a:rPr lang="en-US" sz="1600" dirty="0">
                <a:solidFill>
                  <a:schemeClr val="tx1"/>
                </a:solidFill>
                <a:latin typeface="Arial" panose="020B0604020202020204" pitchFamily="34" charset="0"/>
                <a:cs typeface="Arial" panose="020B0604020202020204" pitchFamily="34" charset="0"/>
              </a:rPr>
              <a:t>Smile</a:t>
            </a:r>
          </a:p>
          <a:p>
            <a:pPr marL="0" lvl="2" eaLnBrk="1" fontAlgn="auto" hangingPunct="1">
              <a:spcBef>
                <a:spcPts val="0"/>
              </a:spcBef>
              <a:spcAft>
                <a:spcPts val="0"/>
              </a:spcAft>
              <a:defRPr/>
            </a:pPr>
            <a:r>
              <a:rPr lang="en-US" sz="1600" dirty="0">
                <a:solidFill>
                  <a:schemeClr val="tx1"/>
                </a:solidFill>
                <a:latin typeface="Arial" panose="020B0604020202020204" pitchFamily="34" charset="0"/>
                <a:cs typeface="Arial" panose="020B0604020202020204" pitchFamily="34" charset="0"/>
              </a:rPr>
              <a:t>Thank them</a:t>
            </a:r>
          </a:p>
          <a:p>
            <a:pPr marL="0" lvl="2" eaLnBrk="1" fontAlgn="auto" hangingPunct="1">
              <a:spcBef>
                <a:spcPts val="0"/>
              </a:spcBef>
              <a:spcAft>
                <a:spcPts val="0"/>
              </a:spcAft>
              <a:defRPr/>
            </a:pPr>
            <a:r>
              <a:rPr lang="en-US" sz="1600" dirty="0">
                <a:solidFill>
                  <a:schemeClr val="tx1"/>
                </a:solidFill>
                <a:latin typeface="Arial" panose="020B0604020202020204" pitchFamily="34" charset="0"/>
                <a:cs typeface="Arial" panose="020B0604020202020204" pitchFamily="34" charset="0"/>
              </a:rPr>
              <a:t>Wish them a pleasant flight </a:t>
            </a:r>
          </a:p>
        </p:txBody>
      </p:sp>
      <p:sp>
        <p:nvSpPr>
          <p:cNvPr id="3" name="Oval 2">
            <a:extLst>
              <a:ext uri="{FF2B5EF4-FFF2-40B4-BE49-F238E27FC236}">
                <a16:creationId xmlns:a16="http://schemas.microsoft.com/office/drawing/2014/main" id="{6A9A7C88-5634-552C-0500-9D19FE818510}"/>
              </a:ext>
            </a:extLst>
          </p:cNvPr>
          <p:cNvSpPr/>
          <p:nvPr/>
        </p:nvSpPr>
        <p:spPr>
          <a:xfrm>
            <a:off x="7362876" y="2018632"/>
            <a:ext cx="3667760" cy="3667760"/>
          </a:xfrm>
          <a:prstGeom prst="ellipse">
            <a:avLst/>
          </a:prstGeom>
          <a:blipFill>
            <a:blip r:embed="rId5"/>
            <a:srcRect/>
            <a:stretch>
              <a:fillRect l="-25000" r="-25000"/>
            </a:stretch>
          </a:blipFill>
          <a:ln w="22225">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MY"/>
          </a:p>
        </p:txBody>
      </p:sp>
      <p:sp>
        <p:nvSpPr>
          <p:cNvPr id="4" name="Slide Number Placeholder 5">
            <a:extLst>
              <a:ext uri="{FF2B5EF4-FFF2-40B4-BE49-F238E27FC236}">
                <a16:creationId xmlns:a16="http://schemas.microsoft.com/office/drawing/2014/main" id="{33B22B8E-EF81-10A4-F946-D3615DE3D2DD}"/>
              </a:ext>
            </a:extLst>
          </p:cNvPr>
          <p:cNvSpPr>
            <a:spLocks noGrp="1" noChangeArrowheads="1"/>
          </p:cNvSpPr>
          <p:nvPr>
            <p:ph type="sldNum" sz="quarter" idx="15"/>
          </p:nvPr>
        </p:nvSpPr>
        <p:spPr bwMode="auto">
          <a:xfrm>
            <a:off x="182563" y="6370638"/>
            <a:ext cx="2092325" cy="409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marL="0" algn="l" defTabSz="914400" rtl="0" eaLnBrk="1" fontAlgn="auto" latinLnBrk="0" hangingPunct="1">
              <a:spcBef>
                <a:spcPts val="0"/>
              </a:spcBef>
              <a:spcAft>
                <a:spcPts val="0"/>
              </a:spcAft>
              <a:defRPr sz="1200" b="0" i="0" kern="1200">
                <a:solidFill>
                  <a:srgbClr val="073E60"/>
                </a:solidFill>
                <a:latin typeface="Gotham Book" panose="02000604040000020004" pitchFamily="2" charset="0"/>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r>
              <a:rPr lang="en-US"/>
              <a:t>Confidential | </a:t>
            </a:r>
            <a:fld id="{4357C438-9983-40E9-B72C-19C8684E2310}" type="slidenum">
              <a:rPr lang="en-US" smtClean="0"/>
              <a:pPr fontAlgn="base">
                <a:spcBef>
                  <a:spcPct val="0"/>
                </a:spcBef>
                <a:spcAft>
                  <a:spcPct val="0"/>
                </a:spcAft>
                <a:defRPr/>
              </a:pPr>
              <a:t>28</a:t>
            </a:fld>
            <a:endParaRPr lang="en-US" altLang="en-US" dirty="0">
              <a:solidFill>
                <a:srgbClr val="073E60"/>
              </a:solidFill>
              <a:latin typeface="Arial" panose="020B0604020202020204" pitchFamily="34" charset="0"/>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12" presetClass="entr" presetSubtype="2" fill="hold" grpId="0" nodeType="withEffect">
                                  <p:stCondLst>
                                    <p:cond delay="900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p:tgtEl>
                                          <p:spTgt spid="14"/>
                                        </p:tgtEl>
                                        <p:attrNameLst>
                                          <p:attrName>ppt_x</p:attrName>
                                        </p:attrNameLst>
                                      </p:cBhvr>
                                      <p:tavLst>
                                        <p:tav tm="0">
                                          <p:val>
                                            <p:strVal val="#ppt_x+#ppt_w*1.125000"/>
                                          </p:val>
                                        </p:tav>
                                        <p:tav tm="100000">
                                          <p:val>
                                            <p:strVal val="#ppt_x"/>
                                          </p:val>
                                        </p:tav>
                                      </p:tavLst>
                                    </p:anim>
                                    <p:animEffect transition="in" filter="wipe(left)">
                                      <p:cBhvr>
                                        <p:cTn id="13" dur="500"/>
                                        <p:tgtEl>
                                          <p:spTgt spid="14"/>
                                        </p:tgtEl>
                                      </p:cBhvr>
                                    </p:animEffect>
                                  </p:childTnLst>
                                </p:cTn>
                              </p:par>
                              <p:par>
                                <p:cTn id="14" presetID="12" presetClass="entr" presetSubtype="2" fill="hold" grpId="0" nodeType="withEffect">
                                  <p:stCondLst>
                                    <p:cond delay="1950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p:tgtEl>
                                          <p:spTgt spid="17"/>
                                        </p:tgtEl>
                                        <p:attrNameLst>
                                          <p:attrName>ppt_x</p:attrName>
                                        </p:attrNameLst>
                                      </p:cBhvr>
                                      <p:tavLst>
                                        <p:tav tm="0">
                                          <p:val>
                                            <p:strVal val="#ppt_x+#ppt_w*1.125000"/>
                                          </p:val>
                                        </p:tav>
                                        <p:tav tm="100000">
                                          <p:val>
                                            <p:strVal val="#ppt_x"/>
                                          </p:val>
                                        </p:tav>
                                      </p:tavLst>
                                    </p:anim>
                                    <p:animEffect transition="in" filter="wipe(left)">
                                      <p:cBhvr>
                                        <p:cTn id="17" dur="500"/>
                                        <p:tgtEl>
                                          <p:spTgt spid="17"/>
                                        </p:tgtEl>
                                      </p:cBhvr>
                                    </p:animEffect>
                                  </p:childTnLst>
                                </p:cTn>
                              </p:par>
                              <p:par>
                                <p:cTn id="18" presetID="12" presetClass="entr" presetSubtype="2" fill="hold" grpId="0" nodeType="withEffect">
                                  <p:stCondLst>
                                    <p:cond delay="24000"/>
                                  </p:stCondLst>
                                  <p:childTnLst>
                                    <p:set>
                                      <p:cBhvr>
                                        <p:cTn id="19" dur="1" fill="hold">
                                          <p:stCondLst>
                                            <p:cond delay="0"/>
                                          </p:stCondLst>
                                        </p:cTn>
                                        <p:tgtEl>
                                          <p:spTgt spid="21"/>
                                        </p:tgtEl>
                                        <p:attrNameLst>
                                          <p:attrName>style.visibility</p:attrName>
                                        </p:attrNameLst>
                                      </p:cBhvr>
                                      <p:to>
                                        <p:strVal val="visible"/>
                                      </p:to>
                                    </p:set>
                                    <p:anim calcmode="lin" valueType="num">
                                      <p:cBhvr additive="base">
                                        <p:cTn id="20" dur="500"/>
                                        <p:tgtEl>
                                          <p:spTgt spid="21"/>
                                        </p:tgtEl>
                                        <p:attrNameLst>
                                          <p:attrName>ppt_x</p:attrName>
                                        </p:attrNameLst>
                                      </p:cBhvr>
                                      <p:tavLst>
                                        <p:tav tm="0">
                                          <p:val>
                                            <p:strVal val="#ppt_x+#ppt_w*1.125000"/>
                                          </p:val>
                                        </p:tav>
                                        <p:tav tm="100000">
                                          <p:val>
                                            <p:strVal val="#ppt_x"/>
                                          </p:val>
                                        </p:tav>
                                      </p:tavLst>
                                    </p:anim>
                                    <p:animEffect transition="in" filter="wipe(left)">
                                      <p:cBhvr>
                                        <p:cTn id="21" dur="500"/>
                                        <p:tgtEl>
                                          <p:spTgt spid="21"/>
                                        </p:tgtEl>
                                      </p:cBhvr>
                                    </p:animEffect>
                                  </p:childTnLst>
                                </p:cTn>
                              </p:par>
                            </p:childTnLst>
                          </p:cTn>
                        </p:par>
                        <p:par>
                          <p:cTn id="22" fill="hold">
                            <p:stCondLst>
                              <p:cond delay="24500"/>
                            </p:stCondLst>
                            <p:childTnLst>
                              <p:par>
                                <p:cTn id="23" presetID="22" presetClass="entr" presetSubtype="1" fill="hold" grpId="0" nodeType="afterEffect">
                                  <p:stCondLst>
                                    <p:cond delay="250"/>
                                  </p:stCondLst>
                                  <p:childTnLst>
                                    <p:set>
                                      <p:cBhvr>
                                        <p:cTn id="24" dur="1" fill="hold">
                                          <p:stCondLst>
                                            <p:cond delay="0"/>
                                          </p:stCondLst>
                                        </p:cTn>
                                        <p:tgtEl>
                                          <p:spTgt spid="29"/>
                                        </p:tgtEl>
                                        <p:attrNameLst>
                                          <p:attrName>style.visibility</p:attrName>
                                        </p:attrNameLst>
                                      </p:cBhvr>
                                      <p:to>
                                        <p:strVal val="visible"/>
                                      </p:to>
                                    </p:set>
                                    <p:animEffect transition="in" filter="wipe(up)">
                                      <p:cBhvr>
                                        <p:cTn id="25"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21" grpId="0" animBg="1"/>
      <p:bldP spid="29" grpId="0" animBg="1"/>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ircle: Hollow 21">
            <a:extLst>
              <a:ext uri="{FF2B5EF4-FFF2-40B4-BE49-F238E27FC236}">
                <a16:creationId xmlns:a16="http://schemas.microsoft.com/office/drawing/2014/main" id="{2D8552D2-3ACF-424D-3707-FF3077F300BB}"/>
              </a:ext>
            </a:extLst>
          </p:cNvPr>
          <p:cNvSpPr/>
          <p:nvPr/>
        </p:nvSpPr>
        <p:spPr>
          <a:xfrm>
            <a:off x="1846851" y="2448455"/>
            <a:ext cx="3293153" cy="3293153"/>
          </a:xfrm>
          <a:prstGeom prst="donut">
            <a:avLst>
              <a:gd name="adj" fmla="val 16014"/>
            </a:avLst>
          </a:prstGeom>
          <a:solidFill>
            <a:srgbClr val="D61A3B"/>
          </a:solidFill>
          <a:ln>
            <a:noFill/>
          </a:ln>
          <a:effectLst/>
          <a:scene3d>
            <a:camera prst="isometricOffAxis1Top"/>
            <a:lightRig rig="threePt" dir="t">
              <a:rot lat="0" lon="0" rev="0"/>
            </a:lightRig>
          </a:scene3d>
          <a:sp3d extrusionH="381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tx1"/>
              </a:solidFill>
            </a:endParaRPr>
          </a:p>
        </p:txBody>
      </p:sp>
      <p:sp>
        <p:nvSpPr>
          <p:cNvPr id="23" name="Circle: Hollow 22">
            <a:extLst>
              <a:ext uri="{FF2B5EF4-FFF2-40B4-BE49-F238E27FC236}">
                <a16:creationId xmlns:a16="http://schemas.microsoft.com/office/drawing/2014/main" id="{9A034E9C-5BDC-ED21-4093-8B5E9EB4AED3}"/>
              </a:ext>
            </a:extLst>
          </p:cNvPr>
          <p:cNvSpPr/>
          <p:nvPr/>
        </p:nvSpPr>
        <p:spPr>
          <a:xfrm>
            <a:off x="1848204" y="1725949"/>
            <a:ext cx="3293153" cy="3293153"/>
          </a:xfrm>
          <a:prstGeom prst="donut">
            <a:avLst>
              <a:gd name="adj" fmla="val 16014"/>
            </a:avLst>
          </a:prstGeom>
          <a:solidFill>
            <a:srgbClr val="3B3838"/>
          </a:solidFill>
          <a:ln>
            <a:noFill/>
          </a:ln>
          <a:effectLst/>
          <a:scene3d>
            <a:camera prst="isometricOffAxis1Top"/>
            <a:lightRig rig="threePt" dir="t">
              <a:rot lat="0" lon="0" rev="0"/>
            </a:lightRig>
          </a:scene3d>
          <a:sp3d extrusionH="381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tx1"/>
              </a:solidFill>
            </a:endParaRPr>
          </a:p>
        </p:txBody>
      </p:sp>
      <p:grpSp>
        <p:nvGrpSpPr>
          <p:cNvPr id="24" name="Group 23">
            <a:extLst>
              <a:ext uri="{FF2B5EF4-FFF2-40B4-BE49-F238E27FC236}">
                <a16:creationId xmlns:a16="http://schemas.microsoft.com/office/drawing/2014/main" id="{53963535-BE5A-3D19-7CD3-8E3ADE522B92}"/>
              </a:ext>
            </a:extLst>
          </p:cNvPr>
          <p:cNvGrpSpPr/>
          <p:nvPr/>
        </p:nvGrpSpPr>
        <p:grpSpPr>
          <a:xfrm>
            <a:off x="5628217" y="2264089"/>
            <a:ext cx="4716931" cy="584775"/>
            <a:chOff x="6203605" y="3073038"/>
            <a:chExt cx="4716931" cy="584775"/>
          </a:xfrm>
        </p:grpSpPr>
        <p:sp>
          <p:nvSpPr>
            <p:cNvPr id="25" name="TextBox 24">
              <a:extLst>
                <a:ext uri="{FF2B5EF4-FFF2-40B4-BE49-F238E27FC236}">
                  <a16:creationId xmlns:a16="http://schemas.microsoft.com/office/drawing/2014/main" id="{861707F0-AB9D-0D90-2344-4091B1B8E471}"/>
                </a:ext>
              </a:extLst>
            </p:cNvPr>
            <p:cNvSpPr txBox="1"/>
            <p:nvPr/>
          </p:nvSpPr>
          <p:spPr>
            <a:xfrm>
              <a:off x="6456040" y="3073038"/>
              <a:ext cx="4464496" cy="584775"/>
            </a:xfrm>
            <a:prstGeom prst="rect">
              <a:avLst/>
            </a:prstGeom>
            <a:noFill/>
          </p:spPr>
          <p:txBody>
            <a:bodyPr wrap="square" rtlCol="0">
              <a:spAutoFit/>
            </a:bodyPr>
            <a:lstStyle/>
            <a:p>
              <a:r>
                <a:rPr lang="en-US" sz="1600" dirty="0">
                  <a:latin typeface="Century Gothic" panose="020B0502020202020204" pitchFamily="34" charset="0"/>
                </a:rPr>
                <a:t>Make it easy for the reader to identify all items or steps in a process,</a:t>
              </a:r>
              <a:endParaRPr lang="en-MY" sz="1600" b="1" dirty="0">
                <a:latin typeface="Century Gothic" panose="020B0502020202020204" pitchFamily="34" charset="0"/>
              </a:endParaRPr>
            </a:p>
          </p:txBody>
        </p:sp>
        <p:sp>
          <p:nvSpPr>
            <p:cNvPr id="26" name="Oval 25">
              <a:extLst>
                <a:ext uri="{FF2B5EF4-FFF2-40B4-BE49-F238E27FC236}">
                  <a16:creationId xmlns:a16="http://schemas.microsoft.com/office/drawing/2014/main" id="{D8D6809D-5A06-31E0-E3F5-82B8C1D5703A}"/>
                </a:ext>
              </a:extLst>
            </p:cNvPr>
            <p:cNvSpPr/>
            <p:nvPr/>
          </p:nvSpPr>
          <p:spPr>
            <a:xfrm>
              <a:off x="6203605" y="3257404"/>
              <a:ext cx="196994" cy="196994"/>
            </a:xfrm>
            <a:prstGeom prst="ellipse">
              <a:avLst/>
            </a:prstGeom>
            <a:solidFill>
              <a:srgbClr val="AFABAB"/>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27" name="Group 26">
            <a:extLst>
              <a:ext uri="{FF2B5EF4-FFF2-40B4-BE49-F238E27FC236}">
                <a16:creationId xmlns:a16="http://schemas.microsoft.com/office/drawing/2014/main" id="{4B83FA43-81BB-B22A-8F65-DFABD4CF0B70}"/>
              </a:ext>
            </a:extLst>
          </p:cNvPr>
          <p:cNvGrpSpPr/>
          <p:nvPr/>
        </p:nvGrpSpPr>
        <p:grpSpPr>
          <a:xfrm>
            <a:off x="5621990" y="3137050"/>
            <a:ext cx="4507134" cy="338554"/>
            <a:chOff x="6197378" y="3934564"/>
            <a:chExt cx="4507134" cy="338554"/>
          </a:xfrm>
        </p:grpSpPr>
        <p:sp>
          <p:nvSpPr>
            <p:cNvPr id="28" name="TextBox 27">
              <a:extLst>
                <a:ext uri="{FF2B5EF4-FFF2-40B4-BE49-F238E27FC236}">
                  <a16:creationId xmlns:a16="http://schemas.microsoft.com/office/drawing/2014/main" id="{42A48D05-C42A-A561-8CC2-287062B632F0}"/>
                </a:ext>
              </a:extLst>
            </p:cNvPr>
            <p:cNvSpPr txBox="1"/>
            <p:nvPr/>
          </p:nvSpPr>
          <p:spPr>
            <a:xfrm>
              <a:off x="6456040" y="3934564"/>
              <a:ext cx="4248472" cy="338554"/>
            </a:xfrm>
            <a:prstGeom prst="rect">
              <a:avLst/>
            </a:prstGeom>
            <a:noFill/>
          </p:spPr>
          <p:txBody>
            <a:bodyPr wrap="square" rtlCol="0">
              <a:spAutoFit/>
            </a:bodyPr>
            <a:lstStyle/>
            <a:p>
              <a:pPr eaLnBrk="1" hangingPunct="1">
                <a:defRPr/>
              </a:pPr>
              <a:r>
                <a:rPr lang="en-US" sz="1600" dirty="0">
                  <a:latin typeface="Century Gothic" panose="020B0502020202020204" pitchFamily="34" charset="0"/>
                </a:rPr>
                <a:t>Add blank space for easy reading, and</a:t>
              </a:r>
            </a:p>
          </p:txBody>
        </p:sp>
        <p:sp>
          <p:nvSpPr>
            <p:cNvPr id="29" name="Oval 28">
              <a:extLst>
                <a:ext uri="{FF2B5EF4-FFF2-40B4-BE49-F238E27FC236}">
                  <a16:creationId xmlns:a16="http://schemas.microsoft.com/office/drawing/2014/main" id="{EBE36E75-1653-F8FD-E362-2BE6847B2894}"/>
                </a:ext>
              </a:extLst>
            </p:cNvPr>
            <p:cNvSpPr/>
            <p:nvPr/>
          </p:nvSpPr>
          <p:spPr>
            <a:xfrm>
              <a:off x="6197378" y="4043164"/>
              <a:ext cx="196994" cy="196994"/>
            </a:xfrm>
            <a:prstGeom prst="ellipse">
              <a:avLst/>
            </a:prstGeom>
            <a:solidFill>
              <a:srgbClr val="3B3838"/>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30" name="Circle: Hollow 29">
            <a:extLst>
              <a:ext uri="{FF2B5EF4-FFF2-40B4-BE49-F238E27FC236}">
                <a16:creationId xmlns:a16="http://schemas.microsoft.com/office/drawing/2014/main" id="{1EECEED5-4F6B-4B06-282A-41D9D6B949DE}"/>
              </a:ext>
            </a:extLst>
          </p:cNvPr>
          <p:cNvSpPr/>
          <p:nvPr/>
        </p:nvSpPr>
        <p:spPr>
          <a:xfrm>
            <a:off x="1848205" y="973474"/>
            <a:ext cx="3293153" cy="3293153"/>
          </a:xfrm>
          <a:prstGeom prst="donut">
            <a:avLst>
              <a:gd name="adj" fmla="val 16014"/>
            </a:avLst>
          </a:prstGeom>
          <a:solidFill>
            <a:srgbClr val="AFABAB"/>
          </a:solidFill>
          <a:ln>
            <a:noFill/>
          </a:ln>
          <a:effectLst/>
          <a:scene3d>
            <a:camera prst="isometricOffAxis1Top"/>
            <a:lightRig rig="threePt" dir="t">
              <a:rot lat="0" lon="0" rev="0"/>
            </a:lightRig>
          </a:scene3d>
          <a:sp3d extrusionH="381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tx1"/>
              </a:solidFill>
            </a:endParaRPr>
          </a:p>
        </p:txBody>
      </p:sp>
      <p:grpSp>
        <p:nvGrpSpPr>
          <p:cNvPr id="31" name="Group 30">
            <a:extLst>
              <a:ext uri="{FF2B5EF4-FFF2-40B4-BE49-F238E27FC236}">
                <a16:creationId xmlns:a16="http://schemas.microsoft.com/office/drawing/2014/main" id="{B2F1C38E-D071-3E63-3D33-1F4A36EBDB13}"/>
              </a:ext>
            </a:extLst>
          </p:cNvPr>
          <p:cNvGrpSpPr/>
          <p:nvPr/>
        </p:nvGrpSpPr>
        <p:grpSpPr>
          <a:xfrm>
            <a:off x="5621990" y="3745112"/>
            <a:ext cx="4721805" cy="584775"/>
            <a:chOff x="6197378" y="3847691"/>
            <a:chExt cx="4721805" cy="584775"/>
          </a:xfrm>
        </p:grpSpPr>
        <p:sp>
          <p:nvSpPr>
            <p:cNvPr id="32" name="TextBox 31">
              <a:extLst>
                <a:ext uri="{FF2B5EF4-FFF2-40B4-BE49-F238E27FC236}">
                  <a16:creationId xmlns:a16="http://schemas.microsoft.com/office/drawing/2014/main" id="{36DEFE5B-0012-2081-F8A8-B1CACF67B788}"/>
                </a:ext>
              </a:extLst>
            </p:cNvPr>
            <p:cNvSpPr txBox="1"/>
            <p:nvPr/>
          </p:nvSpPr>
          <p:spPr>
            <a:xfrm>
              <a:off x="6454687" y="3847691"/>
              <a:ext cx="4464496" cy="584775"/>
            </a:xfrm>
            <a:prstGeom prst="rect">
              <a:avLst/>
            </a:prstGeom>
            <a:noFill/>
          </p:spPr>
          <p:txBody>
            <a:bodyPr wrap="square" rtlCol="0">
              <a:spAutoFit/>
            </a:bodyPr>
            <a:lstStyle/>
            <a:p>
              <a:pPr eaLnBrk="1" hangingPunct="1">
                <a:defRPr/>
              </a:pPr>
              <a:r>
                <a:rPr lang="en-US" sz="1600" dirty="0">
                  <a:latin typeface="Century Gothic" panose="020B0502020202020204" pitchFamily="34" charset="0"/>
                </a:rPr>
                <a:t>Help the reader see the structure of your document.</a:t>
              </a:r>
            </a:p>
          </p:txBody>
        </p:sp>
        <p:sp>
          <p:nvSpPr>
            <p:cNvPr id="33" name="Oval 32">
              <a:extLst>
                <a:ext uri="{FF2B5EF4-FFF2-40B4-BE49-F238E27FC236}">
                  <a16:creationId xmlns:a16="http://schemas.microsoft.com/office/drawing/2014/main" id="{EDBE2A3C-658B-3353-5F8E-5BD671D412F1}"/>
                </a:ext>
              </a:extLst>
            </p:cNvPr>
            <p:cNvSpPr/>
            <p:nvPr/>
          </p:nvSpPr>
          <p:spPr>
            <a:xfrm>
              <a:off x="6197378" y="4043164"/>
              <a:ext cx="196994" cy="196994"/>
            </a:xfrm>
            <a:prstGeom prst="ellipse">
              <a:avLst/>
            </a:prstGeom>
            <a:solidFill>
              <a:srgbClr val="D61A3B"/>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Tree>
    <p:extLst>
      <p:ext uri="{BB962C8B-B14F-4D97-AF65-F5344CB8AC3E}">
        <p14:creationId xmlns:p14="http://schemas.microsoft.com/office/powerpoint/2010/main" val="1537944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anim calcmode="lin" valueType="num">
                                      <p:cBhvr>
                                        <p:cTn id="8" dur="500" fill="hold"/>
                                        <p:tgtEl>
                                          <p:spTgt spid="30"/>
                                        </p:tgtEl>
                                        <p:attrNameLst>
                                          <p:attrName>ppt_x</p:attrName>
                                        </p:attrNameLst>
                                      </p:cBhvr>
                                      <p:tavLst>
                                        <p:tav tm="0">
                                          <p:val>
                                            <p:strVal val="#ppt_x"/>
                                          </p:val>
                                        </p:tav>
                                        <p:tav tm="100000">
                                          <p:val>
                                            <p:strVal val="#ppt_x"/>
                                          </p:val>
                                        </p:tav>
                                      </p:tavLst>
                                    </p:anim>
                                    <p:anim calcmode="lin" valueType="num">
                                      <p:cBhvr>
                                        <p:cTn id="9" dur="5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25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anim calcmode="lin" valueType="num">
                                      <p:cBhvr>
                                        <p:cTn id="19" dur="500" fill="hold"/>
                                        <p:tgtEl>
                                          <p:spTgt spid="23"/>
                                        </p:tgtEl>
                                        <p:attrNameLst>
                                          <p:attrName>ppt_x</p:attrName>
                                        </p:attrNameLst>
                                      </p:cBhvr>
                                      <p:tavLst>
                                        <p:tav tm="0">
                                          <p:val>
                                            <p:strVal val="#ppt_x"/>
                                          </p:val>
                                        </p:tav>
                                        <p:tav tm="100000">
                                          <p:val>
                                            <p:strVal val="#ppt_x"/>
                                          </p:val>
                                        </p:tav>
                                      </p:tavLst>
                                    </p:anim>
                                    <p:anim calcmode="lin" valueType="num">
                                      <p:cBhvr>
                                        <p:cTn id="20" dur="500" fill="hold"/>
                                        <p:tgtEl>
                                          <p:spTgt spid="23"/>
                                        </p:tgtEl>
                                        <p:attrNameLst>
                                          <p:attrName>ppt_y</p:attrName>
                                        </p:attrNameLst>
                                      </p:cBhvr>
                                      <p:tavLst>
                                        <p:tav tm="0">
                                          <p:val>
                                            <p:strVal val="#ppt_y+.1"/>
                                          </p:val>
                                        </p:tav>
                                        <p:tav tm="100000">
                                          <p:val>
                                            <p:strVal val="#ppt_y"/>
                                          </p:val>
                                        </p:tav>
                                      </p:tavLst>
                                    </p:anim>
                                  </p:childTnLst>
                                </p:cTn>
                              </p:par>
                            </p:childTnLst>
                          </p:cTn>
                        </p:par>
                        <p:par>
                          <p:cTn id="21" fill="hold">
                            <p:stCondLst>
                              <p:cond delay="500"/>
                            </p:stCondLst>
                            <p:childTnLst>
                              <p:par>
                                <p:cTn id="22" presetID="10" presetClass="entr" presetSubtype="0" fill="hold" nodeType="afterEffect">
                                  <p:stCondLst>
                                    <p:cond delay="25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anim calcmode="lin" valueType="num">
                                      <p:cBhvr>
                                        <p:cTn id="30" dur="500" fill="hold"/>
                                        <p:tgtEl>
                                          <p:spTgt spid="22"/>
                                        </p:tgtEl>
                                        <p:attrNameLst>
                                          <p:attrName>ppt_x</p:attrName>
                                        </p:attrNameLst>
                                      </p:cBhvr>
                                      <p:tavLst>
                                        <p:tav tm="0">
                                          <p:val>
                                            <p:strVal val="#ppt_x"/>
                                          </p:val>
                                        </p:tav>
                                        <p:tav tm="100000">
                                          <p:val>
                                            <p:strVal val="#ppt_x"/>
                                          </p:val>
                                        </p:tav>
                                      </p:tavLst>
                                    </p:anim>
                                    <p:anim calcmode="lin" valueType="num">
                                      <p:cBhvr>
                                        <p:cTn id="31" dur="500" fill="hold"/>
                                        <p:tgtEl>
                                          <p:spTgt spid="22"/>
                                        </p:tgtEl>
                                        <p:attrNameLst>
                                          <p:attrName>ppt_y</p:attrName>
                                        </p:attrNameLst>
                                      </p:cBhvr>
                                      <p:tavLst>
                                        <p:tav tm="0">
                                          <p:val>
                                            <p:strVal val="#ppt_y+.1"/>
                                          </p:val>
                                        </p:tav>
                                        <p:tav tm="100000">
                                          <p:val>
                                            <p:strVal val="#ppt_y"/>
                                          </p:val>
                                        </p:tav>
                                      </p:tavLst>
                                    </p:anim>
                                  </p:childTnLst>
                                </p:cTn>
                              </p:par>
                            </p:childTnLst>
                          </p:cTn>
                        </p:par>
                        <p:par>
                          <p:cTn id="32" fill="hold">
                            <p:stCondLst>
                              <p:cond delay="500"/>
                            </p:stCondLst>
                            <p:childTnLst>
                              <p:par>
                                <p:cTn id="33" presetID="10" presetClass="entr" presetSubtype="0" fill="hold" nodeType="afterEffect">
                                  <p:stCondLst>
                                    <p:cond delay="25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9246F-D365-C968-F74C-B9602BF6B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5CF0F-47CA-CB42-8E6D-3957E7790070}"/>
              </a:ext>
            </a:extLst>
          </p:cNvPr>
          <p:cNvSpPr>
            <a:spLocks noGrp="1"/>
          </p:cNvSpPr>
          <p:nvPr>
            <p:ph type="title"/>
          </p:nvPr>
        </p:nvSpPr>
        <p:spPr>
          <a:xfrm>
            <a:off x="723891" y="103460"/>
            <a:ext cx="11038618" cy="904458"/>
          </a:xfrm>
        </p:spPr>
        <p:txBody>
          <a:bodyPr>
            <a:normAutofit/>
          </a:bodyPr>
          <a:lstStyle/>
          <a:p>
            <a:pPr marL="1797050" indent="-1797050"/>
            <a:r>
              <a:rPr lang="en-MY" dirty="0"/>
              <a:t>PAX 01.03   HANDLING CHALLENGING SITUATIONS AND  HANDLING UNRULY PASSENGERS </a:t>
            </a:r>
          </a:p>
        </p:txBody>
      </p:sp>
      <p:sp>
        <p:nvSpPr>
          <p:cNvPr id="4" name="Slide Number Placeholder 3">
            <a:extLst>
              <a:ext uri="{FF2B5EF4-FFF2-40B4-BE49-F238E27FC236}">
                <a16:creationId xmlns:a16="http://schemas.microsoft.com/office/drawing/2014/main" id="{993D44DD-8815-5CD8-1F8C-FBB8CE1CFDEC}"/>
              </a:ext>
            </a:extLst>
          </p:cNvPr>
          <p:cNvSpPr>
            <a:spLocks noGrp="1"/>
          </p:cNvSpPr>
          <p:nvPr>
            <p:ph type="sldNum" sz="quarter" idx="4"/>
          </p:nvPr>
        </p:nvSpPr>
        <p:spPr/>
        <p:txBody>
          <a:bodyPr/>
          <a:lstStyle/>
          <a:p>
            <a:pPr algn="l"/>
            <a:r>
              <a:rPr lang="en-US"/>
              <a:t>Confidential | </a:t>
            </a:r>
            <a:fld id="{88EECB08-E67B-024D-A5B3-4144FD2F1B42}" type="slidenum">
              <a:rPr lang="en-US" smtClean="0"/>
              <a:pPr algn="l"/>
              <a:t>30</a:t>
            </a:fld>
            <a:endParaRPr lang="en-US" dirty="0"/>
          </a:p>
        </p:txBody>
      </p:sp>
      <p:pic>
        <p:nvPicPr>
          <p:cNvPr id="11" name="Picture 10" descr="A blue and black rectangle&#10;&#10;AI-generated content may be incorrect.">
            <a:extLst>
              <a:ext uri="{FF2B5EF4-FFF2-40B4-BE49-F238E27FC236}">
                <a16:creationId xmlns:a16="http://schemas.microsoft.com/office/drawing/2014/main" id="{F05ED7B2-6DDF-1F35-8617-A38328A8FA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3169113" y="3464648"/>
            <a:ext cx="5036269" cy="775728"/>
          </a:xfrm>
          <a:prstGeom prst="rect">
            <a:avLst/>
          </a:prstGeom>
        </p:spPr>
      </p:pic>
      <p:grpSp>
        <p:nvGrpSpPr>
          <p:cNvPr id="12" name="Group 11">
            <a:extLst>
              <a:ext uri="{FF2B5EF4-FFF2-40B4-BE49-F238E27FC236}">
                <a16:creationId xmlns:a16="http://schemas.microsoft.com/office/drawing/2014/main" id="{A8EB918E-95CE-8E73-7306-E1949D968525}"/>
              </a:ext>
            </a:extLst>
          </p:cNvPr>
          <p:cNvGrpSpPr/>
          <p:nvPr/>
        </p:nvGrpSpPr>
        <p:grpSpPr>
          <a:xfrm>
            <a:off x="4331256" y="2638694"/>
            <a:ext cx="3521868" cy="3297786"/>
            <a:chOff x="4331256" y="2638694"/>
            <a:chExt cx="3521868" cy="3297786"/>
          </a:xfrm>
        </p:grpSpPr>
        <p:grpSp>
          <p:nvGrpSpPr>
            <p:cNvPr id="10" name="Group 9">
              <a:extLst>
                <a:ext uri="{FF2B5EF4-FFF2-40B4-BE49-F238E27FC236}">
                  <a16:creationId xmlns:a16="http://schemas.microsoft.com/office/drawing/2014/main" id="{16C8BD93-9745-924D-5CCE-1090083985A5}"/>
                </a:ext>
              </a:extLst>
            </p:cNvPr>
            <p:cNvGrpSpPr/>
            <p:nvPr/>
          </p:nvGrpSpPr>
          <p:grpSpPr>
            <a:xfrm>
              <a:off x="4471303" y="2638694"/>
              <a:ext cx="3381821" cy="3297786"/>
              <a:chOff x="4471303" y="2638694"/>
              <a:chExt cx="3381821" cy="3297786"/>
            </a:xfrm>
          </p:grpSpPr>
          <p:sp>
            <p:nvSpPr>
              <p:cNvPr id="30" name="Freeform: Shape 29">
                <a:extLst>
                  <a:ext uri="{FF2B5EF4-FFF2-40B4-BE49-F238E27FC236}">
                    <a16:creationId xmlns:a16="http://schemas.microsoft.com/office/drawing/2014/main" id="{6012360C-3F04-7D46-A1B1-C1F1ED117D62}"/>
                  </a:ext>
                </a:extLst>
              </p:cNvPr>
              <p:cNvSpPr/>
              <p:nvPr/>
            </p:nvSpPr>
            <p:spPr>
              <a:xfrm>
                <a:off x="5144057" y="2638694"/>
                <a:ext cx="1091082" cy="1393902"/>
              </a:xfrm>
              <a:custGeom>
                <a:avLst/>
                <a:gdLst>
                  <a:gd name="csX0" fmla="*/ 951942 w 1091082"/>
                  <a:gd name="csY0" fmla="*/ 0 h 1393902"/>
                  <a:gd name="csX1" fmla="*/ 978228 w 1091082"/>
                  <a:gd name="csY1" fmla="*/ 1327 h 1393902"/>
                  <a:gd name="csX2" fmla="*/ 1016274 w 1091082"/>
                  <a:gd name="csY2" fmla="*/ 71421 h 1393902"/>
                  <a:gd name="csX3" fmla="*/ 1091082 w 1091082"/>
                  <a:gd name="csY3" fmla="*/ 441960 h 1393902"/>
                  <a:gd name="csX4" fmla="*/ 139140 w 1091082"/>
                  <a:gd name="csY4" fmla="*/ 1393902 h 1393902"/>
                  <a:gd name="csX5" fmla="*/ 112854 w 1091082"/>
                  <a:gd name="csY5" fmla="*/ 1392575 h 1393902"/>
                  <a:gd name="csX6" fmla="*/ 74809 w 1091082"/>
                  <a:gd name="csY6" fmla="*/ 1322481 h 1393902"/>
                  <a:gd name="csX7" fmla="*/ 0 w 1091082"/>
                  <a:gd name="csY7" fmla="*/ 951942 h 1393902"/>
                  <a:gd name="csX8" fmla="*/ 951942 w 1091082"/>
                  <a:gd name="csY8" fmla="*/ 0 h 13939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91082" h="1393902">
                    <a:moveTo>
                      <a:pt x="951942" y="0"/>
                    </a:moveTo>
                    <a:lnTo>
                      <a:pt x="978228" y="1327"/>
                    </a:lnTo>
                    <a:lnTo>
                      <a:pt x="1016274" y="71421"/>
                    </a:lnTo>
                    <a:cubicBezTo>
                      <a:pt x="1064445" y="185310"/>
                      <a:pt x="1091082" y="310524"/>
                      <a:pt x="1091082" y="441960"/>
                    </a:cubicBezTo>
                    <a:cubicBezTo>
                      <a:pt x="1091082" y="967703"/>
                      <a:pt x="664883" y="1393902"/>
                      <a:pt x="139140" y="1393902"/>
                    </a:cubicBezTo>
                    <a:lnTo>
                      <a:pt x="112854" y="1392575"/>
                    </a:lnTo>
                    <a:lnTo>
                      <a:pt x="74809" y="1322481"/>
                    </a:lnTo>
                    <a:cubicBezTo>
                      <a:pt x="26638" y="1208592"/>
                      <a:pt x="0" y="1083378"/>
                      <a:pt x="0" y="951942"/>
                    </a:cubicBezTo>
                    <a:cubicBezTo>
                      <a:pt x="0" y="426199"/>
                      <a:pt x="426199" y="0"/>
                      <a:pt x="951942" y="0"/>
                    </a:cubicBezTo>
                    <a:close/>
                  </a:path>
                </a:pathLst>
              </a:custGeom>
              <a:solidFill>
                <a:srgbClr val="82A7C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2" name="Freeform: Shape 31">
                <a:extLst>
                  <a:ext uri="{FF2B5EF4-FFF2-40B4-BE49-F238E27FC236}">
                    <a16:creationId xmlns:a16="http://schemas.microsoft.com/office/drawing/2014/main" id="{E3CC7973-9077-EBA3-0A4A-0E36AFBF3D59}"/>
                  </a:ext>
                </a:extLst>
              </p:cNvPr>
              <p:cNvSpPr/>
              <p:nvPr/>
            </p:nvSpPr>
            <p:spPr>
              <a:xfrm>
                <a:off x="4471303" y="5022904"/>
                <a:ext cx="1623791" cy="913576"/>
              </a:xfrm>
              <a:custGeom>
                <a:avLst/>
                <a:gdLst>
                  <a:gd name="csX0" fmla="*/ 811895 w 1623791"/>
                  <a:gd name="csY0" fmla="*/ 0 h 913576"/>
                  <a:gd name="csX1" fmla="*/ 1601261 w 1623791"/>
                  <a:gd name="csY1" fmla="*/ 419703 h 913576"/>
                  <a:gd name="csX2" fmla="*/ 1623791 w 1623791"/>
                  <a:gd name="csY2" fmla="*/ 456789 h 913576"/>
                  <a:gd name="csX3" fmla="*/ 1601261 w 1623791"/>
                  <a:gd name="csY3" fmla="*/ 493874 h 913576"/>
                  <a:gd name="csX4" fmla="*/ 811896 w 1623791"/>
                  <a:gd name="csY4" fmla="*/ 913576 h 913576"/>
                  <a:gd name="csX5" fmla="*/ 22531 w 1623791"/>
                  <a:gd name="csY5" fmla="*/ 493874 h 913576"/>
                  <a:gd name="csX6" fmla="*/ 0 w 1623791"/>
                  <a:gd name="csY6" fmla="*/ 456787 h 913576"/>
                  <a:gd name="csX7" fmla="*/ 22530 w 1623791"/>
                  <a:gd name="csY7" fmla="*/ 419703 h 913576"/>
                  <a:gd name="csX8" fmla="*/ 811895 w 1623791"/>
                  <a:gd name="csY8" fmla="*/ 0 h 913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23791" h="913576">
                    <a:moveTo>
                      <a:pt x="811895" y="0"/>
                    </a:moveTo>
                    <a:cubicBezTo>
                      <a:pt x="1140485" y="0"/>
                      <a:pt x="1430190" y="166484"/>
                      <a:pt x="1601261" y="419703"/>
                    </a:cubicBezTo>
                    <a:lnTo>
                      <a:pt x="1623791" y="456789"/>
                    </a:lnTo>
                    <a:lnTo>
                      <a:pt x="1601261" y="493874"/>
                    </a:lnTo>
                    <a:cubicBezTo>
                      <a:pt x="1430191" y="747092"/>
                      <a:pt x="1140486" y="913576"/>
                      <a:pt x="811896" y="913576"/>
                    </a:cubicBezTo>
                    <a:cubicBezTo>
                      <a:pt x="483307" y="913576"/>
                      <a:pt x="193602" y="747092"/>
                      <a:pt x="22531" y="493874"/>
                    </a:cubicBezTo>
                    <a:lnTo>
                      <a:pt x="0" y="456787"/>
                    </a:lnTo>
                    <a:lnTo>
                      <a:pt x="22530" y="419703"/>
                    </a:lnTo>
                    <a:cubicBezTo>
                      <a:pt x="193601" y="166484"/>
                      <a:pt x="483306" y="0"/>
                      <a:pt x="811895" y="0"/>
                    </a:cubicBezTo>
                    <a:close/>
                  </a:path>
                </a:pathLst>
              </a:custGeom>
              <a:solidFill>
                <a:srgbClr val="1E88C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5" name="Freeform: Shape 34">
                <a:extLst>
                  <a:ext uri="{FF2B5EF4-FFF2-40B4-BE49-F238E27FC236}">
                    <a16:creationId xmlns:a16="http://schemas.microsoft.com/office/drawing/2014/main" id="{93F16B39-40FE-B762-A2E6-864BD83B74A8}"/>
                  </a:ext>
                </a:extLst>
              </p:cNvPr>
              <p:cNvSpPr/>
              <p:nvPr/>
            </p:nvSpPr>
            <p:spPr>
              <a:xfrm>
                <a:off x="6784421" y="4041789"/>
                <a:ext cx="1068703" cy="1455582"/>
              </a:xfrm>
              <a:custGeom>
                <a:avLst/>
                <a:gdLst>
                  <a:gd name="csX0" fmla="*/ 147907 w 1068703"/>
                  <a:gd name="csY0" fmla="*/ 0 h 1455582"/>
                  <a:gd name="csX1" fmla="*/ 214092 w 1068703"/>
                  <a:gd name="csY1" fmla="*/ 3342 h 1455582"/>
                  <a:gd name="csX2" fmla="*/ 1068703 w 1068703"/>
                  <a:gd name="csY2" fmla="*/ 950369 h 1455582"/>
                  <a:gd name="csX3" fmla="*/ 993895 w 1068703"/>
                  <a:gd name="csY3" fmla="*/ 1320908 h 1455582"/>
                  <a:gd name="csX4" fmla="*/ 920797 w 1068703"/>
                  <a:gd name="csY4" fmla="*/ 1455582 h 1455582"/>
                  <a:gd name="csX5" fmla="*/ 854612 w 1068703"/>
                  <a:gd name="csY5" fmla="*/ 1452239 h 1455582"/>
                  <a:gd name="csX6" fmla="*/ 0 w 1068703"/>
                  <a:gd name="csY6" fmla="*/ 505212 h 1455582"/>
                  <a:gd name="csX7" fmla="*/ 74809 w 1068703"/>
                  <a:gd name="csY7" fmla="*/ 134673 h 1455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68703" h="1455582">
                    <a:moveTo>
                      <a:pt x="147907" y="0"/>
                    </a:moveTo>
                    <a:lnTo>
                      <a:pt x="214092" y="3342"/>
                    </a:lnTo>
                    <a:cubicBezTo>
                      <a:pt x="694114" y="52091"/>
                      <a:pt x="1068703" y="457485"/>
                      <a:pt x="1068703" y="950369"/>
                    </a:cubicBezTo>
                    <a:cubicBezTo>
                      <a:pt x="1068703" y="1081805"/>
                      <a:pt x="1042066" y="1207019"/>
                      <a:pt x="993895" y="1320908"/>
                    </a:cubicBezTo>
                    <a:lnTo>
                      <a:pt x="920797" y="1455582"/>
                    </a:lnTo>
                    <a:lnTo>
                      <a:pt x="854612" y="1452239"/>
                    </a:lnTo>
                    <a:cubicBezTo>
                      <a:pt x="374589" y="1403491"/>
                      <a:pt x="0" y="998096"/>
                      <a:pt x="0" y="505212"/>
                    </a:cubicBezTo>
                    <a:cubicBezTo>
                      <a:pt x="0" y="373776"/>
                      <a:pt x="26638" y="248562"/>
                      <a:pt x="74809" y="134673"/>
                    </a:cubicBezTo>
                    <a:close/>
                  </a:path>
                </a:pathLst>
              </a:custGeom>
              <a:solidFill>
                <a:srgbClr val="8B1B5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dirty="0"/>
              </a:p>
            </p:txBody>
          </p:sp>
        </p:grpSp>
        <p:sp>
          <p:nvSpPr>
            <p:cNvPr id="36" name="Freeform: Shape 35">
              <a:extLst>
                <a:ext uri="{FF2B5EF4-FFF2-40B4-BE49-F238E27FC236}">
                  <a16:creationId xmlns:a16="http://schemas.microsoft.com/office/drawing/2014/main" id="{E94FED73-F561-70E2-FCE4-B57A9B4A44AE}"/>
                </a:ext>
              </a:extLst>
            </p:cNvPr>
            <p:cNvSpPr/>
            <p:nvPr/>
          </p:nvSpPr>
          <p:spPr>
            <a:xfrm>
              <a:off x="4331256" y="2640022"/>
              <a:ext cx="3381581" cy="3296458"/>
            </a:xfrm>
            <a:custGeom>
              <a:avLst/>
              <a:gdLst>
                <a:gd name="csX0" fmla="*/ 1791029 w 3381581"/>
                <a:gd name="csY0" fmla="*/ 0 h 3296458"/>
                <a:gd name="csX1" fmla="*/ 1862074 w 3381581"/>
                <a:gd name="csY1" fmla="*/ 3588 h 3296458"/>
                <a:gd name="csX2" fmla="*/ 2716685 w 3381581"/>
                <a:gd name="csY2" fmla="*/ 950615 h 3296458"/>
                <a:gd name="csX3" fmla="*/ 2641877 w 3381581"/>
                <a:gd name="csY3" fmla="*/ 1321154 h 3296458"/>
                <a:gd name="csX4" fmla="*/ 2606761 w 3381581"/>
                <a:gd name="csY4" fmla="*/ 1394050 h 3296458"/>
                <a:gd name="csX5" fmla="*/ 2608691 w 3381581"/>
                <a:gd name="csY5" fmla="*/ 1394147 h 3296458"/>
                <a:gd name="csX6" fmla="*/ 2535593 w 3381581"/>
                <a:gd name="csY6" fmla="*/ 1528820 h 3296458"/>
                <a:gd name="csX7" fmla="*/ 2460784 w 3381581"/>
                <a:gd name="csY7" fmla="*/ 1899359 h 3296458"/>
                <a:gd name="csX8" fmla="*/ 3315396 w 3381581"/>
                <a:gd name="csY8" fmla="*/ 2846386 h 3296458"/>
                <a:gd name="csX9" fmla="*/ 3381581 w 3381581"/>
                <a:gd name="csY9" fmla="*/ 2849729 h 3296458"/>
                <a:gd name="csX10" fmla="*/ 3366910 w 3381581"/>
                <a:gd name="csY10" fmla="*/ 2876756 h 3296458"/>
                <a:gd name="csX11" fmla="*/ 2577545 w 3381581"/>
                <a:gd name="csY11" fmla="*/ 3296458 h 3296458"/>
                <a:gd name="csX12" fmla="*/ 1788180 w 3381581"/>
                <a:gd name="csY12" fmla="*/ 2876756 h 3296458"/>
                <a:gd name="csX13" fmla="*/ 1764744 w 3381581"/>
                <a:gd name="csY13" fmla="*/ 2838179 h 3296458"/>
                <a:gd name="csX14" fmla="*/ 1763837 w 3381581"/>
                <a:gd name="csY14" fmla="*/ 2839672 h 3296458"/>
                <a:gd name="csX15" fmla="*/ 1741307 w 3381581"/>
                <a:gd name="csY15" fmla="*/ 2802586 h 3296458"/>
                <a:gd name="csX16" fmla="*/ 951941 w 3381581"/>
                <a:gd name="csY16" fmla="*/ 2382883 h 3296458"/>
                <a:gd name="csX17" fmla="*/ 162576 w 3381581"/>
                <a:gd name="csY17" fmla="*/ 2802586 h 3296458"/>
                <a:gd name="csX18" fmla="*/ 140046 w 3381581"/>
                <a:gd name="csY18" fmla="*/ 2839670 h 3296458"/>
                <a:gd name="csX19" fmla="*/ 114895 w 3381581"/>
                <a:gd name="csY19" fmla="*/ 2798269 h 3296458"/>
                <a:gd name="csX20" fmla="*/ 0 w 3381581"/>
                <a:gd name="csY20" fmla="*/ 2344517 h 3296458"/>
                <a:gd name="csX21" fmla="*/ 854611 w 3381581"/>
                <a:gd name="csY21" fmla="*/ 1397490 h 3296458"/>
                <a:gd name="csX22" fmla="*/ 927057 w 3381581"/>
                <a:gd name="csY22" fmla="*/ 1393832 h 3296458"/>
                <a:gd name="csX23" fmla="*/ 925655 w 3381581"/>
                <a:gd name="csY23" fmla="*/ 1391248 h 3296458"/>
                <a:gd name="csX24" fmla="*/ 951941 w 3381581"/>
                <a:gd name="csY24" fmla="*/ 1392575 h 3296458"/>
                <a:gd name="csX25" fmla="*/ 1903883 w 3381581"/>
                <a:gd name="csY25" fmla="*/ 440633 h 3296458"/>
                <a:gd name="csX26" fmla="*/ 1829075 w 3381581"/>
                <a:gd name="csY26" fmla="*/ 70094 h 32964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381581" h="3296458">
                  <a:moveTo>
                    <a:pt x="1791029" y="0"/>
                  </a:moveTo>
                  <a:lnTo>
                    <a:pt x="1862074" y="3588"/>
                  </a:lnTo>
                  <a:cubicBezTo>
                    <a:pt x="2342096" y="52337"/>
                    <a:pt x="2716685" y="457731"/>
                    <a:pt x="2716685" y="950615"/>
                  </a:cubicBezTo>
                  <a:cubicBezTo>
                    <a:pt x="2716685" y="1082051"/>
                    <a:pt x="2690048" y="1207265"/>
                    <a:pt x="2641877" y="1321154"/>
                  </a:cubicBezTo>
                  <a:lnTo>
                    <a:pt x="2606761" y="1394050"/>
                  </a:lnTo>
                  <a:lnTo>
                    <a:pt x="2608691" y="1394147"/>
                  </a:lnTo>
                  <a:lnTo>
                    <a:pt x="2535593" y="1528820"/>
                  </a:lnTo>
                  <a:cubicBezTo>
                    <a:pt x="2487422" y="1642709"/>
                    <a:pt x="2460784" y="1767923"/>
                    <a:pt x="2460784" y="1899359"/>
                  </a:cubicBezTo>
                  <a:cubicBezTo>
                    <a:pt x="2460784" y="2392243"/>
                    <a:pt x="2835373" y="2797638"/>
                    <a:pt x="3315396" y="2846386"/>
                  </a:cubicBezTo>
                  <a:lnTo>
                    <a:pt x="3381581" y="2849729"/>
                  </a:lnTo>
                  <a:lnTo>
                    <a:pt x="3366910" y="2876756"/>
                  </a:lnTo>
                  <a:cubicBezTo>
                    <a:pt x="3195840" y="3129974"/>
                    <a:pt x="2906135" y="3296458"/>
                    <a:pt x="2577545" y="3296458"/>
                  </a:cubicBezTo>
                  <a:cubicBezTo>
                    <a:pt x="2248956" y="3296458"/>
                    <a:pt x="1959251" y="3129974"/>
                    <a:pt x="1788180" y="2876756"/>
                  </a:cubicBezTo>
                  <a:lnTo>
                    <a:pt x="1764744" y="2838179"/>
                  </a:lnTo>
                  <a:lnTo>
                    <a:pt x="1763837" y="2839672"/>
                  </a:lnTo>
                  <a:lnTo>
                    <a:pt x="1741307" y="2802586"/>
                  </a:lnTo>
                  <a:cubicBezTo>
                    <a:pt x="1570236" y="2549367"/>
                    <a:pt x="1280531" y="2382883"/>
                    <a:pt x="951941" y="2382883"/>
                  </a:cubicBezTo>
                  <a:cubicBezTo>
                    <a:pt x="623352" y="2382883"/>
                    <a:pt x="333647" y="2549367"/>
                    <a:pt x="162576" y="2802586"/>
                  </a:cubicBezTo>
                  <a:lnTo>
                    <a:pt x="140046" y="2839670"/>
                  </a:lnTo>
                  <a:lnTo>
                    <a:pt x="114895" y="2798269"/>
                  </a:lnTo>
                  <a:cubicBezTo>
                    <a:pt x="41621" y="2663386"/>
                    <a:pt x="0" y="2508812"/>
                    <a:pt x="0" y="2344517"/>
                  </a:cubicBezTo>
                  <a:cubicBezTo>
                    <a:pt x="0" y="1851633"/>
                    <a:pt x="374589" y="1446239"/>
                    <a:pt x="854611" y="1397490"/>
                  </a:cubicBezTo>
                  <a:lnTo>
                    <a:pt x="927057" y="1393832"/>
                  </a:lnTo>
                  <a:lnTo>
                    <a:pt x="925655" y="1391248"/>
                  </a:lnTo>
                  <a:lnTo>
                    <a:pt x="951941" y="1392575"/>
                  </a:lnTo>
                  <a:cubicBezTo>
                    <a:pt x="1477684" y="1392575"/>
                    <a:pt x="1903883" y="966376"/>
                    <a:pt x="1903883" y="440633"/>
                  </a:cubicBezTo>
                  <a:cubicBezTo>
                    <a:pt x="1903883" y="309197"/>
                    <a:pt x="1877246" y="183983"/>
                    <a:pt x="1829075" y="70094"/>
                  </a:cubicBezTo>
                  <a:close/>
                </a:path>
              </a:pathLst>
            </a:custGeom>
            <a:gradFill>
              <a:gsLst>
                <a:gs pos="1399">
                  <a:schemeClr val="bg1">
                    <a:lumMod val="95000"/>
                  </a:schemeClr>
                </a:gs>
                <a:gs pos="54000">
                  <a:srgbClr val="24418F"/>
                </a:gs>
                <a:gs pos="100000">
                  <a:srgbClr val="24418F"/>
                </a:gs>
              </a:gsLst>
              <a:path path="circle">
                <a:fillToRect l="50000" t="50000" r="50000" b="50000"/>
              </a:path>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MY" dirty="0"/>
            </a:p>
          </p:txBody>
        </p:sp>
      </p:grpSp>
      <p:grpSp>
        <p:nvGrpSpPr>
          <p:cNvPr id="13" name="Group 12">
            <a:extLst>
              <a:ext uri="{FF2B5EF4-FFF2-40B4-BE49-F238E27FC236}">
                <a16:creationId xmlns:a16="http://schemas.microsoft.com/office/drawing/2014/main" id="{DC0CD492-0C1B-3E7D-4EB1-2626DE677459}"/>
              </a:ext>
            </a:extLst>
          </p:cNvPr>
          <p:cNvGrpSpPr/>
          <p:nvPr/>
        </p:nvGrpSpPr>
        <p:grpSpPr>
          <a:xfrm>
            <a:off x="4802724" y="1525052"/>
            <a:ext cx="2584739" cy="912923"/>
            <a:chOff x="4802724" y="1525052"/>
            <a:chExt cx="2584739" cy="912923"/>
          </a:xfrm>
        </p:grpSpPr>
        <p:sp>
          <p:nvSpPr>
            <p:cNvPr id="38" name="TextBox 37">
              <a:extLst>
                <a:ext uri="{FF2B5EF4-FFF2-40B4-BE49-F238E27FC236}">
                  <a16:creationId xmlns:a16="http://schemas.microsoft.com/office/drawing/2014/main" id="{178E9C33-0B03-A501-095F-9F542E2EEFE1}"/>
                </a:ext>
              </a:extLst>
            </p:cNvPr>
            <p:cNvSpPr txBox="1"/>
            <p:nvPr/>
          </p:nvSpPr>
          <p:spPr>
            <a:xfrm>
              <a:off x="4802724" y="2099421"/>
              <a:ext cx="2584739" cy="338554"/>
            </a:xfrm>
            <a:prstGeom prst="rect">
              <a:avLst/>
            </a:prstGeom>
            <a:noFill/>
          </p:spPr>
          <p:txBody>
            <a:bodyPr wrap="square" anchor="ctr" anchorCtr="0">
              <a:spAutoFit/>
            </a:bodyPr>
            <a:lstStyle/>
            <a:p>
              <a:pPr marL="0" lvl="1" algn="ctr"/>
              <a:r>
                <a:rPr lang="en-US" sz="1600" dirty="0">
                  <a:latin typeface="Arial" panose="020B0604020202020204" pitchFamily="34" charset="0"/>
                  <a:ea typeface="+mn-lt"/>
                  <a:cs typeface="Arial" panose="020B0604020202020204" pitchFamily="34" charset="0"/>
                </a:rPr>
                <a:t>Defusing the situation</a:t>
              </a:r>
            </a:p>
          </p:txBody>
        </p:sp>
        <p:sp>
          <p:nvSpPr>
            <p:cNvPr id="44" name="TextBox 43">
              <a:extLst>
                <a:ext uri="{FF2B5EF4-FFF2-40B4-BE49-F238E27FC236}">
                  <a16:creationId xmlns:a16="http://schemas.microsoft.com/office/drawing/2014/main" id="{748261FB-93ED-3A3F-0000-F8B54D50E187}"/>
                </a:ext>
              </a:extLst>
            </p:cNvPr>
            <p:cNvSpPr txBox="1"/>
            <p:nvPr/>
          </p:nvSpPr>
          <p:spPr>
            <a:xfrm>
              <a:off x="5602916" y="1525052"/>
              <a:ext cx="984354" cy="646331"/>
            </a:xfrm>
            <a:prstGeom prst="rect">
              <a:avLst/>
            </a:prstGeom>
            <a:noFill/>
          </p:spPr>
          <p:txBody>
            <a:bodyPr wrap="square" rtlCol="0">
              <a:spAutoFit/>
            </a:bodyPr>
            <a:lstStyle/>
            <a:p>
              <a:pPr algn="ctr"/>
              <a:r>
                <a:rPr lang="en-MY" sz="3600" dirty="0">
                  <a:solidFill>
                    <a:srgbClr val="82A7C7"/>
                  </a:solidFill>
                  <a:latin typeface="Daytona Condensed" panose="020B0506030503040204" pitchFamily="34" charset="0"/>
                </a:rPr>
                <a:t>1</a:t>
              </a:r>
            </a:p>
          </p:txBody>
        </p:sp>
      </p:grpSp>
      <p:grpSp>
        <p:nvGrpSpPr>
          <p:cNvPr id="14" name="Group 13">
            <a:extLst>
              <a:ext uri="{FF2B5EF4-FFF2-40B4-BE49-F238E27FC236}">
                <a16:creationId xmlns:a16="http://schemas.microsoft.com/office/drawing/2014/main" id="{E1E5C4E1-3E42-B98A-34DE-B5B34F9A168C}"/>
              </a:ext>
            </a:extLst>
          </p:cNvPr>
          <p:cNvGrpSpPr/>
          <p:nvPr/>
        </p:nvGrpSpPr>
        <p:grpSpPr>
          <a:xfrm>
            <a:off x="8023165" y="4329524"/>
            <a:ext cx="3211842" cy="646331"/>
            <a:chOff x="8023165" y="4329524"/>
            <a:chExt cx="3211842" cy="646331"/>
          </a:xfrm>
        </p:grpSpPr>
        <p:sp>
          <p:nvSpPr>
            <p:cNvPr id="40" name="TextBox 39">
              <a:extLst>
                <a:ext uri="{FF2B5EF4-FFF2-40B4-BE49-F238E27FC236}">
                  <a16:creationId xmlns:a16="http://schemas.microsoft.com/office/drawing/2014/main" id="{AAE1110E-E515-8F9D-4429-BE4B05EC87D6}"/>
                </a:ext>
              </a:extLst>
            </p:cNvPr>
            <p:cNvSpPr txBox="1"/>
            <p:nvPr/>
          </p:nvSpPr>
          <p:spPr>
            <a:xfrm>
              <a:off x="8417646" y="4483413"/>
              <a:ext cx="2817361" cy="338554"/>
            </a:xfrm>
            <a:prstGeom prst="rect">
              <a:avLst/>
            </a:prstGeom>
            <a:noFill/>
          </p:spPr>
          <p:txBody>
            <a:bodyPr wrap="square" anchor="ctr" anchorCtr="0">
              <a:spAutoFit/>
            </a:bodyPr>
            <a:lstStyle/>
            <a:p>
              <a:r>
                <a:rPr lang="en-US" sz="1600" dirty="0">
                  <a:latin typeface="Arial" panose="020B0604020202020204" pitchFamily="34" charset="0"/>
                  <a:ea typeface="+mn-lt"/>
                  <a:cs typeface="Arial" panose="020B0604020202020204" pitchFamily="34" charset="0"/>
                </a:rPr>
                <a:t>Acknowledge and </a:t>
              </a:r>
              <a:r>
                <a:rPr lang="en-US" sz="1600" dirty="0" err="1">
                  <a:latin typeface="Arial" panose="020B0604020202020204" pitchFamily="34" charset="0"/>
                  <a:ea typeface="+mn-lt"/>
                  <a:cs typeface="Arial" panose="020B0604020202020204" pitchFamily="34" charset="0"/>
                </a:rPr>
                <a:t>apologise</a:t>
              </a:r>
              <a:endParaRPr lang="en-MY" sz="1600" dirty="0">
                <a:latin typeface="Arial" panose="020B0604020202020204" pitchFamily="34" charset="0"/>
                <a:ea typeface="+mn-lt"/>
                <a:cs typeface="Arial" panose="020B0604020202020204" pitchFamily="34" charset="0"/>
              </a:endParaRPr>
            </a:p>
          </p:txBody>
        </p:sp>
        <p:sp>
          <p:nvSpPr>
            <p:cNvPr id="45" name="TextBox 44">
              <a:extLst>
                <a:ext uri="{FF2B5EF4-FFF2-40B4-BE49-F238E27FC236}">
                  <a16:creationId xmlns:a16="http://schemas.microsoft.com/office/drawing/2014/main" id="{6A2839AD-4FAD-0E8E-601B-E7B83C8E2A6A}"/>
                </a:ext>
              </a:extLst>
            </p:cNvPr>
            <p:cNvSpPr txBox="1"/>
            <p:nvPr/>
          </p:nvSpPr>
          <p:spPr>
            <a:xfrm>
              <a:off x="8023165" y="4329524"/>
              <a:ext cx="592133" cy="646331"/>
            </a:xfrm>
            <a:prstGeom prst="rect">
              <a:avLst/>
            </a:prstGeom>
            <a:noFill/>
          </p:spPr>
          <p:txBody>
            <a:bodyPr wrap="square" rtlCol="0">
              <a:spAutoFit/>
            </a:bodyPr>
            <a:lstStyle/>
            <a:p>
              <a:r>
                <a:rPr lang="en-MY" sz="3600" dirty="0">
                  <a:solidFill>
                    <a:srgbClr val="8B1B54"/>
                  </a:solidFill>
                  <a:latin typeface="Daytona Condensed" panose="020B0506030503040204" pitchFamily="34" charset="0"/>
                </a:rPr>
                <a:t>2</a:t>
              </a:r>
            </a:p>
          </p:txBody>
        </p:sp>
      </p:grpSp>
      <p:grpSp>
        <p:nvGrpSpPr>
          <p:cNvPr id="15" name="Group 14">
            <a:extLst>
              <a:ext uri="{FF2B5EF4-FFF2-40B4-BE49-F238E27FC236}">
                <a16:creationId xmlns:a16="http://schemas.microsoft.com/office/drawing/2014/main" id="{86E0AD65-C644-F72A-37A2-BD28BD22F12B}"/>
              </a:ext>
            </a:extLst>
          </p:cNvPr>
          <p:cNvGrpSpPr/>
          <p:nvPr/>
        </p:nvGrpSpPr>
        <p:grpSpPr>
          <a:xfrm>
            <a:off x="968710" y="4329524"/>
            <a:ext cx="3215339" cy="646331"/>
            <a:chOff x="968710" y="4329524"/>
            <a:chExt cx="3215339" cy="646331"/>
          </a:xfrm>
        </p:grpSpPr>
        <p:sp>
          <p:nvSpPr>
            <p:cNvPr id="42" name="TextBox 41">
              <a:extLst>
                <a:ext uri="{FF2B5EF4-FFF2-40B4-BE49-F238E27FC236}">
                  <a16:creationId xmlns:a16="http://schemas.microsoft.com/office/drawing/2014/main" id="{1C89309D-2713-A671-EB4B-1FF710F54520}"/>
                </a:ext>
              </a:extLst>
            </p:cNvPr>
            <p:cNvSpPr txBox="1"/>
            <p:nvPr/>
          </p:nvSpPr>
          <p:spPr>
            <a:xfrm>
              <a:off x="968710" y="4360303"/>
              <a:ext cx="2785628" cy="584775"/>
            </a:xfrm>
            <a:prstGeom prst="rect">
              <a:avLst/>
            </a:prstGeom>
            <a:noFill/>
          </p:spPr>
          <p:txBody>
            <a:bodyPr wrap="square" anchor="ctr" anchorCtr="0">
              <a:spAutoFit/>
            </a:bodyPr>
            <a:lstStyle/>
            <a:p>
              <a:pPr marL="0" lvl="1" algn="r"/>
              <a:r>
                <a:rPr lang="en-US" sz="1600" dirty="0">
                  <a:latin typeface="Arial" panose="020B0604020202020204" pitchFamily="34" charset="0"/>
                  <a:ea typeface="+mn-lt"/>
                  <a:cs typeface="Arial" panose="020B0604020202020204" pitchFamily="34" charset="0"/>
                </a:rPr>
                <a:t>Escalation process to resolve a situation</a:t>
              </a:r>
            </a:p>
          </p:txBody>
        </p:sp>
        <p:sp>
          <p:nvSpPr>
            <p:cNvPr id="46" name="TextBox 45">
              <a:extLst>
                <a:ext uri="{FF2B5EF4-FFF2-40B4-BE49-F238E27FC236}">
                  <a16:creationId xmlns:a16="http://schemas.microsoft.com/office/drawing/2014/main" id="{6CE9922D-AFFB-73AB-6808-24BBBD82E7F5}"/>
                </a:ext>
              </a:extLst>
            </p:cNvPr>
            <p:cNvSpPr txBox="1"/>
            <p:nvPr/>
          </p:nvSpPr>
          <p:spPr>
            <a:xfrm>
              <a:off x="3591916" y="4329524"/>
              <a:ext cx="592133" cy="646331"/>
            </a:xfrm>
            <a:prstGeom prst="rect">
              <a:avLst/>
            </a:prstGeom>
            <a:noFill/>
          </p:spPr>
          <p:txBody>
            <a:bodyPr wrap="square" rtlCol="0">
              <a:spAutoFit/>
            </a:bodyPr>
            <a:lstStyle/>
            <a:p>
              <a:pPr algn="r"/>
              <a:r>
                <a:rPr lang="en-MY" sz="3600" dirty="0">
                  <a:solidFill>
                    <a:srgbClr val="1E88C9"/>
                  </a:solidFill>
                  <a:latin typeface="Daytona Condensed" panose="020B0506030503040204" pitchFamily="34" charset="0"/>
                </a:rPr>
                <a:t>3</a:t>
              </a:r>
            </a:p>
          </p:txBody>
        </p:sp>
      </p:grpSp>
      <p:pic>
        <p:nvPicPr>
          <p:cNvPr id="3" name="Graphic 2">
            <a:extLst>
              <a:ext uri="{FF2B5EF4-FFF2-40B4-BE49-F238E27FC236}">
                <a16:creationId xmlns:a16="http://schemas.microsoft.com/office/drawing/2014/main" id="{A7B1FC4E-EB87-F8F3-D3ED-8B619028E6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9850" y="4555558"/>
            <a:ext cx="772892" cy="532818"/>
          </a:xfrm>
          <a:prstGeom prst="rect">
            <a:avLst/>
          </a:prstGeom>
        </p:spPr>
      </p:pic>
      <p:pic>
        <p:nvPicPr>
          <p:cNvPr id="6" name="Graphic 5" descr="Cut with solid fill">
            <a:extLst>
              <a:ext uri="{FF2B5EF4-FFF2-40B4-BE49-F238E27FC236}">
                <a16:creationId xmlns:a16="http://schemas.microsoft.com/office/drawing/2014/main" id="{35CADCDA-A95D-C56E-A973-04DF0C335E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9135461">
            <a:off x="5376509" y="3020491"/>
            <a:ext cx="626176" cy="626176"/>
          </a:xfrm>
          <a:prstGeom prst="rect">
            <a:avLst/>
          </a:prstGeom>
        </p:spPr>
      </p:pic>
      <p:pic>
        <p:nvPicPr>
          <p:cNvPr id="9" name="Graphic 8">
            <a:extLst>
              <a:ext uri="{FF2B5EF4-FFF2-40B4-BE49-F238E27FC236}">
                <a16:creationId xmlns:a16="http://schemas.microsoft.com/office/drawing/2014/main" id="{5CD698C1-9950-6A45-D338-9FA8F7BD882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00855" y="5143929"/>
            <a:ext cx="494012" cy="620720"/>
          </a:xfrm>
          <a:prstGeom prst="rect">
            <a:avLst/>
          </a:prstGeom>
        </p:spPr>
      </p:pic>
    </p:spTree>
    <p:custDataLst>
      <p:tags r:id="rId1"/>
    </p:custDataLst>
    <p:extLst>
      <p:ext uri="{BB962C8B-B14F-4D97-AF65-F5344CB8AC3E}">
        <p14:creationId xmlns:p14="http://schemas.microsoft.com/office/powerpoint/2010/main" val="123660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10" presetClass="entr" presetSubtype="0" fill="hold" nodeType="withEffect">
                                  <p:stCondLst>
                                    <p:cond delay="12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22" presetClass="entr" presetSubtype="1" fill="hold" nodeType="withEffect">
                                  <p:stCondLst>
                                    <p:cond delay="1760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par>
                                <p:cTn id="16" presetID="10" presetClass="entr" presetSubtype="0" fill="hold" nodeType="withEffect">
                                  <p:stCondLst>
                                    <p:cond delay="125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22" presetClass="entr" presetSubtype="8" fill="hold" nodeType="withEffect">
                                  <p:stCondLst>
                                    <p:cond delay="3140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par>
                                <p:cTn id="22" presetID="10" presetClass="entr" presetSubtype="0" fill="hold" nodeType="withEffect">
                                  <p:stCondLst>
                                    <p:cond delay="12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22" presetClass="entr" presetSubtype="2" fill="hold" nodeType="withEffect">
                                  <p:stCondLst>
                                    <p:cond delay="48600"/>
                                  </p:stCondLst>
                                  <p:childTnLst>
                                    <p:set>
                                      <p:cBhvr>
                                        <p:cTn id="26" dur="1" fill="hold">
                                          <p:stCondLst>
                                            <p:cond delay="0"/>
                                          </p:stCondLst>
                                        </p:cTn>
                                        <p:tgtEl>
                                          <p:spTgt spid="15"/>
                                        </p:tgtEl>
                                        <p:attrNameLst>
                                          <p:attrName>style.visibility</p:attrName>
                                        </p:attrNameLst>
                                      </p:cBhvr>
                                      <p:to>
                                        <p:strVal val="visible"/>
                                      </p:to>
                                    </p:set>
                                    <p:animEffect transition="in" filter="wipe(righ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GENSWF_SLIDE_UID" val="{A1A91006-CE39-455C-A319-F136D7A1CAFB}:3437"/>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GENSWF_SLIDE_UID" val="{9DF2E9A4-05B0-4103-A652-B86CFCA376FA}:3477"/>
  <p:tag name="GENSWF_ADVANCE_TIME" val="53.000"/>
  <p:tag name="ISPRING_SLIDE_INDENT_LEVEL" val="0"/>
  <p:tag name="ISPRING_CUSTOM_TIMING_USED" val="0"/>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GENSWF_SLIDE_UID" val="{06A02075-30B5-4A97-91C1-F9C861B0700C}:3446"/>
  <p:tag name="GENSWF_ADVANCE_TIME" val="50.000"/>
  <p:tag name="ISPRING_SLIDE_INDENT_LEVEL" val="0"/>
  <p:tag name="ISPRING_CUSTOM_TIMING_USED" val="0"/>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GENSWF_SLIDE_UID" val="{3E731022-09B3-4FD8-8350-7EA16158DC77}:3425"/>
  <p:tag name="GENSWF_ADVANCE_TIME" val="40.000"/>
  <p:tag name="ISPRING_SLIDE_INDENT_LEVEL" val="0"/>
  <p:tag name="ISPRING_CUSTOM_TIMING_USED" val="0"/>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GENSWF_SLIDE_UID" val="{8761F33F-918A-4AD3-A015-6251C0748642}:3465"/>
  <p:tag name="GENSWF_ADVANCE_TIME" val="46.000"/>
  <p:tag name="ISPRING_SLIDE_INDENT_LEVEL" val="0"/>
  <p:tag name="ISPRING_CUSTOM_TIMING_USED" val="0"/>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GENSWF_SLIDE_UID" val="{B5842412-0B3E-432E-A655-ECDFEEEE7CFF}:3565"/>
  <p:tag name="GENSWF_ADVANCE_TIME" val="80.000"/>
  <p:tag name="ISPRING_SLIDE_INDENT_LEVEL" val="0"/>
  <p:tag name="ISPRING_CUSTOM_TIMING_USED" val="0"/>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2068</Words>
  <Application>Microsoft Office PowerPoint</Application>
  <PresentationFormat>Widescreen</PresentationFormat>
  <Paragraphs>268</Paragraphs>
  <Slides>30</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30</vt:i4>
      </vt:variant>
    </vt:vector>
  </HeadingPairs>
  <TitlesOfParts>
    <vt:vector size="43" baseType="lpstr">
      <vt:lpstr>Aptos</vt:lpstr>
      <vt:lpstr>Aptos Display</vt:lpstr>
      <vt:lpstr>Arial</vt:lpstr>
      <vt:lpstr>Century Gothic</vt:lpstr>
      <vt:lpstr>Daytona</vt:lpstr>
      <vt:lpstr>Daytona Condensed</vt:lpstr>
      <vt:lpstr>Gotham Book</vt:lpstr>
      <vt:lpstr>Mundial</vt:lpstr>
      <vt:lpstr>Mundial Black</vt:lpstr>
      <vt:lpstr>Open Sans</vt:lpstr>
      <vt:lpstr>Tahoma</vt:lpstr>
      <vt:lpstr>Wingdings</vt:lpstr>
      <vt:lpstr>Office Theme</vt:lpstr>
      <vt:lpstr>PowerPoint Presentation</vt:lpstr>
      <vt:lpstr>PowerPoint Presentation</vt:lpstr>
      <vt:lpstr>WHAT IS FIRST AID?</vt:lpstr>
      <vt:lpstr>PowerPoint Presentation</vt:lpstr>
      <vt:lpstr>PowerPoint Presentation</vt:lpstr>
      <vt:lpstr>PowerPoint Presentation</vt:lpstr>
      <vt:lpstr>PAX 05.05.08   PASSENGER ACCEPTANCE</vt:lpstr>
      <vt:lpstr>PowerPoint Presentation</vt:lpstr>
      <vt:lpstr>PowerPoint Presentation</vt:lpstr>
      <vt:lpstr>PowerPoint Presentation</vt:lpstr>
      <vt:lpstr>PowerPoint Presentation</vt:lpstr>
      <vt:lpstr>PowerPoint Presentation</vt:lpstr>
      <vt:lpstr>PAX 05.07.07   PASSENGER ACCEPTANCE</vt:lpstr>
      <vt:lpstr>PowerPoint Presentation</vt:lpstr>
      <vt:lpstr>OBJECTIVES</vt:lpstr>
      <vt:lpstr>PowerPoint Presentation</vt:lpstr>
      <vt:lpstr>PowerPoint Presentation</vt:lpstr>
      <vt:lpstr>PowerPoint Presentation</vt:lpstr>
      <vt:lpstr>PAX 05.07.02   BAGGAGE ACCEPTANCE</vt:lpstr>
      <vt:lpstr>PowerPoint Presentation</vt:lpstr>
      <vt:lpstr>PowerPoint Presentation</vt:lpstr>
      <vt:lpstr>PowerPoint Presentation</vt:lpstr>
      <vt:lpstr>PAX 05.03.03   DOCUMENTS REQUIRED FOR TRAVEL</vt:lpstr>
      <vt:lpstr>PowerPoint Presentation</vt:lpstr>
      <vt:lpstr>PowerPoint Presentation</vt:lpstr>
      <vt:lpstr>PowerPoint Presentation</vt:lpstr>
      <vt:lpstr>PowerPoint Presentation</vt:lpstr>
      <vt:lpstr>PAX 05.10.02   CHECK-IN CLOSURE</vt:lpstr>
      <vt:lpstr>PowerPoint Presentation</vt:lpstr>
      <vt:lpstr>PAX 01.03   HANDLING CHALLENGING SITUATIONS AND  HANDLING UNRULY PASSENGERS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rosniza ahmad</dc:creator>
  <cp:lastModifiedBy>rosniza ahmad</cp:lastModifiedBy>
  <cp:revision>2</cp:revision>
  <dcterms:created xsi:type="dcterms:W3CDTF">2026-10-04T15:47:33Z</dcterms:created>
  <dcterms:modified xsi:type="dcterms:W3CDTF">2026-10-04T15:49:42Z</dcterms:modified>
</cp:coreProperties>
</file>